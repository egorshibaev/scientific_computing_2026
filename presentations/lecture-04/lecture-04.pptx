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7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8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1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fbda47e83146dc" /><Relationship Type="http://schemas.openxmlformats.org/officeDocument/2006/relationships/extended-properties" Target="/docProps/app.xml" Id="R077ca671540c4ecc" /><Relationship Type="http://schemas.openxmlformats.org/officeDocument/2006/relationships/officeDocument" Target="/ppt/presentation.xml" Id="Rea95ce44c5a8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b948fe48584924"/>
  </p:sldMasterIdLst>
  <p:notesMasterIdLst>
    <p:notesMasterId xmlns:r="http://schemas.openxmlformats.org/officeDocument/2006/relationships" r:id="Rfff92eafefd0444a"/>
  </p:notesMasterIdLst>
  <p:sldIdLst>
    <p:sldId xmlns:r="http://schemas.openxmlformats.org/officeDocument/2006/relationships" id="256" r:id="Reeb908985b5a4b0e"/>
    <p:sldId xmlns:r="http://schemas.openxmlformats.org/officeDocument/2006/relationships" id="257" r:id="Rb52b647d67614ab8"/>
    <p:sldId xmlns:r="http://schemas.openxmlformats.org/officeDocument/2006/relationships" id="258" r:id="R920a1316c72b4dbf"/>
    <p:sldId xmlns:r="http://schemas.openxmlformats.org/officeDocument/2006/relationships" id="259" r:id="R13d78325f95e45ea"/>
    <p:sldId xmlns:r="http://schemas.openxmlformats.org/officeDocument/2006/relationships" id="260" r:id="Rdfadd80801bb4d2d"/>
    <p:sldId xmlns:r="http://schemas.openxmlformats.org/officeDocument/2006/relationships" id="261" r:id="Rdb20142fd7694c79"/>
    <p:sldId xmlns:r="http://schemas.openxmlformats.org/officeDocument/2006/relationships" id="262" r:id="Re75ac13cb4ac4d3b"/>
    <p:sldId xmlns:r="http://schemas.openxmlformats.org/officeDocument/2006/relationships" id="263" r:id="Rdad9be6b11f14b51"/>
    <p:sldId xmlns:r="http://schemas.openxmlformats.org/officeDocument/2006/relationships" id="264" r:id="R32bd813433304cb1"/>
    <p:sldId xmlns:r="http://schemas.openxmlformats.org/officeDocument/2006/relationships" id="265" r:id="R4995390e92254d9e"/>
    <p:sldId xmlns:r="http://schemas.openxmlformats.org/officeDocument/2006/relationships" id="266" r:id="R9ce12d64685b4392"/>
    <p:sldId xmlns:r="http://schemas.openxmlformats.org/officeDocument/2006/relationships" id="267" r:id="R9850ef111b8349d4"/>
    <p:sldId xmlns:r="http://schemas.openxmlformats.org/officeDocument/2006/relationships" id="268" r:id="Rcfc99b2edf534f20"/>
    <p:sldId xmlns:r="http://schemas.openxmlformats.org/officeDocument/2006/relationships" id="269" r:id="Rd27bd2720afc4758"/>
    <p:sldId xmlns:r="http://schemas.openxmlformats.org/officeDocument/2006/relationships" id="270" r:id="Rea961a65abf94b44"/>
    <p:sldId xmlns:r="http://schemas.openxmlformats.org/officeDocument/2006/relationships" id="271" r:id="R4bfd3538ba7b48f8"/>
    <p:sldId xmlns:r="http://schemas.openxmlformats.org/officeDocument/2006/relationships" id="272" r:id="R553db85b4d0147c8"/>
    <p:sldId xmlns:r="http://schemas.openxmlformats.org/officeDocument/2006/relationships" id="273" r:id="Rcb1e591f4edf4a5c"/>
    <p:sldId xmlns:r="http://schemas.openxmlformats.org/officeDocument/2006/relationships" id="274" r:id="R391046a66ef94f95"/>
    <p:sldId xmlns:r="http://schemas.openxmlformats.org/officeDocument/2006/relationships" id="275" r:id="R1a5abd95803a493c"/>
    <p:sldId xmlns:r="http://schemas.openxmlformats.org/officeDocument/2006/relationships" id="276" r:id="Rb32bbc9fabbf4176"/>
    <p:sldId xmlns:r="http://schemas.openxmlformats.org/officeDocument/2006/relationships" id="277" r:id="R9d5e4e557f074931"/>
    <p:sldId xmlns:r="http://schemas.openxmlformats.org/officeDocument/2006/relationships" id="278" r:id="R39fc5208962e4336"/>
    <p:sldId xmlns:r="http://schemas.openxmlformats.org/officeDocument/2006/relationships" id="279" r:id="R9af4764b2cb243a6"/>
    <p:sldId xmlns:r="http://schemas.openxmlformats.org/officeDocument/2006/relationships" id="280" r:id="R182c44a5cfd9420f"/>
    <p:sldId xmlns:r="http://schemas.openxmlformats.org/officeDocument/2006/relationships" id="281" r:id="R4652e14a30444d89"/>
    <p:sldId xmlns:r="http://schemas.openxmlformats.org/officeDocument/2006/relationships" id="282" r:id="R3dfd393c1b554d8a"/>
    <p:sldId xmlns:r="http://schemas.openxmlformats.org/officeDocument/2006/relationships" id="283" r:id="R96855e7f213f4adc"/>
    <p:sldId xmlns:r="http://schemas.openxmlformats.org/officeDocument/2006/relationships" id="284" r:id="R89d7f4eb6aee423e"/>
    <p:sldId xmlns:r="http://schemas.openxmlformats.org/officeDocument/2006/relationships" id="285" r:id="Rf16dbe2076724720"/>
    <p:sldId xmlns:r="http://schemas.openxmlformats.org/officeDocument/2006/relationships" id="286" r:id="R31abed0a9efe431b"/>
    <p:sldId xmlns:r="http://schemas.openxmlformats.org/officeDocument/2006/relationships" id="287" r:id="R1fa70dbe70ab424f"/>
    <p:sldId xmlns:r="http://schemas.openxmlformats.org/officeDocument/2006/relationships" id="288" r:id="R1a46ed8ca8eb4d5b"/>
    <p:sldId xmlns:r="http://schemas.openxmlformats.org/officeDocument/2006/relationships" id="289" r:id="R17a30aaef21244dc"/>
    <p:sldId xmlns:r="http://schemas.openxmlformats.org/officeDocument/2006/relationships" id="290" r:id="Rfad20edb0dad43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ff846b736f48d2" /><Relationship Type="http://schemas.openxmlformats.org/officeDocument/2006/relationships/slideMaster" Target="/ppt/slideMasters/slideMaster1.xml" Id="R80b948fe48584924" /><Relationship Type="http://schemas.openxmlformats.org/officeDocument/2006/relationships/notesMaster" Target="/ppt/notesMasters/notesMaster1.xml" Id="Rfff92eafefd0444a" /><Relationship Type="http://schemas.openxmlformats.org/officeDocument/2006/relationships/presProps" Target="/ppt/presProps.xml" Id="R023a8e598eee403e" /><Relationship Type="http://schemas.openxmlformats.org/officeDocument/2006/relationships/tableStyles" Target="/ppt/tableStyles.xml" Id="Rf74c00102bf34eef" /><Relationship Type="http://schemas.openxmlformats.org/officeDocument/2006/relationships/slide" Target="/ppt/slides/slide1.xml" Id="Reeb908985b5a4b0e" /><Relationship Type="http://schemas.openxmlformats.org/officeDocument/2006/relationships/slide" Target="/ppt/slides/slide2.xml" Id="Rb52b647d67614ab8" /><Relationship Type="http://schemas.openxmlformats.org/officeDocument/2006/relationships/slide" Target="/ppt/slides/slide3.xml" Id="R920a1316c72b4dbf" /><Relationship Type="http://schemas.openxmlformats.org/officeDocument/2006/relationships/slide" Target="/ppt/slides/slide4.xml" Id="R13d78325f95e45ea" /><Relationship Type="http://schemas.openxmlformats.org/officeDocument/2006/relationships/slide" Target="/ppt/slides/slide5.xml" Id="Rdfadd80801bb4d2d" /><Relationship Type="http://schemas.openxmlformats.org/officeDocument/2006/relationships/slide" Target="/ppt/slides/slide6.xml" Id="Rdb20142fd7694c79" /><Relationship Type="http://schemas.openxmlformats.org/officeDocument/2006/relationships/slide" Target="/ppt/slides/slide7.xml" Id="Re75ac13cb4ac4d3b" /><Relationship Type="http://schemas.openxmlformats.org/officeDocument/2006/relationships/slide" Target="/ppt/slides/slide8.xml" Id="Rdad9be6b11f14b51" /><Relationship Type="http://schemas.openxmlformats.org/officeDocument/2006/relationships/slide" Target="/ppt/slides/slide9.xml" Id="R32bd813433304cb1" /><Relationship Type="http://schemas.openxmlformats.org/officeDocument/2006/relationships/slide" Target="/ppt/slides/slide10.xml" Id="R4995390e92254d9e" /><Relationship Type="http://schemas.openxmlformats.org/officeDocument/2006/relationships/slide" Target="/ppt/slides/slide11.xml" Id="R9ce12d64685b4392" /><Relationship Type="http://schemas.openxmlformats.org/officeDocument/2006/relationships/slide" Target="/ppt/slides/slide12.xml" Id="R9850ef111b8349d4" /><Relationship Type="http://schemas.openxmlformats.org/officeDocument/2006/relationships/slide" Target="/ppt/slides/slide13.xml" Id="Rcfc99b2edf534f20" /><Relationship Type="http://schemas.openxmlformats.org/officeDocument/2006/relationships/slide" Target="/ppt/slides/slide14.xml" Id="Rd27bd2720afc4758" /><Relationship Type="http://schemas.openxmlformats.org/officeDocument/2006/relationships/slide" Target="/ppt/slides/slide15.xml" Id="Rea961a65abf94b44" /><Relationship Type="http://schemas.openxmlformats.org/officeDocument/2006/relationships/slide" Target="/ppt/slides/slide16.xml" Id="R4bfd3538ba7b48f8" /><Relationship Type="http://schemas.openxmlformats.org/officeDocument/2006/relationships/slide" Target="/ppt/slides/slide17.xml" Id="R553db85b4d0147c8" /><Relationship Type="http://schemas.openxmlformats.org/officeDocument/2006/relationships/slide" Target="/ppt/slides/slide18.xml" Id="Rcb1e591f4edf4a5c" /><Relationship Type="http://schemas.openxmlformats.org/officeDocument/2006/relationships/slide" Target="/ppt/slides/slide19.xml" Id="R391046a66ef94f95" /><Relationship Type="http://schemas.openxmlformats.org/officeDocument/2006/relationships/slide" Target="/ppt/slides/slide20.xml" Id="R1a5abd95803a493c" /><Relationship Type="http://schemas.openxmlformats.org/officeDocument/2006/relationships/slide" Target="/ppt/slides/slide21.xml" Id="Rb32bbc9fabbf4176" /><Relationship Type="http://schemas.openxmlformats.org/officeDocument/2006/relationships/slide" Target="/ppt/slides/slide22.xml" Id="R9d5e4e557f074931" /><Relationship Type="http://schemas.openxmlformats.org/officeDocument/2006/relationships/slide" Target="/ppt/slides/slide23.xml" Id="R39fc5208962e4336" /><Relationship Type="http://schemas.openxmlformats.org/officeDocument/2006/relationships/slide" Target="/ppt/slides/slide24.xml" Id="R9af4764b2cb243a6" /><Relationship Type="http://schemas.openxmlformats.org/officeDocument/2006/relationships/slide" Target="/ppt/slides/slide25.xml" Id="R182c44a5cfd9420f" /><Relationship Type="http://schemas.openxmlformats.org/officeDocument/2006/relationships/slide" Target="/ppt/slides/slide26.xml" Id="R4652e14a30444d89" /><Relationship Type="http://schemas.openxmlformats.org/officeDocument/2006/relationships/slide" Target="/ppt/slides/slide27.xml" Id="R3dfd393c1b554d8a" /><Relationship Type="http://schemas.openxmlformats.org/officeDocument/2006/relationships/slide" Target="/ppt/slides/slide28.xml" Id="R96855e7f213f4adc" /><Relationship Type="http://schemas.openxmlformats.org/officeDocument/2006/relationships/slide" Target="/ppt/slides/slide29.xml" Id="R89d7f4eb6aee423e" /><Relationship Type="http://schemas.openxmlformats.org/officeDocument/2006/relationships/slide" Target="/ppt/slides/slide30.xml" Id="Rf16dbe2076724720" /><Relationship Type="http://schemas.openxmlformats.org/officeDocument/2006/relationships/slide" Target="/ppt/slides/slide31.xml" Id="R31abed0a9efe431b" /><Relationship Type="http://schemas.openxmlformats.org/officeDocument/2006/relationships/slide" Target="/ppt/slides/slide32.xml" Id="R1fa70dbe70ab424f" /><Relationship Type="http://schemas.openxmlformats.org/officeDocument/2006/relationships/slide" Target="/ppt/slides/slide33.xml" Id="R1a46ed8ca8eb4d5b" /><Relationship Type="http://schemas.openxmlformats.org/officeDocument/2006/relationships/slide" Target="/ppt/slides/slide34.xml" Id="R17a30aaef21244dc" /><Relationship Type="http://schemas.openxmlformats.org/officeDocument/2006/relationships/slide" Target="/ppt/slides/slide35.xml" Id="Rfad20edb0dad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08b723cafe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a393bd88c41a1" /><Relationship Type="http://schemas.openxmlformats.org/officeDocument/2006/relationships/notesMaster" Target="/ppt/notesMasters/notesMaster1.xml" Id="Rd89d70d74c3a4c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04cc0a030f451e" /><Relationship Type="http://schemas.openxmlformats.org/officeDocument/2006/relationships/notesMaster" Target="/ppt/notesMasters/notesMaster1.xml" Id="R3a70dafac425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49ab2683f24a88" /><Relationship Type="http://schemas.openxmlformats.org/officeDocument/2006/relationships/notesMaster" Target="/ppt/notesMasters/notesMaster1.xml" Id="Rcccd23a4bcb94e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1482f7dfb5469d" /><Relationship Type="http://schemas.openxmlformats.org/officeDocument/2006/relationships/notesMaster" Target="/ppt/notesMasters/notesMaster1.xml" Id="R0d149e6225b844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db92ae98dd4d3a" /><Relationship Type="http://schemas.openxmlformats.org/officeDocument/2006/relationships/notesMaster" Target="/ppt/notesMasters/notesMaster1.xml" Id="R82dcf6e1a3674f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41e442aa84dc9" /><Relationship Type="http://schemas.openxmlformats.org/officeDocument/2006/relationships/notesMaster" Target="/ppt/notesMasters/notesMaster1.xml" Id="R3375af974e8b44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6470e114c24810" /><Relationship Type="http://schemas.openxmlformats.org/officeDocument/2006/relationships/notesMaster" Target="/ppt/notesMasters/notesMaster1.xml" Id="R7a3270d4863a42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5bff12c7564dc3" /><Relationship Type="http://schemas.openxmlformats.org/officeDocument/2006/relationships/notesMaster" Target="/ppt/notesMasters/notesMaster1.xml" Id="R3a5cc5b38fa44d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b311a7ff5644ec" /><Relationship Type="http://schemas.openxmlformats.org/officeDocument/2006/relationships/notesMaster" Target="/ppt/notesMasters/notesMaster1.xml" Id="R36767f5ed0f047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bfe45a6b67465c" /><Relationship Type="http://schemas.openxmlformats.org/officeDocument/2006/relationships/notesMaster" Target="/ppt/notesMasters/notesMaster1.xml" Id="Rb4bbae9897e14c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7e5b139aa84351" /><Relationship Type="http://schemas.openxmlformats.org/officeDocument/2006/relationships/notesMaster" Target="/ppt/notesMasters/notesMaster1.xml" Id="R7e3a35782c0643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85e9a74e4842ee" /><Relationship Type="http://schemas.openxmlformats.org/officeDocument/2006/relationships/notesMaster" Target="/ppt/notesMasters/notesMaster1.xml" Id="R21aa14855a694c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481ac10bc543b3" /><Relationship Type="http://schemas.openxmlformats.org/officeDocument/2006/relationships/notesMaster" Target="/ppt/notesMasters/notesMaster1.xml" Id="R5665d3c9c3af49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b3a75bbb6b43b7" /><Relationship Type="http://schemas.openxmlformats.org/officeDocument/2006/relationships/notesMaster" Target="/ppt/notesMasters/notesMaster1.xml" Id="R54e41047dbe24e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bb0431f8464b83" /><Relationship Type="http://schemas.openxmlformats.org/officeDocument/2006/relationships/notesMaster" Target="/ppt/notesMasters/notesMaster1.xml" Id="Rbbece2cf93a642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0bd482f6a94d39" /><Relationship Type="http://schemas.openxmlformats.org/officeDocument/2006/relationships/notesMaster" Target="/ppt/notesMasters/notesMaster1.xml" Id="Ra7ffb2317d0f49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7490371ee74c57" /><Relationship Type="http://schemas.openxmlformats.org/officeDocument/2006/relationships/notesMaster" Target="/ppt/notesMasters/notesMaster1.xml" Id="Rb16ce1aaeb2d49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e796838ef3468a" /><Relationship Type="http://schemas.openxmlformats.org/officeDocument/2006/relationships/notesMaster" Target="/ppt/notesMasters/notesMaster1.xml" Id="Ra29721c997e542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fafaf8e80141ff" /><Relationship Type="http://schemas.openxmlformats.org/officeDocument/2006/relationships/notesMaster" Target="/ppt/notesMasters/notesMaster1.xml" Id="R45d15dfda00548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8908e1abb349d1" /><Relationship Type="http://schemas.openxmlformats.org/officeDocument/2006/relationships/notesMaster" Target="/ppt/notesMasters/notesMaster1.xml" Id="R12b0a75f132742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2140b2f31f4fab" /><Relationship Type="http://schemas.openxmlformats.org/officeDocument/2006/relationships/notesMaster" Target="/ppt/notesMasters/notesMaster1.xml" Id="R49cc66fb29ae45a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646744989d4dcc" /><Relationship Type="http://schemas.openxmlformats.org/officeDocument/2006/relationships/notesMaster" Target="/ppt/notesMasters/notesMaster1.xml" Id="R82514796679e41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506b8fe67b4295" /><Relationship Type="http://schemas.openxmlformats.org/officeDocument/2006/relationships/notesMaster" Target="/ppt/notesMasters/notesMaster1.xml" Id="R2c28d9ee479149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c17d6733024eb5" /><Relationship Type="http://schemas.openxmlformats.org/officeDocument/2006/relationships/notesMaster" Target="/ppt/notesMasters/notesMaster1.xml" Id="R52a55de24de84f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06abcfe4fa42bf" /><Relationship Type="http://schemas.openxmlformats.org/officeDocument/2006/relationships/notesMaster" Target="/ppt/notesMasters/notesMaster1.xml" Id="R153fb955e4754fe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20fed89b5104deb" /><Relationship Type="http://schemas.openxmlformats.org/officeDocument/2006/relationships/notesMaster" Target="/ppt/notesMasters/notesMaster1.xml" Id="Rcb41a56fb47342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d8c13a2280454d" /><Relationship Type="http://schemas.openxmlformats.org/officeDocument/2006/relationships/notesMaster" Target="/ppt/notesMasters/notesMaster1.xml" Id="R79e65681cfbc4d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34b014a4b1451f" /><Relationship Type="http://schemas.openxmlformats.org/officeDocument/2006/relationships/notesMaster" Target="/ppt/notesMasters/notesMaster1.xml" Id="R8ec684a3647641e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bf290e90ec46c5" /><Relationship Type="http://schemas.openxmlformats.org/officeDocument/2006/relationships/notesMaster" Target="/ppt/notesMasters/notesMaster1.xml" Id="Rb865815c99e34c3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768c075f5f49e5" /><Relationship Type="http://schemas.openxmlformats.org/officeDocument/2006/relationships/notesMaster" Target="/ppt/notesMasters/notesMaster1.xml" Id="Rec11ac02e0714a1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fb541a5a804135" /><Relationship Type="http://schemas.openxmlformats.org/officeDocument/2006/relationships/notesMaster" Target="/ppt/notesMasters/notesMaster1.xml" Id="R59b56d30d09c49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1aa125be7b460c" /><Relationship Type="http://schemas.openxmlformats.org/officeDocument/2006/relationships/notesMaster" Target="/ppt/notesMasters/notesMaster1.xml" Id="R2b73a05d56a64b0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ba4fbf041ef4bde" /><Relationship Type="http://schemas.openxmlformats.org/officeDocument/2006/relationships/notesMaster" Target="/ppt/notesMasters/notesMaster1.xml" Id="Rfcc99bb820ba44f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98ca5e4f56a4eb7" /><Relationship Type="http://schemas.openxmlformats.org/officeDocument/2006/relationships/notesMaster" Target="/ppt/notesMasters/notesMaster1.xml" Id="Rfbd278e39eaf4f2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c4f38d4e75143fb" /><Relationship Type="http://schemas.openxmlformats.org/officeDocument/2006/relationships/notesMaster" Target="/ppt/notesMasters/notesMaster1.xml" Id="Rdc5f523b2845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lectures/lecture-04-limit-theorems.tex. Lecture4 follows sections4.1–4.6 of the cumulative course conspect.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4.1.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4.1.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4.1.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4.1.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Figure4.1. The Gamma second parameter is a rate. Data: figures/data/ch4-sampling-density.dat.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4.1.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4.2.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4.2.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The proof uses the indicator expectation rule already introduced in Chapter2.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4.2.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4.2.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4.2.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4.3.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4.3.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Figure4.2. Three independent simulated sequences, fixed seeds104729,130363,155921. Data: figures/data/ch4-running-means.dat.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4.3.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Figure4.3. Exact standardized Gamma densities. n=1,4. Same x and y limits on both CLT slides. Data: figures/data/ch4-clt-n*.dat.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Figure4.3. Exact standardized Gamma densities. n=25,100. Same x and y limits on both CLT slides. Data: figures/data/ch4-clt-n*.dat.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For n100 the exact Gamma lower tail is0.0171083130351 and upper tail0.0278637398905. Their sum is0.0449720529257. G_n is the CDF of Gamma(n,0.2n).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Figure4.4. Full data: figures/data/ch4-tail-comparison.dat. Values are exact Gamma tails, Chebyshev bounds capped at1, and Gaussian approximations.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4.4.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4.5.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4.5.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4.5.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Figure4.5. Pairwise correlationrho0.1. n_eff100/[1+99*.1]=9.1743. This compares mean variances, not full distributions. Data: ch4-dependent-averages.dat.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4.5.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4.5.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Figure4.6. Left standard Gaussian observations; right standard Cauchy t1 observations. Separate y-axis scales. Exact densities. Data: figures/data/ch4-heavy-tail-means.dat.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>Figure4.7. Simulation uses2000 independent repetitions and fixed seed20260925. Each point estimates RMSE across repetitions. Data: figures/data/ch4-monte-carlo-error.dat.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lectures/lecture-04-limit-theorems.tex, section 4.6.</a:t>
            </a:r>
          </a:p>
          <a:p xmlns:a="http://schemas.openxmlformats.org/drawingml/2006/main">
            <a:r>
              <a:t>Repository: https://github.com/EgorShibaev/Scientific_computing_2026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fd431b38f4f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859584a1c64d91" /><Relationship Type="http://schemas.openxmlformats.org/officeDocument/2006/relationships/slideLayout" Target="/ppt/slideLayouts/slideLayout1.xml" Id="R3fec0346dbd6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ec0346dbd6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18f3d92a345ab" /><Relationship Type="http://schemas.openxmlformats.org/officeDocument/2006/relationships/notesSlide" Target="/ppt/notesSlides/notesSlide1.xml" Id="Re4d026dabac44a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43141ff444957" /><Relationship Type="http://schemas.openxmlformats.org/officeDocument/2006/relationships/notesSlide" Target="/ppt/notesSlides/notesSlide2.xml" Id="R32fd5d2ff4754e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8d519babb4d29" /><Relationship Type="http://schemas.openxmlformats.org/officeDocument/2006/relationships/notesSlide" Target="/ppt/notesSlides/notesSlide3.xml" Id="Re5f29d1fc814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2d60f23ec47ce" /><Relationship Type="http://schemas.openxmlformats.org/officeDocument/2006/relationships/notesSlide" Target="/ppt/notesSlides/notesSlide4.xml" Id="R8213e8166e9f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18057439481e" /><Relationship Type="http://schemas.openxmlformats.org/officeDocument/2006/relationships/chart" Target="/ppt/slides/charts/chart1.xml" Id="R7da86739a3c54dfc" /><Relationship Type="http://schemas.openxmlformats.org/officeDocument/2006/relationships/notesSlide" Target="/ppt/notesSlides/notesSlide5.xml" Id="R2124d77d5e0a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d92f5315843c9" /><Relationship Type="http://schemas.openxmlformats.org/officeDocument/2006/relationships/notesSlide" Target="/ppt/notesSlides/notesSlide6.xml" Id="R6486dd4e4c6d47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503d89b544b6b" /><Relationship Type="http://schemas.openxmlformats.org/officeDocument/2006/relationships/notesSlide" Target="/ppt/notesSlides/notesSlide7.xml" Id="Rb54874e76b3f4d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fd9806f214d67" /><Relationship Type="http://schemas.openxmlformats.org/officeDocument/2006/relationships/notesSlide" Target="/ppt/notesSlides/notesSlide8.xml" Id="R792a505a138b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de141a7e4410f" /><Relationship Type="http://schemas.openxmlformats.org/officeDocument/2006/relationships/notesSlide" Target="/ppt/notesSlides/notesSlide9.xml" Id="Rf1fe0d4caa774b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900ffb7cf4fd3" /><Relationship Type="http://schemas.openxmlformats.org/officeDocument/2006/relationships/notesSlide" Target="/ppt/notesSlides/notesSlide10.xml" Id="Rd405b0554a9748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890c02d4047bd" /><Relationship Type="http://schemas.openxmlformats.org/officeDocument/2006/relationships/notesSlide" Target="/ppt/notesSlides/notesSlide11.xml" Id="R2031144d249749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d201e075e466e" /><Relationship Type="http://schemas.openxmlformats.org/officeDocument/2006/relationships/notesSlide" Target="/ppt/notesSlides/notesSlide12.xml" Id="R8e40916153a546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63a9af8394f35" /><Relationship Type="http://schemas.openxmlformats.org/officeDocument/2006/relationships/chart" Target="/ppt/slides/charts/chart2.xml" Id="Rb92fa6145c864573" /><Relationship Type="http://schemas.openxmlformats.org/officeDocument/2006/relationships/notesSlide" Target="/ppt/notesSlides/notesSlide13.xml" Id="R5545e8d9b45946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f2dd4e38e45d0" /><Relationship Type="http://schemas.openxmlformats.org/officeDocument/2006/relationships/notesSlide" Target="/ppt/notesSlides/notesSlide14.xml" Id="Rdc85e6918a424d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c316e63ac4925" /><Relationship Type="http://schemas.openxmlformats.org/officeDocument/2006/relationships/notesSlide" Target="/ppt/notesSlides/notesSlide15.xml" Id="R9a537c10f26441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eb0e595b84a59" /><Relationship Type="http://schemas.openxmlformats.org/officeDocument/2006/relationships/notesSlide" Target="/ppt/notesSlides/notesSlide16.xml" Id="R68e1979cc93448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888cb24548ed" /><Relationship Type="http://schemas.openxmlformats.org/officeDocument/2006/relationships/notesSlide" Target="/ppt/notesSlides/notesSlide17.xml" Id="R6adfaadb47ca40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76b82bf79460b" /><Relationship Type="http://schemas.openxmlformats.org/officeDocument/2006/relationships/chart" Target="/ppt/slides/charts/chart3.xml" Id="R3b7f78b70984410b" /><Relationship Type="http://schemas.openxmlformats.org/officeDocument/2006/relationships/chart" Target="/ppt/slides/charts/chart4.xml" Id="R1339d14aa9d94d27" /><Relationship Type="http://schemas.openxmlformats.org/officeDocument/2006/relationships/notesSlide" Target="/ppt/notesSlides/notesSlide18.xml" Id="R13b377857e7f4d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c034f52fd4048" /><Relationship Type="http://schemas.openxmlformats.org/officeDocument/2006/relationships/chart" Target="/ppt/slides/charts/chart5.xml" Id="R27ced36019a64079" /><Relationship Type="http://schemas.openxmlformats.org/officeDocument/2006/relationships/chart" Target="/ppt/slides/charts/chart6.xml" Id="R45427068a8d44865" /><Relationship Type="http://schemas.openxmlformats.org/officeDocument/2006/relationships/notesSlide" Target="/ppt/notesSlides/notesSlide19.xml" Id="R61092ac301e249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fbe669baa429a" /><Relationship Type="http://schemas.openxmlformats.org/officeDocument/2006/relationships/notesSlide" Target="/ppt/notesSlides/notesSlide20.xml" Id="Rccc8e430043e46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270a09029483b" /><Relationship Type="http://schemas.openxmlformats.org/officeDocument/2006/relationships/notesSlide" Target="/ppt/notesSlides/notesSlide21.xml" Id="Rb785f3fa30da4a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0a088b557477c" /><Relationship Type="http://schemas.openxmlformats.org/officeDocument/2006/relationships/chart" Target="/ppt/slides/charts/chart7.xml" Id="R9826edc06ce8404c" /><Relationship Type="http://schemas.openxmlformats.org/officeDocument/2006/relationships/notesSlide" Target="/ppt/notesSlides/notesSlide22.xml" Id="R5521660a659d423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6d40e0e334d61" /><Relationship Type="http://schemas.openxmlformats.org/officeDocument/2006/relationships/notesSlide" Target="/ppt/notesSlides/notesSlide23.xml" Id="R9f22344c1cad4a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15305aeb94a58" /><Relationship Type="http://schemas.openxmlformats.org/officeDocument/2006/relationships/notesSlide" Target="/ppt/notesSlides/notesSlide24.xml" Id="R46767d02373647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15f1a697a4ae4" /><Relationship Type="http://schemas.openxmlformats.org/officeDocument/2006/relationships/notesSlide" Target="/ppt/notesSlides/notesSlide25.xml" Id="R0e1549e53cc44a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d0a69ac704d45" /><Relationship Type="http://schemas.openxmlformats.org/officeDocument/2006/relationships/chart" Target="/ppt/slides/charts/chart8.xml" Id="R50fadf7d7d864870" /><Relationship Type="http://schemas.openxmlformats.org/officeDocument/2006/relationships/notesSlide" Target="/ppt/notesSlides/notesSlide26.xml" Id="R872a76c2f4e64e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a4c2ac3b54899" /><Relationship Type="http://schemas.openxmlformats.org/officeDocument/2006/relationships/notesSlide" Target="/ppt/notesSlides/notesSlide27.xml" Id="Rc3364803afbd48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ecd56cf774f99" /><Relationship Type="http://schemas.openxmlformats.org/officeDocument/2006/relationships/chart" Target="/ppt/slides/charts/chart9.xml" Id="R6becadc99ba54ae5" /><Relationship Type="http://schemas.openxmlformats.org/officeDocument/2006/relationships/chart" Target="/ppt/slides/charts/chart10.xml" Id="Rc3cec08dbfca4be4" /><Relationship Type="http://schemas.openxmlformats.org/officeDocument/2006/relationships/notesSlide" Target="/ppt/notesSlides/notesSlide28.xml" Id="R4c60653855a0401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63419cc844716" /><Relationship Type="http://schemas.openxmlformats.org/officeDocument/2006/relationships/notesSlide" Target="/ppt/notesSlides/notesSlide29.xml" Id="Rc8a804e3b5814e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6b425edc44166" /><Relationship Type="http://schemas.openxmlformats.org/officeDocument/2006/relationships/notesSlide" Target="/ppt/notesSlides/notesSlide30.xml" Id="R2594d8e7c25047b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f2a22c00646bb" /><Relationship Type="http://schemas.openxmlformats.org/officeDocument/2006/relationships/notesSlide" Target="/ppt/notesSlides/notesSlide31.xml" Id="Rab96406264ab46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e5365dcbe4c9b" /><Relationship Type="http://schemas.openxmlformats.org/officeDocument/2006/relationships/chart" Target="/ppt/slides/charts/chart11.xml" Id="Rac5357d6e3144ae9" /><Relationship Type="http://schemas.openxmlformats.org/officeDocument/2006/relationships/notesSlide" Target="/ppt/notesSlides/notesSlide32.xml" Id="Rdcf91691712f49c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23abf42004e96" /><Relationship Type="http://schemas.openxmlformats.org/officeDocument/2006/relationships/notesSlide" Target="/ppt/notesSlides/notesSlide33.xml" Id="R79a5d969b879492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aff4784e64f4e" /><Relationship Type="http://schemas.openxmlformats.org/officeDocument/2006/relationships/notesSlide" Target="/ppt/notesSlides/notesSlide34.xml" Id="R7ed222bff9144f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cba1ad61d4233" /><Relationship Type="http://schemas.openxmlformats.org/officeDocument/2006/relationships/notesSlide" Target="/ppt/notesSlides/notesSlide35.xml" Id="Rbfe91e59996444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n = 1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Data'!$A$2:$A$402</c:f>
              <c:numCache>
                <c:formatCode>General</c:formatCode>
                <c:ptCount val="401"/>
                <c:pt idx="0">
                  <c:v>0</c:v>
                </c:pt>
                <c:pt idx="1">
                  <c:v>0.04</c:v>
                </c:pt>
                <c:pt idx="2">
                  <c:v>0.08</c:v>
                </c:pt>
                <c:pt idx="3">
                  <c:v>0.12</c:v>
                </c:pt>
                <c:pt idx="4">
                  <c:v>0.16</c:v>
                </c:pt>
                <c:pt idx="5">
                  <c:v>0.2</c:v>
                </c:pt>
                <c:pt idx="6">
                  <c:v>0.24</c:v>
                </c:pt>
                <c:pt idx="7">
                  <c:v>0.28</c:v>
                </c:pt>
                <c:pt idx="8">
                  <c:v>0.32</c:v>
                </c:pt>
                <c:pt idx="9">
                  <c:v>0.36</c:v>
                </c:pt>
                <c:pt idx="10">
                  <c:v>0.4</c:v>
                </c:pt>
                <c:pt idx="11">
                  <c:v>0.44</c:v>
                </c:pt>
                <c:pt idx="12">
                  <c:v>0.48</c:v>
                </c:pt>
                <c:pt idx="13">
                  <c:v>0.52</c:v>
                </c:pt>
                <c:pt idx="14">
                  <c:v>0.56</c:v>
                </c:pt>
                <c:pt idx="15">
                  <c:v>0.6</c:v>
                </c:pt>
                <c:pt idx="16">
                  <c:v>0.64</c:v>
                </c:pt>
                <c:pt idx="17">
                  <c:v>0.68</c:v>
                </c:pt>
                <c:pt idx="18">
                  <c:v>0.72</c:v>
                </c:pt>
                <c:pt idx="19">
                  <c:v>0.76</c:v>
                </c:pt>
                <c:pt idx="20">
                  <c:v>0.8</c:v>
                </c:pt>
                <c:pt idx="21">
                  <c:v>0.84</c:v>
                </c:pt>
                <c:pt idx="22">
                  <c:v>0.88</c:v>
                </c:pt>
                <c:pt idx="23">
                  <c:v>0.92</c:v>
                </c:pt>
                <c:pt idx="24">
                  <c:v>0.96</c:v>
                </c:pt>
                <c:pt idx="25">
                  <c:v>1</c:v>
                </c:pt>
                <c:pt idx="26">
                  <c:v>1.04</c:v>
                </c:pt>
                <c:pt idx="27">
                  <c:v>1.08</c:v>
                </c:pt>
                <c:pt idx="28">
                  <c:v>1.12</c:v>
                </c:pt>
                <c:pt idx="29">
                  <c:v>1.16</c:v>
                </c:pt>
                <c:pt idx="30">
                  <c:v>1.2</c:v>
                </c:pt>
                <c:pt idx="31">
                  <c:v>1.24</c:v>
                </c:pt>
                <c:pt idx="32">
                  <c:v>1.28</c:v>
                </c:pt>
                <c:pt idx="33">
                  <c:v>1.32</c:v>
                </c:pt>
                <c:pt idx="34">
                  <c:v>1.36</c:v>
                </c:pt>
                <c:pt idx="35">
                  <c:v>1.4</c:v>
                </c:pt>
                <c:pt idx="36">
                  <c:v>1.44</c:v>
                </c:pt>
                <c:pt idx="37">
                  <c:v>1.48</c:v>
                </c:pt>
                <c:pt idx="38">
                  <c:v>1.52</c:v>
                </c:pt>
                <c:pt idx="39">
                  <c:v>1.56</c:v>
                </c:pt>
                <c:pt idx="40">
                  <c:v>1.6</c:v>
                </c:pt>
                <c:pt idx="41">
                  <c:v>1.64</c:v>
                </c:pt>
                <c:pt idx="42">
                  <c:v>1.68</c:v>
                </c:pt>
                <c:pt idx="43">
                  <c:v>1.72</c:v>
                </c:pt>
                <c:pt idx="44">
                  <c:v>1.76</c:v>
                </c:pt>
                <c:pt idx="45">
                  <c:v>1.8</c:v>
                </c:pt>
                <c:pt idx="46">
                  <c:v>1.84</c:v>
                </c:pt>
                <c:pt idx="47">
                  <c:v>1.88</c:v>
                </c:pt>
                <c:pt idx="48">
                  <c:v>1.92</c:v>
                </c:pt>
                <c:pt idx="49">
                  <c:v>1.96</c:v>
                </c:pt>
                <c:pt idx="50">
                  <c:v>2</c:v>
                </c:pt>
                <c:pt idx="51">
                  <c:v>2.04</c:v>
                </c:pt>
                <c:pt idx="52">
                  <c:v>2.08</c:v>
                </c:pt>
                <c:pt idx="53">
                  <c:v>2.12</c:v>
                </c:pt>
                <c:pt idx="54">
                  <c:v>2.16</c:v>
                </c:pt>
                <c:pt idx="55">
                  <c:v>2.2</c:v>
                </c:pt>
                <c:pt idx="56">
                  <c:v>2.24</c:v>
                </c:pt>
                <c:pt idx="57">
                  <c:v>2.28</c:v>
                </c:pt>
                <c:pt idx="58">
                  <c:v>2.32</c:v>
                </c:pt>
                <c:pt idx="59">
                  <c:v>2.36</c:v>
                </c:pt>
                <c:pt idx="60">
                  <c:v>2.4</c:v>
                </c:pt>
                <c:pt idx="61">
                  <c:v>2.44</c:v>
                </c:pt>
                <c:pt idx="62">
                  <c:v>2.48</c:v>
                </c:pt>
                <c:pt idx="63">
                  <c:v>2.52</c:v>
                </c:pt>
                <c:pt idx="64">
                  <c:v>2.56</c:v>
                </c:pt>
                <c:pt idx="65">
                  <c:v>2.6</c:v>
                </c:pt>
                <c:pt idx="66">
                  <c:v>2.64</c:v>
                </c:pt>
                <c:pt idx="67">
                  <c:v>2.68</c:v>
                </c:pt>
                <c:pt idx="68">
                  <c:v>2.72</c:v>
                </c:pt>
                <c:pt idx="69">
                  <c:v>2.76</c:v>
                </c:pt>
                <c:pt idx="70">
                  <c:v>2.8</c:v>
                </c:pt>
                <c:pt idx="71">
                  <c:v>2.84</c:v>
                </c:pt>
                <c:pt idx="72">
                  <c:v>2.88</c:v>
                </c:pt>
                <c:pt idx="73">
                  <c:v>2.92</c:v>
                </c:pt>
                <c:pt idx="74">
                  <c:v>2.96</c:v>
                </c:pt>
                <c:pt idx="75">
                  <c:v>3</c:v>
                </c:pt>
                <c:pt idx="76">
                  <c:v>3.04</c:v>
                </c:pt>
                <c:pt idx="77">
                  <c:v>3.08</c:v>
                </c:pt>
                <c:pt idx="78">
                  <c:v>3.12</c:v>
                </c:pt>
                <c:pt idx="79">
                  <c:v>3.16</c:v>
                </c:pt>
                <c:pt idx="80">
                  <c:v>3.2</c:v>
                </c:pt>
                <c:pt idx="81">
                  <c:v>3.24</c:v>
                </c:pt>
                <c:pt idx="82">
                  <c:v>3.28</c:v>
                </c:pt>
                <c:pt idx="83">
                  <c:v>3.32</c:v>
                </c:pt>
                <c:pt idx="84">
                  <c:v>3.36</c:v>
                </c:pt>
                <c:pt idx="85">
                  <c:v>3.4</c:v>
                </c:pt>
                <c:pt idx="86">
                  <c:v>3.44</c:v>
                </c:pt>
                <c:pt idx="87">
                  <c:v>3.48</c:v>
                </c:pt>
                <c:pt idx="88">
                  <c:v>3.52</c:v>
                </c:pt>
                <c:pt idx="89">
                  <c:v>3.56</c:v>
                </c:pt>
                <c:pt idx="90">
                  <c:v>3.6</c:v>
                </c:pt>
                <c:pt idx="91">
                  <c:v>3.64</c:v>
                </c:pt>
                <c:pt idx="92">
                  <c:v>3.68</c:v>
                </c:pt>
                <c:pt idx="93">
                  <c:v>3.72</c:v>
                </c:pt>
                <c:pt idx="94">
                  <c:v>3.76</c:v>
                </c:pt>
                <c:pt idx="95">
                  <c:v>3.8</c:v>
                </c:pt>
                <c:pt idx="96">
                  <c:v>3.84</c:v>
                </c:pt>
                <c:pt idx="97">
                  <c:v>3.88</c:v>
                </c:pt>
                <c:pt idx="98">
                  <c:v>3.92</c:v>
                </c:pt>
                <c:pt idx="99">
                  <c:v>3.96</c:v>
                </c:pt>
                <c:pt idx="100">
                  <c:v>4</c:v>
                </c:pt>
                <c:pt idx="101">
                  <c:v>4.04</c:v>
                </c:pt>
                <c:pt idx="102">
                  <c:v>4.08</c:v>
                </c:pt>
                <c:pt idx="103">
                  <c:v>4.12</c:v>
                </c:pt>
                <c:pt idx="104">
                  <c:v>4.16</c:v>
                </c:pt>
                <c:pt idx="105">
                  <c:v>4.2</c:v>
                </c:pt>
                <c:pt idx="106">
                  <c:v>4.24</c:v>
                </c:pt>
                <c:pt idx="107">
                  <c:v>4.28</c:v>
                </c:pt>
                <c:pt idx="108">
                  <c:v>4.32</c:v>
                </c:pt>
                <c:pt idx="109">
                  <c:v>4.36</c:v>
                </c:pt>
                <c:pt idx="110">
                  <c:v>4.4</c:v>
                </c:pt>
                <c:pt idx="111">
                  <c:v>4.44</c:v>
                </c:pt>
                <c:pt idx="112">
                  <c:v>4.48</c:v>
                </c:pt>
                <c:pt idx="113">
                  <c:v>4.52</c:v>
                </c:pt>
                <c:pt idx="114">
                  <c:v>4.56</c:v>
                </c:pt>
                <c:pt idx="115">
                  <c:v>4.6</c:v>
                </c:pt>
                <c:pt idx="116">
                  <c:v>4.64</c:v>
                </c:pt>
                <c:pt idx="117">
                  <c:v>4.68</c:v>
                </c:pt>
                <c:pt idx="118">
                  <c:v>4.72</c:v>
                </c:pt>
                <c:pt idx="119">
                  <c:v>4.76</c:v>
                </c:pt>
                <c:pt idx="120">
                  <c:v>4.8</c:v>
                </c:pt>
                <c:pt idx="121">
                  <c:v>4.84</c:v>
                </c:pt>
                <c:pt idx="122">
                  <c:v>4.88</c:v>
                </c:pt>
                <c:pt idx="123">
                  <c:v>4.92</c:v>
                </c:pt>
                <c:pt idx="124">
                  <c:v>4.96</c:v>
                </c:pt>
                <c:pt idx="125">
                  <c:v>5</c:v>
                </c:pt>
                <c:pt idx="126">
                  <c:v>5.04</c:v>
                </c:pt>
                <c:pt idx="127">
                  <c:v>5.08</c:v>
                </c:pt>
                <c:pt idx="128">
                  <c:v>5.12</c:v>
                </c:pt>
                <c:pt idx="129">
                  <c:v>5.16</c:v>
                </c:pt>
                <c:pt idx="130">
                  <c:v>5.2</c:v>
                </c:pt>
                <c:pt idx="131">
                  <c:v>5.24</c:v>
                </c:pt>
                <c:pt idx="132">
                  <c:v>5.28</c:v>
                </c:pt>
                <c:pt idx="133">
                  <c:v>5.32</c:v>
                </c:pt>
                <c:pt idx="134">
                  <c:v>5.36</c:v>
                </c:pt>
                <c:pt idx="135">
                  <c:v>5.4</c:v>
                </c:pt>
                <c:pt idx="136">
                  <c:v>5.44</c:v>
                </c:pt>
                <c:pt idx="137">
                  <c:v>5.48</c:v>
                </c:pt>
                <c:pt idx="138">
                  <c:v>5.52</c:v>
                </c:pt>
                <c:pt idx="139">
                  <c:v>5.56</c:v>
                </c:pt>
                <c:pt idx="140">
                  <c:v>5.6</c:v>
                </c:pt>
                <c:pt idx="141">
                  <c:v>5.64</c:v>
                </c:pt>
                <c:pt idx="142">
                  <c:v>5.68</c:v>
                </c:pt>
                <c:pt idx="143">
                  <c:v>5.72</c:v>
                </c:pt>
                <c:pt idx="144">
                  <c:v>5.76</c:v>
                </c:pt>
                <c:pt idx="145">
                  <c:v>5.8</c:v>
                </c:pt>
                <c:pt idx="146">
                  <c:v>5.84</c:v>
                </c:pt>
                <c:pt idx="147">
                  <c:v>5.88</c:v>
                </c:pt>
                <c:pt idx="148">
                  <c:v>5.92</c:v>
                </c:pt>
                <c:pt idx="149">
                  <c:v>5.96</c:v>
                </c:pt>
                <c:pt idx="150">
                  <c:v>6</c:v>
                </c:pt>
                <c:pt idx="151">
                  <c:v>6.04</c:v>
                </c:pt>
                <c:pt idx="152">
                  <c:v>6.08</c:v>
                </c:pt>
                <c:pt idx="153">
                  <c:v>6.12</c:v>
                </c:pt>
                <c:pt idx="154">
                  <c:v>6.16</c:v>
                </c:pt>
                <c:pt idx="155">
                  <c:v>6.2</c:v>
                </c:pt>
                <c:pt idx="156">
                  <c:v>6.24</c:v>
                </c:pt>
                <c:pt idx="157">
                  <c:v>6.28</c:v>
                </c:pt>
                <c:pt idx="158">
                  <c:v>6.32</c:v>
                </c:pt>
                <c:pt idx="159">
                  <c:v>6.36</c:v>
                </c:pt>
                <c:pt idx="160">
                  <c:v>6.4</c:v>
                </c:pt>
                <c:pt idx="161">
                  <c:v>6.44</c:v>
                </c:pt>
                <c:pt idx="162">
                  <c:v>6.48</c:v>
                </c:pt>
                <c:pt idx="163">
                  <c:v>6.52</c:v>
                </c:pt>
                <c:pt idx="164">
                  <c:v>6.56</c:v>
                </c:pt>
                <c:pt idx="165">
                  <c:v>6.6</c:v>
                </c:pt>
                <c:pt idx="166">
                  <c:v>6.64</c:v>
                </c:pt>
                <c:pt idx="167">
                  <c:v>6.68</c:v>
                </c:pt>
                <c:pt idx="168">
                  <c:v>6.72</c:v>
                </c:pt>
                <c:pt idx="169">
                  <c:v>6.76</c:v>
                </c:pt>
                <c:pt idx="170">
                  <c:v>6.8</c:v>
                </c:pt>
                <c:pt idx="171">
                  <c:v>6.84</c:v>
                </c:pt>
                <c:pt idx="172">
                  <c:v>6.88</c:v>
                </c:pt>
                <c:pt idx="173">
                  <c:v>6.92</c:v>
                </c:pt>
                <c:pt idx="174">
                  <c:v>6.96</c:v>
                </c:pt>
                <c:pt idx="175">
                  <c:v>7</c:v>
                </c:pt>
                <c:pt idx="176">
                  <c:v>7.04</c:v>
                </c:pt>
                <c:pt idx="177">
                  <c:v>7.08</c:v>
                </c:pt>
                <c:pt idx="178">
                  <c:v>7.12</c:v>
                </c:pt>
                <c:pt idx="179">
                  <c:v>7.16</c:v>
                </c:pt>
                <c:pt idx="180">
                  <c:v>7.2</c:v>
                </c:pt>
                <c:pt idx="181">
                  <c:v>7.24</c:v>
                </c:pt>
                <c:pt idx="182">
                  <c:v>7.28</c:v>
                </c:pt>
                <c:pt idx="183">
                  <c:v>7.32</c:v>
                </c:pt>
                <c:pt idx="184">
                  <c:v>7.36</c:v>
                </c:pt>
                <c:pt idx="185">
                  <c:v>7.4</c:v>
                </c:pt>
                <c:pt idx="186">
                  <c:v>7.44</c:v>
                </c:pt>
                <c:pt idx="187">
                  <c:v>7.48</c:v>
                </c:pt>
                <c:pt idx="188">
                  <c:v>7.52</c:v>
                </c:pt>
                <c:pt idx="189">
                  <c:v>7.56</c:v>
                </c:pt>
                <c:pt idx="190">
                  <c:v>7.6</c:v>
                </c:pt>
                <c:pt idx="191">
                  <c:v>7.64</c:v>
                </c:pt>
                <c:pt idx="192">
                  <c:v>7.68</c:v>
                </c:pt>
                <c:pt idx="193">
                  <c:v>7.72</c:v>
                </c:pt>
                <c:pt idx="194">
                  <c:v>7.76</c:v>
                </c:pt>
                <c:pt idx="195">
                  <c:v>7.8</c:v>
                </c:pt>
                <c:pt idx="196">
                  <c:v>7.84</c:v>
                </c:pt>
                <c:pt idx="197">
                  <c:v>7.88</c:v>
                </c:pt>
                <c:pt idx="198">
                  <c:v>7.92</c:v>
                </c:pt>
                <c:pt idx="199">
                  <c:v>7.96</c:v>
                </c:pt>
                <c:pt idx="200">
                  <c:v>8</c:v>
                </c:pt>
                <c:pt idx="201">
                  <c:v>8.04</c:v>
                </c:pt>
                <c:pt idx="202">
                  <c:v>8.08</c:v>
                </c:pt>
                <c:pt idx="203">
                  <c:v>8.12</c:v>
                </c:pt>
                <c:pt idx="204">
                  <c:v>8.16</c:v>
                </c:pt>
                <c:pt idx="205">
                  <c:v>8.2</c:v>
                </c:pt>
                <c:pt idx="206">
                  <c:v>8.24</c:v>
                </c:pt>
                <c:pt idx="207">
                  <c:v>8.28</c:v>
                </c:pt>
                <c:pt idx="208">
                  <c:v>8.32</c:v>
                </c:pt>
                <c:pt idx="209">
                  <c:v>8.36</c:v>
                </c:pt>
                <c:pt idx="210">
                  <c:v>8.4</c:v>
                </c:pt>
                <c:pt idx="211">
                  <c:v>8.44</c:v>
                </c:pt>
                <c:pt idx="212">
                  <c:v>8.48</c:v>
                </c:pt>
                <c:pt idx="213">
                  <c:v>8.52</c:v>
                </c:pt>
                <c:pt idx="214">
                  <c:v>8.56</c:v>
                </c:pt>
                <c:pt idx="215">
                  <c:v>8.6</c:v>
                </c:pt>
                <c:pt idx="216">
                  <c:v>8.64</c:v>
                </c:pt>
                <c:pt idx="217">
                  <c:v>8.68</c:v>
                </c:pt>
                <c:pt idx="218">
                  <c:v>8.72</c:v>
                </c:pt>
                <c:pt idx="219">
                  <c:v>8.76</c:v>
                </c:pt>
                <c:pt idx="220">
                  <c:v>8.8</c:v>
                </c:pt>
                <c:pt idx="221">
                  <c:v>8.84</c:v>
                </c:pt>
                <c:pt idx="222">
                  <c:v>8.88</c:v>
                </c:pt>
                <c:pt idx="223">
                  <c:v>8.92</c:v>
                </c:pt>
                <c:pt idx="224">
                  <c:v>8.96</c:v>
                </c:pt>
                <c:pt idx="225">
                  <c:v>9</c:v>
                </c:pt>
                <c:pt idx="226">
                  <c:v>9.04</c:v>
                </c:pt>
                <c:pt idx="227">
                  <c:v>9.08</c:v>
                </c:pt>
                <c:pt idx="228">
                  <c:v>9.12</c:v>
                </c:pt>
                <c:pt idx="229">
                  <c:v>9.16</c:v>
                </c:pt>
                <c:pt idx="230">
                  <c:v>9.2</c:v>
                </c:pt>
                <c:pt idx="231">
                  <c:v>9.24</c:v>
                </c:pt>
                <c:pt idx="232">
                  <c:v>9.28</c:v>
                </c:pt>
                <c:pt idx="233">
                  <c:v>9.32</c:v>
                </c:pt>
                <c:pt idx="234">
                  <c:v>9.36</c:v>
                </c:pt>
                <c:pt idx="235">
                  <c:v>9.4</c:v>
                </c:pt>
                <c:pt idx="236">
                  <c:v>9.44</c:v>
                </c:pt>
                <c:pt idx="237">
                  <c:v>9.48</c:v>
                </c:pt>
                <c:pt idx="238">
                  <c:v>9.52</c:v>
                </c:pt>
                <c:pt idx="239">
                  <c:v>9.56</c:v>
                </c:pt>
                <c:pt idx="240">
                  <c:v>9.6</c:v>
                </c:pt>
                <c:pt idx="241">
                  <c:v>9.64</c:v>
                </c:pt>
                <c:pt idx="242">
                  <c:v>9.68</c:v>
                </c:pt>
                <c:pt idx="243">
                  <c:v>9.72</c:v>
                </c:pt>
                <c:pt idx="244">
                  <c:v>9.76</c:v>
                </c:pt>
                <c:pt idx="245">
                  <c:v>9.8</c:v>
                </c:pt>
                <c:pt idx="246">
                  <c:v>9.84</c:v>
                </c:pt>
                <c:pt idx="247">
                  <c:v>9.88</c:v>
                </c:pt>
                <c:pt idx="248">
                  <c:v>9.92</c:v>
                </c:pt>
                <c:pt idx="249">
                  <c:v>9.96</c:v>
                </c:pt>
                <c:pt idx="250">
                  <c:v>10</c:v>
                </c:pt>
                <c:pt idx="251">
                  <c:v>10.04</c:v>
                </c:pt>
                <c:pt idx="252">
                  <c:v>10.08</c:v>
                </c:pt>
                <c:pt idx="253">
                  <c:v>10.12</c:v>
                </c:pt>
                <c:pt idx="254">
                  <c:v>10.16</c:v>
                </c:pt>
                <c:pt idx="255">
                  <c:v>10.2</c:v>
                </c:pt>
                <c:pt idx="256">
                  <c:v>10.24</c:v>
                </c:pt>
                <c:pt idx="257">
                  <c:v>10.28</c:v>
                </c:pt>
                <c:pt idx="258">
                  <c:v>10.32</c:v>
                </c:pt>
                <c:pt idx="259">
                  <c:v>10.36</c:v>
                </c:pt>
                <c:pt idx="260">
                  <c:v>10.4</c:v>
                </c:pt>
                <c:pt idx="261">
                  <c:v>10.44</c:v>
                </c:pt>
                <c:pt idx="262">
                  <c:v>10.48</c:v>
                </c:pt>
                <c:pt idx="263">
                  <c:v>10.52</c:v>
                </c:pt>
                <c:pt idx="264">
                  <c:v>10.56</c:v>
                </c:pt>
                <c:pt idx="265">
                  <c:v>10.6</c:v>
                </c:pt>
                <c:pt idx="266">
                  <c:v>10.64</c:v>
                </c:pt>
                <c:pt idx="267">
                  <c:v>10.68</c:v>
                </c:pt>
                <c:pt idx="268">
                  <c:v>10.72</c:v>
                </c:pt>
                <c:pt idx="269">
                  <c:v>10.76</c:v>
                </c:pt>
                <c:pt idx="270">
                  <c:v>10.8</c:v>
                </c:pt>
                <c:pt idx="271">
                  <c:v>10.84</c:v>
                </c:pt>
                <c:pt idx="272">
                  <c:v>10.88</c:v>
                </c:pt>
                <c:pt idx="273">
                  <c:v>10.92</c:v>
                </c:pt>
                <c:pt idx="274">
                  <c:v>10.96</c:v>
                </c:pt>
                <c:pt idx="275">
                  <c:v>11</c:v>
                </c:pt>
                <c:pt idx="276">
                  <c:v>11.04</c:v>
                </c:pt>
                <c:pt idx="277">
                  <c:v>11.08</c:v>
                </c:pt>
                <c:pt idx="278">
                  <c:v>11.12</c:v>
                </c:pt>
                <c:pt idx="279">
                  <c:v>11.16</c:v>
                </c:pt>
                <c:pt idx="280">
                  <c:v>11.2</c:v>
                </c:pt>
                <c:pt idx="281">
                  <c:v>11.24</c:v>
                </c:pt>
                <c:pt idx="282">
                  <c:v>11.28</c:v>
                </c:pt>
                <c:pt idx="283">
                  <c:v>11.32</c:v>
                </c:pt>
                <c:pt idx="284">
                  <c:v>11.36</c:v>
                </c:pt>
                <c:pt idx="285">
                  <c:v>11.4</c:v>
                </c:pt>
                <c:pt idx="286">
                  <c:v>11.44</c:v>
                </c:pt>
                <c:pt idx="287">
                  <c:v>11.48</c:v>
                </c:pt>
                <c:pt idx="288">
                  <c:v>11.52</c:v>
                </c:pt>
                <c:pt idx="289">
                  <c:v>11.56</c:v>
                </c:pt>
                <c:pt idx="290">
                  <c:v>11.6</c:v>
                </c:pt>
                <c:pt idx="291">
                  <c:v>11.64</c:v>
                </c:pt>
                <c:pt idx="292">
                  <c:v>11.68</c:v>
                </c:pt>
                <c:pt idx="293">
                  <c:v>11.72</c:v>
                </c:pt>
                <c:pt idx="294">
                  <c:v>11.76</c:v>
                </c:pt>
                <c:pt idx="295">
                  <c:v>11.8</c:v>
                </c:pt>
                <c:pt idx="296">
                  <c:v>11.84</c:v>
                </c:pt>
                <c:pt idx="297">
                  <c:v>11.88</c:v>
                </c:pt>
                <c:pt idx="298">
                  <c:v>11.92</c:v>
                </c:pt>
                <c:pt idx="299">
                  <c:v>11.96</c:v>
                </c:pt>
                <c:pt idx="300">
                  <c:v>12</c:v>
                </c:pt>
                <c:pt idx="301">
                  <c:v>12.04</c:v>
                </c:pt>
                <c:pt idx="302">
                  <c:v>12.08</c:v>
                </c:pt>
                <c:pt idx="303">
                  <c:v>12.12</c:v>
                </c:pt>
                <c:pt idx="304">
                  <c:v>12.16</c:v>
                </c:pt>
                <c:pt idx="305">
                  <c:v>12.2</c:v>
                </c:pt>
                <c:pt idx="306">
                  <c:v>12.24</c:v>
                </c:pt>
                <c:pt idx="307">
                  <c:v>12.28</c:v>
                </c:pt>
                <c:pt idx="308">
                  <c:v>12.32</c:v>
                </c:pt>
                <c:pt idx="309">
                  <c:v>12.36</c:v>
                </c:pt>
                <c:pt idx="310">
                  <c:v>12.4</c:v>
                </c:pt>
                <c:pt idx="311">
                  <c:v>12.44</c:v>
                </c:pt>
                <c:pt idx="312">
                  <c:v>12.48</c:v>
                </c:pt>
                <c:pt idx="313">
                  <c:v>12.52</c:v>
                </c:pt>
                <c:pt idx="314">
                  <c:v>12.56</c:v>
                </c:pt>
                <c:pt idx="315">
                  <c:v>12.6</c:v>
                </c:pt>
                <c:pt idx="316">
                  <c:v>12.64</c:v>
                </c:pt>
                <c:pt idx="317">
                  <c:v>12.68</c:v>
                </c:pt>
                <c:pt idx="318">
                  <c:v>12.72</c:v>
                </c:pt>
                <c:pt idx="319">
                  <c:v>12.76</c:v>
                </c:pt>
                <c:pt idx="320">
                  <c:v>12.8</c:v>
                </c:pt>
                <c:pt idx="321">
                  <c:v>12.84</c:v>
                </c:pt>
                <c:pt idx="322">
                  <c:v>12.88</c:v>
                </c:pt>
                <c:pt idx="323">
                  <c:v>12.92</c:v>
                </c:pt>
                <c:pt idx="324">
                  <c:v>12.96</c:v>
                </c:pt>
                <c:pt idx="325">
                  <c:v>13</c:v>
                </c:pt>
                <c:pt idx="326">
                  <c:v>13.04</c:v>
                </c:pt>
                <c:pt idx="327">
                  <c:v>13.08</c:v>
                </c:pt>
                <c:pt idx="328">
                  <c:v>13.12</c:v>
                </c:pt>
                <c:pt idx="329">
                  <c:v>13.16</c:v>
                </c:pt>
                <c:pt idx="330">
                  <c:v>13.2</c:v>
                </c:pt>
                <c:pt idx="331">
                  <c:v>13.24</c:v>
                </c:pt>
                <c:pt idx="332">
                  <c:v>13.28</c:v>
                </c:pt>
                <c:pt idx="333">
                  <c:v>13.32</c:v>
                </c:pt>
                <c:pt idx="334">
                  <c:v>13.36</c:v>
                </c:pt>
                <c:pt idx="335">
                  <c:v>13.4</c:v>
                </c:pt>
                <c:pt idx="336">
                  <c:v>13.44</c:v>
                </c:pt>
                <c:pt idx="337">
                  <c:v>13.48</c:v>
                </c:pt>
                <c:pt idx="338">
                  <c:v>13.52</c:v>
                </c:pt>
                <c:pt idx="339">
                  <c:v>13.56</c:v>
                </c:pt>
                <c:pt idx="340">
                  <c:v>13.6</c:v>
                </c:pt>
                <c:pt idx="341">
                  <c:v>13.64</c:v>
                </c:pt>
                <c:pt idx="342">
                  <c:v>13.68</c:v>
                </c:pt>
                <c:pt idx="343">
                  <c:v>13.72</c:v>
                </c:pt>
                <c:pt idx="344">
                  <c:v>13.76</c:v>
                </c:pt>
                <c:pt idx="345">
                  <c:v>13.8</c:v>
                </c:pt>
                <c:pt idx="346">
                  <c:v>13.84</c:v>
                </c:pt>
                <c:pt idx="347">
                  <c:v>13.88</c:v>
                </c:pt>
                <c:pt idx="348">
                  <c:v>13.92</c:v>
                </c:pt>
                <c:pt idx="349">
                  <c:v>13.96</c:v>
                </c:pt>
                <c:pt idx="350">
                  <c:v>14</c:v>
                </c:pt>
                <c:pt idx="351">
                  <c:v>14.04</c:v>
                </c:pt>
                <c:pt idx="352">
                  <c:v>14.08</c:v>
                </c:pt>
                <c:pt idx="353">
                  <c:v>14.12</c:v>
                </c:pt>
                <c:pt idx="354">
                  <c:v>14.16</c:v>
                </c:pt>
                <c:pt idx="355">
                  <c:v>14.2</c:v>
                </c:pt>
                <c:pt idx="356">
                  <c:v>14.24</c:v>
                </c:pt>
                <c:pt idx="357">
                  <c:v>14.28</c:v>
                </c:pt>
                <c:pt idx="358">
                  <c:v>14.32</c:v>
                </c:pt>
                <c:pt idx="359">
                  <c:v>14.36</c:v>
                </c:pt>
                <c:pt idx="360">
                  <c:v>14.4</c:v>
                </c:pt>
                <c:pt idx="361">
                  <c:v>14.44</c:v>
                </c:pt>
                <c:pt idx="362">
                  <c:v>14.48</c:v>
                </c:pt>
                <c:pt idx="363">
                  <c:v>14.52</c:v>
                </c:pt>
                <c:pt idx="364">
                  <c:v>14.56</c:v>
                </c:pt>
                <c:pt idx="365">
                  <c:v>14.6</c:v>
                </c:pt>
                <c:pt idx="366">
                  <c:v>14.64</c:v>
                </c:pt>
                <c:pt idx="367">
                  <c:v>14.68</c:v>
                </c:pt>
                <c:pt idx="368">
                  <c:v>14.72</c:v>
                </c:pt>
                <c:pt idx="369">
                  <c:v>14.76</c:v>
                </c:pt>
                <c:pt idx="370">
                  <c:v>14.8</c:v>
                </c:pt>
                <c:pt idx="371">
                  <c:v>14.84</c:v>
                </c:pt>
                <c:pt idx="372">
                  <c:v>14.88</c:v>
                </c:pt>
                <c:pt idx="373">
                  <c:v>14.92</c:v>
                </c:pt>
                <c:pt idx="374">
                  <c:v>14.96</c:v>
                </c:pt>
                <c:pt idx="375">
                  <c:v>15</c:v>
                </c:pt>
                <c:pt idx="376">
                  <c:v>15.04</c:v>
                </c:pt>
                <c:pt idx="377">
                  <c:v>15.08</c:v>
                </c:pt>
                <c:pt idx="378">
                  <c:v>15.12</c:v>
                </c:pt>
                <c:pt idx="379">
                  <c:v>15.16</c:v>
                </c:pt>
                <c:pt idx="380">
                  <c:v>15.2</c:v>
                </c:pt>
                <c:pt idx="381">
                  <c:v>15.24</c:v>
                </c:pt>
                <c:pt idx="382">
                  <c:v>15.28</c:v>
                </c:pt>
                <c:pt idx="383">
                  <c:v>15.32</c:v>
                </c:pt>
                <c:pt idx="384">
                  <c:v>15.36</c:v>
                </c:pt>
                <c:pt idx="385">
                  <c:v>15.4</c:v>
                </c:pt>
                <c:pt idx="386">
                  <c:v>15.44</c:v>
                </c:pt>
                <c:pt idx="387">
                  <c:v>15.48</c:v>
                </c:pt>
                <c:pt idx="388">
                  <c:v>15.52</c:v>
                </c:pt>
                <c:pt idx="389">
                  <c:v>15.56</c:v>
                </c:pt>
                <c:pt idx="390">
                  <c:v>15.6</c:v>
                </c:pt>
                <c:pt idx="391">
                  <c:v>15.64</c:v>
                </c:pt>
                <c:pt idx="392">
                  <c:v>15.68</c:v>
                </c:pt>
                <c:pt idx="393">
                  <c:v>15.72</c:v>
                </c:pt>
                <c:pt idx="394">
                  <c:v>15.76</c:v>
                </c:pt>
                <c:pt idx="395">
                  <c:v>15.8</c:v>
                </c:pt>
                <c:pt idx="396">
                  <c:v>15.84</c:v>
                </c:pt>
                <c:pt idx="397">
                  <c:v>15.88</c:v>
                </c:pt>
                <c:pt idx="398">
                  <c:v>15.92</c:v>
                </c:pt>
                <c:pt idx="399">
                  <c:v>15.96</c:v>
                </c:pt>
                <c:pt idx="400">
                  <c:v>16</c:v>
                </c:pt>
              </c:numCache>
            </c:numRef>
          </c:xVal>
          <c:yVal>
            <c:numRef>
              <c:f>'Chart Data'!$B$2:$B$402</c:f>
              <c:numCache>
                <c:formatCode>0.0</c:formatCode>
                <c:ptCount val="401"/>
                <c:pt idx="0">
                  <c:v>0.2</c:v>
                </c:pt>
                <c:pt idx="1">
                  <c:v>0.198406382967</c:v>
                </c:pt>
                <c:pt idx="2">
                  <c:v>0.196825464011</c:v>
                </c:pt>
                <c:pt idx="3">
                  <c:v>0.195257141952</c:v>
                </c:pt>
                <c:pt idx="4">
                  <c:v>0.193701316416</c:v>
                </c:pt>
                <c:pt idx="5">
                  <c:v>0.19215788783</c:v>
                </c:pt>
                <c:pt idx="6">
                  <c:v>0.190626757416</c:v>
                </c:pt>
                <c:pt idx="7">
                  <c:v>0.189107827178</c:v>
                </c:pt>
                <c:pt idx="8">
                  <c:v>0.187600999906</c:v>
                </c:pt>
                <c:pt idx="9">
                  <c:v>0.186106179162</c:v>
                </c:pt>
                <c:pt idx="10">
                  <c:v>0.184623269277</c:v>
                </c:pt>
                <c:pt idx="11">
                  <c:v>0.183152175345</c:v>
                </c:pt>
                <c:pt idx="12">
                  <c:v>0.181692803214</c:v>
                </c:pt>
                <c:pt idx="13">
                  <c:v>0.180245059484</c:v>
                </c:pt>
                <c:pt idx="14">
                  <c:v>0.1788088515</c:v>
                </c:pt>
                <c:pt idx="15">
                  <c:v>0.177384087343</c:v>
                </c:pt>
                <c:pt idx="16">
                  <c:v>0.175970675829</c:v>
                </c:pt>
                <c:pt idx="17">
                  <c:v>0.174568526498</c:v>
                </c:pt>
                <c:pt idx="18">
                  <c:v>0.173177549612</c:v>
                </c:pt>
                <c:pt idx="19">
                  <c:v>0.171797656148</c:v>
                </c:pt>
                <c:pt idx="20">
                  <c:v>0.170428757793</c:v>
                </c:pt>
                <c:pt idx="21">
                  <c:v>0.169070766937</c:v>
                </c:pt>
                <c:pt idx="22">
                  <c:v>0.167723596667</c:v>
                </c:pt>
                <c:pt idx="23">
                  <c:v>0.166387160765</c:v>
                </c:pt>
                <c:pt idx="24">
                  <c:v>0.165061373698</c:v>
                </c:pt>
                <c:pt idx="25">
                  <c:v>0.163746150616</c:v>
                </c:pt>
                <c:pt idx="26">
                  <c:v>0.162441407342</c:v>
                </c:pt>
                <c:pt idx="27">
                  <c:v>0.161147060375</c:v>
                </c:pt>
                <c:pt idx="28">
                  <c:v>0.159863026874</c:v>
                </c:pt>
                <c:pt idx="29">
                  <c:v>0.158589224661</c:v>
                </c:pt>
                <c:pt idx="30">
                  <c:v>0.157325572213</c:v>
                </c:pt>
                <c:pt idx="31">
                  <c:v>0.156071988656</c:v>
                </c:pt>
                <c:pt idx="32">
                  <c:v>0.154828393758</c:v>
                </c:pt>
                <c:pt idx="33">
                  <c:v>0.153594707931</c:v>
                </c:pt>
                <c:pt idx="34">
                  <c:v>0.152370852218</c:v>
                </c:pt>
                <c:pt idx="35">
                  <c:v>0.151156748291</c:v>
                </c:pt>
                <c:pt idx="36">
                  <c:v>0.149952318448</c:v>
                </c:pt>
                <c:pt idx="37">
                  <c:v>0.148757485604</c:v>
                </c:pt>
                <c:pt idx="38">
                  <c:v>0.14757217329</c:v>
                </c:pt>
                <c:pt idx="39">
                  <c:v>0.146396305646</c:v>
                </c:pt>
                <c:pt idx="40">
                  <c:v>0.145229807415</c:v>
                </c:pt>
                <c:pt idx="41">
                  <c:v>0.144072603941</c:v>
                </c:pt>
                <c:pt idx="42">
                  <c:v>0.142924621163</c:v>
                </c:pt>
                <c:pt idx="43">
                  <c:v>0.14178578561</c:v>
                </c:pt>
                <c:pt idx="44">
                  <c:v>0.140656024395</c:v>
                </c:pt>
                <c:pt idx="45">
                  <c:v>0.139535265214</c:v>
                </c:pt>
                <c:pt idx="46">
                  <c:v>0.138423436338</c:v>
                </c:pt>
                <c:pt idx="47">
                  <c:v>0.137320466608</c:v>
                </c:pt>
                <c:pt idx="48">
                  <c:v>0.136226285436</c:v>
                </c:pt>
                <c:pt idx="49">
                  <c:v>0.135140822792</c:v>
                </c:pt>
                <c:pt idx="50">
                  <c:v>0.134064009207</c:v>
                </c:pt>
                <c:pt idx="51">
                  <c:v>0.132995775764</c:v>
                </c:pt>
                <c:pt idx="52">
                  <c:v>0.131936054097</c:v>
                </c:pt>
                <c:pt idx="53">
                  <c:v>0.130884776382</c:v>
                </c:pt>
                <c:pt idx="54">
                  <c:v>0.129841875337</c:v>
                </c:pt>
                <c:pt idx="55">
                  <c:v>0.128807284217</c:v>
                </c:pt>
                <c:pt idx="56">
                  <c:v>0.127780936806</c:v>
                </c:pt>
                <c:pt idx="57">
                  <c:v>0.12676276742</c:v>
                </c:pt>
                <c:pt idx="58">
                  <c:v>0.125752710893</c:v>
                </c:pt>
                <c:pt idx="59">
                  <c:v>0.124750702584</c:v>
                </c:pt>
                <c:pt idx="60">
                  <c:v>0.123756678361</c:v>
                </c:pt>
                <c:pt idx="61">
                  <c:v>0.122770574609</c:v>
                </c:pt>
                <c:pt idx="62">
                  <c:v>0.121792328215</c:v>
                </c:pt>
                <c:pt idx="63">
                  <c:v>0.120821876571</c:v>
                </c:pt>
                <c:pt idx="64">
                  <c:v>0.119859157569</c:v>
                </c:pt>
                <c:pt idx="65">
                  <c:v>0.118904109594</c:v>
                </c:pt>
                <c:pt idx="66">
                  <c:v>0.117956671523</c:v>
                </c:pt>
                <c:pt idx="67">
                  <c:v>0.117016782718</c:v>
                </c:pt>
                <c:pt idx="68">
                  <c:v>0.116084383028</c:v>
                </c:pt>
                <c:pt idx="69">
                  <c:v>0.115159412778</c:v>
                </c:pt>
                <c:pt idx="70">
                  <c:v>0.11424181277</c:v>
                </c:pt>
                <c:pt idx="71">
                  <c:v>0.113331524276</c:v>
                </c:pt>
                <c:pt idx="72">
                  <c:v>0.112428489039</c:v>
                </c:pt>
                <c:pt idx="73">
                  <c:v>0.111532649264</c:v>
                </c:pt>
                <c:pt idx="74">
                  <c:v>0.110643947616</c:v>
                </c:pt>
                <c:pt idx="75">
                  <c:v>0.109762327219</c:v>
                </c:pt>
                <c:pt idx="76">
                  <c:v>0.108887731648</c:v>
                </c:pt>
                <c:pt idx="77">
                  <c:v>0.108020104929</c:v>
                </c:pt>
                <c:pt idx="78">
                  <c:v>0.107159391533</c:v>
                </c:pt>
                <c:pt idx="79">
                  <c:v>0.106305536376</c:v>
                </c:pt>
                <c:pt idx="80">
                  <c:v>0.105458484809</c:v>
                </c:pt>
                <c:pt idx="81">
                  <c:v>0.104618182621</c:v>
                </c:pt>
                <c:pt idx="82">
                  <c:v>0.103784576032</c:v>
                </c:pt>
                <c:pt idx="83">
                  <c:v>0.102957611691</c:v>
                </c:pt>
                <c:pt idx="84">
                  <c:v>0.102137236673</c:v>
                </c:pt>
                <c:pt idx="85">
                  <c:v>0.101323398473</c:v>
                </c:pt>
                <c:pt idx="86">
                  <c:v>0.100516045005</c:v>
                </c:pt>
                <c:pt idx="87">
                  <c:v>0.0997151245982</c:v>
                </c:pt>
                <c:pt idx="88">
                  <c:v>0.0989205859934</c:v>
                </c:pt>
                <c:pt idx="89">
                  <c:v>0.0981323783398</c:v>
                </c:pt>
                <c:pt idx="90">
                  <c:v>0.097350451192</c:v>
                </c:pt>
                <c:pt idx="91">
                  <c:v>0.0965747545062</c:v>
                </c:pt>
                <c:pt idx="92">
                  <c:v>0.0958052386378</c:v>
                </c:pt>
                <c:pt idx="93">
                  <c:v>0.0950418543372</c:v>
                </c:pt>
                <c:pt idx="94">
                  <c:v>0.0942845527478</c:v>
                </c:pt>
                <c:pt idx="95">
                  <c:v>0.093533285402</c:v>
                </c:pt>
                <c:pt idx="96">
                  <c:v>0.0927880042183</c:v>
                </c:pt>
                <c:pt idx="97">
                  <c:v>0.0920486614986</c:v>
                </c:pt>
                <c:pt idx="98">
                  <c:v>0.0913152099247</c:v>
                </c:pt>
                <c:pt idx="99">
                  <c:v>0.0905876025553</c:v>
                </c:pt>
                <c:pt idx="100">
                  <c:v>0.0898657928234</c:v>
                </c:pt>
                <c:pt idx="101">
                  <c:v>0.089149734533</c:v>
                </c:pt>
                <c:pt idx="102">
                  <c:v>0.088439381856</c:v>
                </c:pt>
                <c:pt idx="103">
                  <c:v>0.0877346893296</c:v>
                </c:pt>
                <c:pt idx="104">
                  <c:v>0.0870356118533</c:v>
                </c:pt>
                <c:pt idx="105">
                  <c:v>0.0863421046858</c:v>
                </c:pt>
                <c:pt idx="106">
                  <c:v>0.0856541234425</c:v>
                </c:pt>
                <c:pt idx="107">
                  <c:v>0.0849716240924</c:v>
                </c:pt>
                <c:pt idx="108">
                  <c:v>0.0842945629552</c:v>
                </c:pt>
                <c:pt idx="109">
                  <c:v>0.0836228966988</c:v>
                </c:pt>
                <c:pt idx="110">
                  <c:v>0.0829565823363</c:v>
                </c:pt>
                <c:pt idx="111">
                  <c:v>0.0822955772234</c:v>
                </c:pt>
                <c:pt idx="112">
                  <c:v>0.0816398390556</c:v>
                </c:pt>
                <c:pt idx="113">
                  <c:v>0.0809893258653</c:v>
                </c:pt>
                <c:pt idx="114">
                  <c:v>0.0803439960195</c:v>
                </c:pt>
                <c:pt idx="115">
                  <c:v>0.0797038082169</c:v>
                </c:pt>
                <c:pt idx="116">
                  <c:v>0.0790687214852</c:v>
                </c:pt>
                <c:pt idx="117">
                  <c:v>0.0784386951787</c:v>
                </c:pt>
                <c:pt idx="118">
                  <c:v>0.0778136889754</c:v>
                </c:pt>
                <c:pt idx="119">
                  <c:v>0.0771936628748</c:v>
                </c:pt>
                <c:pt idx="120">
                  <c:v>0.076578577195</c:v>
                </c:pt>
                <c:pt idx="121">
                  <c:v>0.0759683925703</c:v>
                </c:pt>
                <c:pt idx="122">
                  <c:v>0.0753630699486</c:v>
                </c:pt>
                <c:pt idx="123">
                  <c:v>0.0747625705891</c:v>
                </c:pt>
                <c:pt idx="124">
                  <c:v>0.0741668560596</c:v>
                </c:pt>
                <c:pt idx="125">
                  <c:v>0.0735758882343</c:v>
                </c:pt>
                <c:pt idx="126">
                  <c:v>0.0729896292909</c:v>
                </c:pt>
                <c:pt idx="127">
                  <c:v>0.0724080417087</c:v>
                </c:pt>
                <c:pt idx="128">
                  <c:v>0.0718310882659</c:v>
                </c:pt>
                <c:pt idx="129">
                  <c:v>0.0712587320372</c:v>
                </c:pt>
                <c:pt idx="130">
                  <c:v>0.0706909363918</c:v>
                </c:pt>
                <c:pt idx="131">
                  <c:v>0.0701276649903</c:v>
                </c:pt>
                <c:pt idx="132">
                  <c:v>0.0695688817834</c:v>
                </c:pt>
                <c:pt idx="133">
                  <c:v>0.0690145510087</c:v>
                </c:pt>
                <c:pt idx="134">
                  <c:v>0.0684646371888</c:v>
                </c:pt>
                <c:pt idx="135">
                  <c:v>0.067919105129</c:v>
                </c:pt>
                <c:pt idx="136">
                  <c:v>0.0673779199151</c:v>
                </c:pt>
                <c:pt idx="137">
                  <c:v>0.0668410469111</c:v>
                </c:pt>
                <c:pt idx="138">
                  <c:v>0.066308451757</c:v>
                </c:pt>
                <c:pt idx="139">
                  <c:v>0.0657801003664</c:v>
                </c:pt>
                <c:pt idx="140">
                  <c:v>0.0652559589246</c:v>
                </c:pt>
                <c:pt idx="141">
                  <c:v>0.0647359938865</c:v>
                </c:pt>
                <c:pt idx="142">
                  <c:v>0.0642201719741</c:v>
                </c:pt>
                <c:pt idx="143">
                  <c:v>0.0637084601746</c:v>
                </c:pt>
                <c:pt idx="144">
                  <c:v>0.0632008257384</c:v>
                </c:pt>
                <c:pt idx="145">
                  <c:v>0.0626972361765</c:v>
                </c:pt>
                <c:pt idx="146">
                  <c:v>0.0621976592592</c:v>
                </c:pt>
                <c:pt idx="147">
                  <c:v>0.0617020630133</c:v>
                </c:pt>
                <c:pt idx="148">
                  <c:v>0.0612104157205</c:v>
                </c:pt>
                <c:pt idx="149">
                  <c:v>0.0607226859151</c:v>
                </c:pt>
                <c:pt idx="150">
                  <c:v>0.0602388423824</c:v>
                </c:pt>
                <c:pt idx="151">
                  <c:v>0.0597588541562</c:v>
                </c:pt>
                <c:pt idx="152">
                  <c:v>0.0592826905171</c:v>
                </c:pt>
                <c:pt idx="153">
                  <c:v>0.0588103209903</c:v>
                </c:pt>
                <c:pt idx="154">
                  <c:v>0.0583417153442</c:v>
                </c:pt>
                <c:pt idx="155">
                  <c:v>0.0578768435878</c:v>
                </c:pt>
                <c:pt idx="156">
                  <c:v>0.0574156759691</c:v>
                </c:pt>
                <c:pt idx="157">
                  <c:v>0.0569581829733</c:v>
                </c:pt>
                <c:pt idx="158">
                  <c:v>0.0565043353207</c:v>
                </c:pt>
                <c:pt idx="159">
                  <c:v>0.0560541039648</c:v>
                </c:pt>
                <c:pt idx="160">
                  <c:v>0.0556074600906</c:v>
                </c:pt>
                <c:pt idx="161">
                  <c:v>0.0551643751129</c:v>
                </c:pt>
                <c:pt idx="162">
                  <c:v>0.0547248206741</c:v>
                </c:pt>
                <c:pt idx="163">
                  <c:v>0.0542887686424</c:v>
                </c:pt>
                <c:pt idx="164">
                  <c:v>0.0538561911105</c:v>
                </c:pt>
                <c:pt idx="165">
                  <c:v>0.0534270603932</c:v>
                </c:pt>
                <c:pt idx="166">
                  <c:v>0.053001349026</c:v>
                </c:pt>
                <c:pt idx="167">
                  <c:v>0.0525790297632</c:v>
                </c:pt>
                <c:pt idx="168">
                  <c:v>0.0521600755762</c:v>
                </c:pt>
                <c:pt idx="169">
                  <c:v>0.0517444596519</c:v>
                </c:pt>
                <c:pt idx="170">
                  <c:v>0.0513321553907</c:v>
                </c:pt>
                <c:pt idx="171">
                  <c:v>0.050923136405</c:v>
                </c:pt>
                <c:pt idx="172">
                  <c:v>0.0505173765173</c:v>
                </c:pt>
                <c:pt idx="173">
                  <c:v>0.050114849759</c:v>
                </c:pt>
                <c:pt idx="174">
                  <c:v>0.0497155303682</c:v>
                </c:pt>
                <c:pt idx="175">
                  <c:v>0.0493193927883</c:v>
                </c:pt>
                <c:pt idx="176">
                  <c:v>0.0489264116664</c:v>
                </c:pt>
                <c:pt idx="177">
                  <c:v>0.0485365618515</c:v>
                </c:pt>
                <c:pt idx="178">
                  <c:v>0.0481498183932</c:v>
                </c:pt>
                <c:pt idx="179">
                  <c:v>0.0477661565396</c:v>
                </c:pt>
                <c:pt idx="180">
                  <c:v>0.0473855517364</c:v>
                </c:pt>
                <c:pt idx="181">
                  <c:v>0.0470079796247</c:v>
                </c:pt>
                <c:pt idx="182">
                  <c:v>0.0466334160397</c:v>
                </c:pt>
                <c:pt idx="183">
                  <c:v>0.0462618370093</c:v>
                </c:pt>
                <c:pt idx="184">
                  <c:v>0.0458932187522</c:v>
                </c:pt>
                <c:pt idx="185">
                  <c:v>0.0455275376768</c:v>
                </c:pt>
                <c:pt idx="186">
                  <c:v>0.0451647703793</c:v>
                </c:pt>
                <c:pt idx="187">
                  <c:v>0.0448048936425</c:v>
                </c:pt>
                <c:pt idx="188">
                  <c:v>0.0444478844343</c:v>
                </c:pt>
                <c:pt idx="189">
                  <c:v>0.0440937199058</c:v>
                </c:pt>
                <c:pt idx="190">
                  <c:v>0.0437423773904</c:v>
                </c:pt>
                <c:pt idx="191">
                  <c:v>0.0433938344022</c:v>
                </c:pt>
                <c:pt idx="192">
                  <c:v>0.0430480686341</c:v>
                </c:pt>
                <c:pt idx="193">
                  <c:v>0.0427050579571</c:v>
                </c:pt>
                <c:pt idx="194">
                  <c:v>0.0423647804184</c:v>
                </c:pt>
                <c:pt idx="195">
                  <c:v>0.0420272142402</c:v>
                </c:pt>
                <c:pt idx="196">
                  <c:v>0.0416923378179</c:v>
                </c:pt>
                <c:pt idx="197">
                  <c:v>0.0413601297196</c:v>
                </c:pt>
                <c:pt idx="198">
                  <c:v>0.0410305686836</c:v>
                </c:pt>
                <c:pt idx="199">
                  <c:v>0.040703633618</c:v>
                </c:pt>
                <c:pt idx="200">
                  <c:v>0.0403793035989</c:v>
                </c:pt>
                <c:pt idx="201">
                  <c:v>0.040057557869</c:v>
                </c:pt>
                <c:pt idx="202">
                  <c:v>0.0397383758365</c:v>
                </c:pt>
                <c:pt idx="203">
                  <c:v>0.0394217370736</c:v>
                </c:pt>
                <c:pt idx="204">
                  <c:v>0.0391076213153</c:v>
                </c:pt>
                <c:pt idx="205">
                  <c:v>0.0387960084582</c:v>
                </c:pt>
                <c:pt idx="206">
                  <c:v>0.0384868785588</c:v>
                </c:pt>
                <c:pt idx="207">
                  <c:v>0.0381802118328</c:v>
                </c:pt>
                <c:pt idx="208">
                  <c:v>0.0378759886534</c:v>
                </c:pt>
                <c:pt idx="209">
                  <c:v>0.0375741895501</c:v>
                </c:pt>
                <c:pt idx="210">
                  <c:v>0.0372747952079</c:v>
                </c:pt>
                <c:pt idx="211">
                  <c:v>0.0369777864652</c:v>
                </c:pt>
                <c:pt idx="212">
                  <c:v>0.0366831443135</c:v>
                </c:pt>
                <c:pt idx="213">
                  <c:v>0.0363908498956</c:v>
                </c:pt>
                <c:pt idx="214">
                  <c:v>0.0361008845045</c:v>
                </c:pt>
                <c:pt idx="215">
                  <c:v>0.0358132295823</c:v>
                </c:pt>
                <c:pt idx="216">
                  <c:v>0.035527866719</c:v>
                </c:pt>
                <c:pt idx="217">
                  <c:v>0.0352447776514</c:v>
                </c:pt>
                <c:pt idx="218">
                  <c:v>0.0349639442615</c:v>
                </c:pt>
                <c:pt idx="219">
                  <c:v>0.034685348576</c:v>
                </c:pt>
                <c:pt idx="220">
                  <c:v>0.0344089727646</c:v>
                </c:pt>
                <c:pt idx="221">
                  <c:v>0.0341347991393</c:v>
                </c:pt>
                <c:pt idx="222">
                  <c:v>0.0338628101527</c:v>
                </c:pt>
                <c:pt idx="223">
                  <c:v>0.0335929883975</c:v>
                </c:pt>
                <c:pt idx="224">
                  <c:v>0.0333253166051</c:v>
                </c:pt>
                <c:pt idx="225">
                  <c:v>0.0330597776443</c:v>
                </c:pt>
                <c:pt idx="226">
                  <c:v>0.0327963545206</c:v>
                </c:pt>
                <c:pt idx="227">
                  <c:v>0.0325350303747</c:v>
                </c:pt>
                <c:pt idx="228">
                  <c:v>0.0322757884819</c:v>
                </c:pt>
                <c:pt idx="229">
                  <c:v>0.0320186122506</c:v>
                </c:pt>
                <c:pt idx="230">
                  <c:v>0.0317634852214</c:v>
                </c:pt>
                <c:pt idx="231">
                  <c:v>0.0315103910661</c:v>
                </c:pt>
                <c:pt idx="232">
                  <c:v>0.0312593135865</c:v>
                </c:pt>
                <c:pt idx="233">
                  <c:v>0.0310102367137</c:v>
                </c:pt>
                <c:pt idx="234">
                  <c:v>0.0307631445067</c:v>
                </c:pt>
                <c:pt idx="235">
                  <c:v>0.0305180211514</c:v>
                </c:pt>
                <c:pt idx="236">
                  <c:v>0.0302748509598</c:v>
                </c:pt>
                <c:pt idx="237">
                  <c:v>0.0300336183691</c:v>
                </c:pt>
                <c:pt idx="238">
                  <c:v>0.0297943079402</c:v>
                </c:pt>
                <c:pt idx="239">
                  <c:v>0.0295569043571</c:v>
                </c:pt>
                <c:pt idx="240">
                  <c:v>0.0293213924261</c:v>
                </c:pt>
                <c:pt idx="241">
                  <c:v>0.0290877570741</c:v>
                </c:pt>
                <c:pt idx="242">
                  <c:v>0.0288559833486</c:v>
                </c:pt>
                <c:pt idx="243">
                  <c:v>0.0286260564158</c:v>
                </c:pt>
                <c:pt idx="244">
                  <c:v>0.0283979615604</c:v>
                </c:pt>
                <c:pt idx="245">
                  <c:v>0.0281716841842</c:v>
                </c:pt>
                <c:pt idx="246">
                  <c:v>0.0279472098054</c:v>
                </c:pt>
                <c:pt idx="247">
                  <c:v>0.0277245240576</c:v>
                </c:pt>
                <c:pt idx="248">
                  <c:v>0.0275036126889</c:v>
                </c:pt>
                <c:pt idx="249">
                  <c:v>0.0272844615607</c:v>
                </c:pt>
                <c:pt idx="250">
                  <c:v>0.0270670566473</c:v>
                </c:pt>
                <c:pt idx="251">
                  <c:v>0.0268513840348</c:v>
                </c:pt>
                <c:pt idx="252">
                  <c:v>0.0266374299201</c:v>
                </c:pt>
                <c:pt idx="253">
                  <c:v>0.02642518061</c:v>
                </c:pt>
                <c:pt idx="254">
                  <c:v>0.0262146225204</c:v>
                </c:pt>
                <c:pt idx="255">
                  <c:v>0.0260057421757</c:v>
                </c:pt>
                <c:pt idx="256">
                  <c:v>0.0257985262073</c:v>
                </c:pt>
                <c:pt idx="257">
                  <c:v>0.0255929613534</c:v>
                </c:pt>
                <c:pt idx="258">
                  <c:v>0.0253890344578</c:v>
                </c:pt>
                <c:pt idx="259">
                  <c:v>0.025186732469</c:v>
                </c:pt>
                <c:pt idx="260">
                  <c:v>0.0249860424397</c:v>
                </c:pt>
                <c:pt idx="261">
                  <c:v>0.0247869515257</c:v>
                </c:pt>
                <c:pt idx="262">
                  <c:v>0.024589446985</c:v>
                </c:pt>
                <c:pt idx="263">
                  <c:v>0.0243935161773</c:v>
                </c:pt>
                <c:pt idx="264">
                  <c:v>0.024199146563</c:v>
                </c:pt>
                <c:pt idx="265">
                  <c:v>0.0240063257023</c:v>
                </c:pt>
                <c:pt idx="266">
                  <c:v>0.0238150412546</c:v>
                </c:pt>
                <c:pt idx="267">
                  <c:v>0.0236252809778</c:v>
                </c:pt>
                <c:pt idx="268">
                  <c:v>0.0234370327269</c:v>
                </c:pt>
                <c:pt idx="269">
                  <c:v>0.0232502844542</c:v>
                </c:pt>
                <c:pt idx="270">
                  <c:v>0.0230650242076</c:v>
                </c:pt>
                <c:pt idx="271">
                  <c:v>0.0228812401304</c:v>
                </c:pt>
                <c:pt idx="272">
                  <c:v>0.0226989204604</c:v>
                </c:pt>
                <c:pt idx="273">
                  <c:v>0.0225180535291</c:v>
                </c:pt>
                <c:pt idx="274">
                  <c:v>0.0223386277609</c:v>
                </c:pt>
                <c:pt idx="275">
                  <c:v>0.0221606316725</c:v>
                </c:pt>
                <c:pt idx="276">
                  <c:v>0.021984053872</c:v>
                </c:pt>
                <c:pt idx="277">
                  <c:v>0.0218088830586</c:v>
                </c:pt>
                <c:pt idx="278">
                  <c:v>0.021635108021</c:v>
                </c:pt>
                <c:pt idx="279">
                  <c:v>0.0214627176378</c:v>
                </c:pt>
                <c:pt idx="280">
                  <c:v>0.0212917008759</c:v>
                </c:pt>
                <c:pt idx="281">
                  <c:v>0.02112204679</c:v>
                </c:pt>
                <c:pt idx="282">
                  <c:v>0.0209537445224</c:v>
                </c:pt>
                <c:pt idx="283">
                  <c:v>0.0207867833015</c:v>
                </c:pt>
                <c:pt idx="284">
                  <c:v>0.0206211524419</c:v>
                </c:pt>
                <c:pt idx="285">
                  <c:v>0.0204568413431</c:v>
                </c:pt>
                <c:pt idx="286">
                  <c:v>0.0202938394891</c:v>
                </c:pt>
                <c:pt idx="287">
                  <c:v>0.0201321364478</c:v>
                </c:pt>
                <c:pt idx="288">
                  <c:v>0.0199717218701</c:v>
                </c:pt>
                <c:pt idx="289">
                  <c:v>0.0198125854893</c:v>
                </c:pt>
                <c:pt idx="290">
                  <c:v>0.0196547171209</c:v>
                </c:pt>
                <c:pt idx="291">
                  <c:v>0.019498106661</c:v>
                </c:pt>
                <c:pt idx="292">
                  <c:v>0.0193427440866</c:v>
                </c:pt>
                <c:pt idx="293">
                  <c:v>0.0191886194544</c:v>
                </c:pt>
                <c:pt idx="294">
                  <c:v>0.0190357229005</c:v>
                </c:pt>
                <c:pt idx="295">
                  <c:v>0.0188840446393</c:v>
                </c:pt>
                <c:pt idx="296">
                  <c:v>0.0187335749634</c:v>
                </c:pt>
                <c:pt idx="297">
                  <c:v>0.0185843042426</c:v>
                </c:pt>
                <c:pt idx="298">
                  <c:v>0.0184362229237</c:v>
                </c:pt>
                <c:pt idx="299">
                  <c:v>0.0182893215294</c:v>
                </c:pt>
                <c:pt idx="300">
                  <c:v>0.0181435906579</c:v>
                </c:pt>
                <c:pt idx="301">
                  <c:v>0.0179990209824</c:v>
                </c:pt>
                <c:pt idx="302">
                  <c:v>0.0178556032503</c:v>
                </c:pt>
                <c:pt idx="303">
                  <c:v>0.017713328283</c:v>
                </c:pt>
                <c:pt idx="304">
                  <c:v>0.0175721869747</c:v>
                </c:pt>
                <c:pt idx="305">
                  <c:v>0.0174321702924</c:v>
                </c:pt>
                <c:pt idx="306">
                  <c:v>0.0172932692749</c:v>
                </c:pt>
                <c:pt idx="307">
                  <c:v>0.0171554750326</c:v>
                </c:pt>
                <c:pt idx="308">
                  <c:v>0.0170187787465</c:v>
                </c:pt>
                <c:pt idx="309">
                  <c:v>0.0168831716681</c:v>
                </c:pt>
                <c:pt idx="310">
                  <c:v>0.0167486451184</c:v>
                </c:pt>
                <c:pt idx="311">
                  <c:v>0.0166151904878</c:v>
                </c:pt>
                <c:pt idx="312">
                  <c:v>0.016482799235</c:v>
                </c:pt>
                <c:pt idx="313">
                  <c:v>0.0163514628869</c:v>
                </c:pt>
                <c:pt idx="314">
                  <c:v>0.0162211730381</c:v>
                </c:pt>
                <c:pt idx="315">
                  <c:v>0.0160919213499</c:v>
                </c:pt>
                <c:pt idx="316">
                  <c:v>0.0159636995502</c:v>
                </c:pt>
                <c:pt idx="317">
                  <c:v>0.0158364994326</c:v>
                </c:pt>
                <c:pt idx="318">
                  <c:v>0.0157103128565</c:v>
                </c:pt>
                <c:pt idx="319">
                  <c:v>0.0155851317457</c:v>
                </c:pt>
                <c:pt idx="320">
                  <c:v>0.0154609480887</c:v>
                </c:pt>
                <c:pt idx="321">
                  <c:v>0.0153377539376</c:v>
                </c:pt>
                <c:pt idx="322">
                  <c:v>0.015215541408</c:v>
                </c:pt>
                <c:pt idx="323">
                  <c:v>0.0150943026783</c:v>
                </c:pt>
                <c:pt idx="324">
                  <c:v>0.0149740299891</c:v>
                </c:pt>
                <c:pt idx="325">
                  <c:v>0.0148547156429</c:v>
                </c:pt>
                <c:pt idx="326">
                  <c:v>0.0147363520036</c:v>
                </c:pt>
                <c:pt idx="327">
                  <c:v>0.0146189314958</c:v>
                </c:pt>
                <c:pt idx="328">
                  <c:v>0.0145024466046</c:v>
                </c:pt>
                <c:pt idx="329">
                  <c:v>0.014386889875</c:v>
                </c:pt>
                <c:pt idx="330">
                  <c:v>0.0142722539113</c:v>
                </c:pt>
                <c:pt idx="331">
                  <c:v>0.0141585313766</c:v>
                </c:pt>
                <c:pt idx="332">
                  <c:v>0.0140457149929</c:v>
                </c:pt>
                <c:pt idx="333">
                  <c:v>0.0139337975396</c:v>
                </c:pt>
                <c:pt idx="334">
                  <c:v>0.0138227718542</c:v>
                </c:pt>
                <c:pt idx="335">
                  <c:v>0.0137126308309</c:v>
                </c:pt>
                <c:pt idx="336">
                  <c:v>0.0136033674206</c:v>
                </c:pt>
                <c:pt idx="337">
                  <c:v>0.0134949746305</c:v>
                </c:pt>
                <c:pt idx="338">
                  <c:v>0.0133874455234</c:v>
                </c:pt>
                <c:pt idx="339">
                  <c:v>0.0132807732173</c:v>
                </c:pt>
                <c:pt idx="340">
                  <c:v>0.0131749508853</c:v>
                </c:pt>
                <c:pt idx="341">
                  <c:v>0.0130699717546</c:v>
                </c:pt>
                <c:pt idx="342">
                  <c:v>0.0129658291066</c:v>
                </c:pt>
                <c:pt idx="343">
                  <c:v>0.0128625162761</c:v>
                </c:pt>
                <c:pt idx="344">
                  <c:v>0.012760026651</c:v>
                </c:pt>
                <c:pt idx="345">
                  <c:v>0.0126583536719</c:v>
                </c:pt>
                <c:pt idx="346">
                  <c:v>0.0125574908318</c:v>
                </c:pt>
                <c:pt idx="347">
                  <c:v>0.0124574316755</c:v>
                </c:pt>
                <c:pt idx="348">
                  <c:v>0.012358169799</c:v>
                </c:pt>
                <c:pt idx="349">
                  <c:v>0.0122596988495</c:v>
                </c:pt>
                <c:pt idx="350">
                  <c:v>0.012162012525</c:v>
                </c:pt>
                <c:pt idx="351">
                  <c:v>0.0120651045735</c:v>
                </c:pt>
                <c:pt idx="352">
                  <c:v>0.0119689687927</c:v>
                </c:pt>
                <c:pt idx="353">
                  <c:v>0.0118735990301</c:v>
                </c:pt>
                <c:pt idx="354">
                  <c:v>0.0117789891818</c:v>
                </c:pt>
                <c:pt idx="355">
                  <c:v>0.0116851331929</c:v>
                </c:pt>
                <c:pt idx="356">
                  <c:v>0.0115920250565</c:v>
                </c:pt>
                <c:pt idx="357">
                  <c:v>0.0114996588136</c:v>
                </c:pt>
                <c:pt idx="358">
                  <c:v>0.0114080285528</c:v>
                </c:pt>
                <c:pt idx="359">
                  <c:v>0.0113171284098</c:v>
                </c:pt>
                <c:pt idx="360">
                  <c:v>0.0112269525668</c:v>
                </c:pt>
                <c:pt idx="361">
                  <c:v>0.0111374952527</c:v>
                </c:pt>
                <c:pt idx="362">
                  <c:v>0.011048750742</c:v>
                </c:pt>
                <c:pt idx="363">
                  <c:v>0.0109607133551</c:v>
                </c:pt>
                <c:pt idx="364">
                  <c:v>0.0108733774577</c:v>
                </c:pt>
                <c:pt idx="365">
                  <c:v>0.0107867374601</c:v>
                </c:pt>
                <c:pt idx="366">
                  <c:v>0.0107007878174</c:v>
                </c:pt>
                <c:pt idx="367">
                  <c:v>0.0106155230287</c:v>
                </c:pt>
                <c:pt idx="368">
                  <c:v>0.0105309376372</c:v>
                </c:pt>
                <c:pt idx="369">
                  <c:v>0.0104470262292</c:v>
                </c:pt>
                <c:pt idx="370">
                  <c:v>0.0103637834345</c:v>
                </c:pt>
                <c:pt idx="371">
                  <c:v>0.0102812039255</c:v>
                </c:pt>
                <c:pt idx="372">
                  <c:v>0.0101992824171</c:v>
                </c:pt>
                <c:pt idx="373">
                  <c:v>0.0101180136662</c:v>
                </c:pt>
                <c:pt idx="374">
                  <c:v>0.0100373924716</c:v>
                </c:pt>
                <c:pt idx="375">
                  <c:v>0.00995741367357</c:v>
                </c:pt>
                <c:pt idx="376">
                  <c:v>0.00987807215342</c:v>
                </c:pt>
                <c:pt idx="377">
                  <c:v>0.00979936283326</c:v>
                </c:pt>
                <c:pt idx="378">
                  <c:v>0.00972128067566</c:v>
                </c:pt>
                <c:pt idx="379">
                  <c:v>0.00964382068334</c:v>
                </c:pt>
                <c:pt idx="380">
                  <c:v>0.00956697789884</c:v>
                </c:pt>
                <c:pt idx="381">
                  <c:v>0.00949074740419</c:v>
                </c:pt>
                <c:pt idx="382">
                  <c:v>0.00941512432061</c:v>
                </c:pt>
                <c:pt idx="383">
                  <c:v>0.00934010380821</c:v>
                </c:pt>
                <c:pt idx="384">
                  <c:v>0.00926568106563</c:v>
                </c:pt>
                <c:pt idx="385">
                  <c:v>0.00919185132981</c:v>
                </c:pt>
                <c:pt idx="386">
                  <c:v>0.00911860987561</c:v>
                </c:pt>
                <c:pt idx="387">
                  <c:v>0.00904595201555</c:v>
                </c:pt>
                <c:pt idx="388">
                  <c:v>0.00897387309951</c:v>
                </c:pt>
                <c:pt idx="389">
                  <c:v>0.00890236851441</c:v>
                </c:pt>
                <c:pt idx="390">
                  <c:v>0.00883143368394</c:v>
                </c:pt>
                <c:pt idx="391">
                  <c:v>0.00876106406823</c:v>
                </c:pt>
                <c:pt idx="392">
                  <c:v>0.00869125516362</c:v>
                </c:pt>
                <c:pt idx="393">
                  <c:v>0.0086220025023</c:v>
                </c:pt>
                <c:pt idx="394">
                  <c:v>0.00855330165209</c:v>
                </c:pt>
                <c:pt idx="395">
                  <c:v>0.0084851482161</c:v>
                </c:pt>
                <c:pt idx="396">
                  <c:v>0.0084175378325</c:v>
                </c:pt>
                <c:pt idx="397">
                  <c:v>0.00835046617418</c:v>
                </c:pt>
                <c:pt idx="398">
                  <c:v>0.00828392894856</c:v>
                </c:pt>
                <c:pt idx="399">
                  <c:v>0.00821792189721</c:v>
                </c:pt>
                <c:pt idx="400">
                  <c:v>0.00815244079567</c:v>
                </c:pt>
              </c:numCache>
            </c:numRef>
          </c:yVal>
          <c:smooth val="0"/>
        </c:ser>
        <c:ser>
          <c:idx val="1"/>
          <c:order val="1"/>
          <c:tx>
            <c:v>n = 4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Data'!$C$2:$C$402</c:f>
              <c:numCache>
                <c:formatCode>General</c:formatCode>
                <c:ptCount val="401"/>
                <c:pt idx="0">
                  <c:v>0</c:v>
                </c:pt>
                <c:pt idx="1">
                  <c:v>0.04</c:v>
                </c:pt>
                <c:pt idx="2">
                  <c:v>0.08</c:v>
                </c:pt>
                <c:pt idx="3">
                  <c:v>0.12</c:v>
                </c:pt>
                <c:pt idx="4">
                  <c:v>0.16</c:v>
                </c:pt>
                <c:pt idx="5">
                  <c:v>0.2</c:v>
                </c:pt>
                <c:pt idx="6">
                  <c:v>0.24</c:v>
                </c:pt>
                <c:pt idx="7">
                  <c:v>0.28</c:v>
                </c:pt>
                <c:pt idx="8">
                  <c:v>0.32</c:v>
                </c:pt>
                <c:pt idx="9">
                  <c:v>0.36</c:v>
                </c:pt>
                <c:pt idx="10">
                  <c:v>0.4</c:v>
                </c:pt>
                <c:pt idx="11">
                  <c:v>0.44</c:v>
                </c:pt>
                <c:pt idx="12">
                  <c:v>0.48</c:v>
                </c:pt>
                <c:pt idx="13">
                  <c:v>0.52</c:v>
                </c:pt>
                <c:pt idx="14">
                  <c:v>0.56</c:v>
                </c:pt>
                <c:pt idx="15">
                  <c:v>0.6</c:v>
                </c:pt>
                <c:pt idx="16">
                  <c:v>0.64</c:v>
                </c:pt>
                <c:pt idx="17">
                  <c:v>0.68</c:v>
                </c:pt>
                <c:pt idx="18">
                  <c:v>0.72</c:v>
                </c:pt>
                <c:pt idx="19">
                  <c:v>0.76</c:v>
                </c:pt>
                <c:pt idx="20">
                  <c:v>0.8</c:v>
                </c:pt>
                <c:pt idx="21">
                  <c:v>0.84</c:v>
                </c:pt>
                <c:pt idx="22">
                  <c:v>0.88</c:v>
                </c:pt>
                <c:pt idx="23">
                  <c:v>0.92</c:v>
                </c:pt>
                <c:pt idx="24">
                  <c:v>0.96</c:v>
                </c:pt>
                <c:pt idx="25">
                  <c:v>1</c:v>
                </c:pt>
                <c:pt idx="26">
                  <c:v>1.04</c:v>
                </c:pt>
                <c:pt idx="27">
                  <c:v>1.08</c:v>
                </c:pt>
                <c:pt idx="28">
                  <c:v>1.12</c:v>
                </c:pt>
                <c:pt idx="29">
                  <c:v>1.16</c:v>
                </c:pt>
                <c:pt idx="30">
                  <c:v>1.2</c:v>
                </c:pt>
                <c:pt idx="31">
                  <c:v>1.24</c:v>
                </c:pt>
                <c:pt idx="32">
                  <c:v>1.28</c:v>
                </c:pt>
                <c:pt idx="33">
                  <c:v>1.32</c:v>
                </c:pt>
                <c:pt idx="34">
                  <c:v>1.36</c:v>
                </c:pt>
                <c:pt idx="35">
                  <c:v>1.4</c:v>
                </c:pt>
                <c:pt idx="36">
                  <c:v>1.44</c:v>
                </c:pt>
                <c:pt idx="37">
                  <c:v>1.48</c:v>
                </c:pt>
                <c:pt idx="38">
                  <c:v>1.52</c:v>
                </c:pt>
                <c:pt idx="39">
                  <c:v>1.56</c:v>
                </c:pt>
                <c:pt idx="40">
                  <c:v>1.6</c:v>
                </c:pt>
                <c:pt idx="41">
                  <c:v>1.64</c:v>
                </c:pt>
                <c:pt idx="42">
                  <c:v>1.68</c:v>
                </c:pt>
                <c:pt idx="43">
                  <c:v>1.72</c:v>
                </c:pt>
                <c:pt idx="44">
                  <c:v>1.76</c:v>
                </c:pt>
                <c:pt idx="45">
                  <c:v>1.8</c:v>
                </c:pt>
                <c:pt idx="46">
                  <c:v>1.84</c:v>
                </c:pt>
                <c:pt idx="47">
                  <c:v>1.88</c:v>
                </c:pt>
                <c:pt idx="48">
                  <c:v>1.92</c:v>
                </c:pt>
                <c:pt idx="49">
                  <c:v>1.96</c:v>
                </c:pt>
                <c:pt idx="50">
                  <c:v>2</c:v>
                </c:pt>
                <c:pt idx="51">
                  <c:v>2.04</c:v>
                </c:pt>
                <c:pt idx="52">
                  <c:v>2.08</c:v>
                </c:pt>
                <c:pt idx="53">
                  <c:v>2.12</c:v>
                </c:pt>
                <c:pt idx="54">
                  <c:v>2.16</c:v>
                </c:pt>
                <c:pt idx="55">
                  <c:v>2.2</c:v>
                </c:pt>
                <c:pt idx="56">
                  <c:v>2.24</c:v>
                </c:pt>
                <c:pt idx="57">
                  <c:v>2.28</c:v>
                </c:pt>
                <c:pt idx="58">
                  <c:v>2.32</c:v>
                </c:pt>
                <c:pt idx="59">
                  <c:v>2.36</c:v>
                </c:pt>
                <c:pt idx="60">
                  <c:v>2.4</c:v>
                </c:pt>
                <c:pt idx="61">
                  <c:v>2.44</c:v>
                </c:pt>
                <c:pt idx="62">
                  <c:v>2.48</c:v>
                </c:pt>
                <c:pt idx="63">
                  <c:v>2.52</c:v>
                </c:pt>
                <c:pt idx="64">
                  <c:v>2.56</c:v>
                </c:pt>
                <c:pt idx="65">
                  <c:v>2.6</c:v>
                </c:pt>
                <c:pt idx="66">
                  <c:v>2.64</c:v>
                </c:pt>
                <c:pt idx="67">
                  <c:v>2.68</c:v>
                </c:pt>
                <c:pt idx="68">
                  <c:v>2.72</c:v>
                </c:pt>
                <c:pt idx="69">
                  <c:v>2.76</c:v>
                </c:pt>
                <c:pt idx="70">
                  <c:v>2.8</c:v>
                </c:pt>
                <c:pt idx="71">
                  <c:v>2.84</c:v>
                </c:pt>
                <c:pt idx="72">
                  <c:v>2.88</c:v>
                </c:pt>
                <c:pt idx="73">
                  <c:v>2.92</c:v>
                </c:pt>
                <c:pt idx="74">
                  <c:v>2.96</c:v>
                </c:pt>
                <c:pt idx="75">
                  <c:v>3</c:v>
                </c:pt>
                <c:pt idx="76">
                  <c:v>3.04</c:v>
                </c:pt>
                <c:pt idx="77">
                  <c:v>3.08</c:v>
                </c:pt>
                <c:pt idx="78">
                  <c:v>3.12</c:v>
                </c:pt>
                <c:pt idx="79">
                  <c:v>3.16</c:v>
                </c:pt>
                <c:pt idx="80">
                  <c:v>3.2</c:v>
                </c:pt>
                <c:pt idx="81">
                  <c:v>3.24</c:v>
                </c:pt>
                <c:pt idx="82">
                  <c:v>3.28</c:v>
                </c:pt>
                <c:pt idx="83">
                  <c:v>3.32</c:v>
                </c:pt>
                <c:pt idx="84">
                  <c:v>3.36</c:v>
                </c:pt>
                <c:pt idx="85">
                  <c:v>3.4</c:v>
                </c:pt>
                <c:pt idx="86">
                  <c:v>3.44</c:v>
                </c:pt>
                <c:pt idx="87">
                  <c:v>3.48</c:v>
                </c:pt>
                <c:pt idx="88">
                  <c:v>3.52</c:v>
                </c:pt>
                <c:pt idx="89">
                  <c:v>3.56</c:v>
                </c:pt>
                <c:pt idx="90">
                  <c:v>3.6</c:v>
                </c:pt>
                <c:pt idx="91">
                  <c:v>3.64</c:v>
                </c:pt>
                <c:pt idx="92">
                  <c:v>3.68</c:v>
                </c:pt>
                <c:pt idx="93">
                  <c:v>3.72</c:v>
                </c:pt>
                <c:pt idx="94">
                  <c:v>3.76</c:v>
                </c:pt>
                <c:pt idx="95">
                  <c:v>3.8</c:v>
                </c:pt>
                <c:pt idx="96">
                  <c:v>3.84</c:v>
                </c:pt>
                <c:pt idx="97">
                  <c:v>3.88</c:v>
                </c:pt>
                <c:pt idx="98">
                  <c:v>3.92</c:v>
                </c:pt>
                <c:pt idx="99">
                  <c:v>3.96</c:v>
                </c:pt>
                <c:pt idx="100">
                  <c:v>4</c:v>
                </c:pt>
                <c:pt idx="101">
                  <c:v>4.04</c:v>
                </c:pt>
                <c:pt idx="102">
                  <c:v>4.08</c:v>
                </c:pt>
                <c:pt idx="103">
                  <c:v>4.12</c:v>
                </c:pt>
                <c:pt idx="104">
                  <c:v>4.16</c:v>
                </c:pt>
                <c:pt idx="105">
                  <c:v>4.2</c:v>
                </c:pt>
                <c:pt idx="106">
                  <c:v>4.24</c:v>
                </c:pt>
                <c:pt idx="107">
                  <c:v>4.28</c:v>
                </c:pt>
                <c:pt idx="108">
                  <c:v>4.32</c:v>
                </c:pt>
                <c:pt idx="109">
                  <c:v>4.36</c:v>
                </c:pt>
                <c:pt idx="110">
                  <c:v>4.4</c:v>
                </c:pt>
                <c:pt idx="111">
                  <c:v>4.44</c:v>
                </c:pt>
                <c:pt idx="112">
                  <c:v>4.48</c:v>
                </c:pt>
                <c:pt idx="113">
                  <c:v>4.52</c:v>
                </c:pt>
                <c:pt idx="114">
                  <c:v>4.56</c:v>
                </c:pt>
                <c:pt idx="115">
                  <c:v>4.6</c:v>
                </c:pt>
                <c:pt idx="116">
                  <c:v>4.64</c:v>
                </c:pt>
                <c:pt idx="117">
                  <c:v>4.68</c:v>
                </c:pt>
                <c:pt idx="118">
                  <c:v>4.72</c:v>
                </c:pt>
                <c:pt idx="119">
                  <c:v>4.76</c:v>
                </c:pt>
                <c:pt idx="120">
                  <c:v>4.8</c:v>
                </c:pt>
                <c:pt idx="121">
                  <c:v>4.84</c:v>
                </c:pt>
                <c:pt idx="122">
                  <c:v>4.88</c:v>
                </c:pt>
                <c:pt idx="123">
                  <c:v>4.92</c:v>
                </c:pt>
                <c:pt idx="124">
                  <c:v>4.96</c:v>
                </c:pt>
                <c:pt idx="125">
                  <c:v>5</c:v>
                </c:pt>
                <c:pt idx="126">
                  <c:v>5.04</c:v>
                </c:pt>
                <c:pt idx="127">
                  <c:v>5.08</c:v>
                </c:pt>
                <c:pt idx="128">
                  <c:v>5.12</c:v>
                </c:pt>
                <c:pt idx="129">
                  <c:v>5.16</c:v>
                </c:pt>
                <c:pt idx="130">
                  <c:v>5.2</c:v>
                </c:pt>
                <c:pt idx="131">
                  <c:v>5.24</c:v>
                </c:pt>
                <c:pt idx="132">
                  <c:v>5.28</c:v>
                </c:pt>
                <c:pt idx="133">
                  <c:v>5.32</c:v>
                </c:pt>
                <c:pt idx="134">
                  <c:v>5.36</c:v>
                </c:pt>
                <c:pt idx="135">
                  <c:v>5.4</c:v>
                </c:pt>
                <c:pt idx="136">
                  <c:v>5.44</c:v>
                </c:pt>
                <c:pt idx="137">
                  <c:v>5.48</c:v>
                </c:pt>
                <c:pt idx="138">
                  <c:v>5.52</c:v>
                </c:pt>
                <c:pt idx="139">
                  <c:v>5.56</c:v>
                </c:pt>
                <c:pt idx="140">
                  <c:v>5.6</c:v>
                </c:pt>
                <c:pt idx="141">
                  <c:v>5.64</c:v>
                </c:pt>
                <c:pt idx="142">
                  <c:v>5.68</c:v>
                </c:pt>
                <c:pt idx="143">
                  <c:v>5.72</c:v>
                </c:pt>
                <c:pt idx="144">
                  <c:v>5.76</c:v>
                </c:pt>
                <c:pt idx="145">
                  <c:v>5.8</c:v>
                </c:pt>
                <c:pt idx="146">
                  <c:v>5.84</c:v>
                </c:pt>
                <c:pt idx="147">
                  <c:v>5.88</c:v>
                </c:pt>
                <c:pt idx="148">
                  <c:v>5.92</c:v>
                </c:pt>
                <c:pt idx="149">
                  <c:v>5.96</c:v>
                </c:pt>
                <c:pt idx="150">
                  <c:v>6</c:v>
                </c:pt>
                <c:pt idx="151">
                  <c:v>6.04</c:v>
                </c:pt>
                <c:pt idx="152">
                  <c:v>6.08</c:v>
                </c:pt>
                <c:pt idx="153">
                  <c:v>6.12</c:v>
                </c:pt>
                <c:pt idx="154">
                  <c:v>6.16</c:v>
                </c:pt>
                <c:pt idx="155">
                  <c:v>6.2</c:v>
                </c:pt>
                <c:pt idx="156">
                  <c:v>6.24</c:v>
                </c:pt>
                <c:pt idx="157">
                  <c:v>6.28</c:v>
                </c:pt>
                <c:pt idx="158">
                  <c:v>6.32</c:v>
                </c:pt>
                <c:pt idx="159">
                  <c:v>6.36</c:v>
                </c:pt>
                <c:pt idx="160">
                  <c:v>6.4</c:v>
                </c:pt>
                <c:pt idx="161">
                  <c:v>6.44</c:v>
                </c:pt>
                <c:pt idx="162">
                  <c:v>6.48</c:v>
                </c:pt>
                <c:pt idx="163">
                  <c:v>6.52</c:v>
                </c:pt>
                <c:pt idx="164">
                  <c:v>6.56</c:v>
                </c:pt>
                <c:pt idx="165">
                  <c:v>6.6</c:v>
                </c:pt>
                <c:pt idx="166">
                  <c:v>6.64</c:v>
                </c:pt>
                <c:pt idx="167">
                  <c:v>6.68</c:v>
                </c:pt>
                <c:pt idx="168">
                  <c:v>6.72</c:v>
                </c:pt>
                <c:pt idx="169">
                  <c:v>6.76</c:v>
                </c:pt>
                <c:pt idx="170">
                  <c:v>6.8</c:v>
                </c:pt>
                <c:pt idx="171">
                  <c:v>6.84</c:v>
                </c:pt>
                <c:pt idx="172">
                  <c:v>6.88</c:v>
                </c:pt>
                <c:pt idx="173">
                  <c:v>6.92</c:v>
                </c:pt>
                <c:pt idx="174">
                  <c:v>6.96</c:v>
                </c:pt>
                <c:pt idx="175">
                  <c:v>7</c:v>
                </c:pt>
                <c:pt idx="176">
                  <c:v>7.04</c:v>
                </c:pt>
                <c:pt idx="177">
                  <c:v>7.08</c:v>
                </c:pt>
                <c:pt idx="178">
                  <c:v>7.12</c:v>
                </c:pt>
                <c:pt idx="179">
                  <c:v>7.16</c:v>
                </c:pt>
                <c:pt idx="180">
                  <c:v>7.2</c:v>
                </c:pt>
                <c:pt idx="181">
                  <c:v>7.24</c:v>
                </c:pt>
                <c:pt idx="182">
                  <c:v>7.28</c:v>
                </c:pt>
                <c:pt idx="183">
                  <c:v>7.32</c:v>
                </c:pt>
                <c:pt idx="184">
                  <c:v>7.36</c:v>
                </c:pt>
                <c:pt idx="185">
                  <c:v>7.4</c:v>
                </c:pt>
                <c:pt idx="186">
                  <c:v>7.44</c:v>
                </c:pt>
                <c:pt idx="187">
                  <c:v>7.48</c:v>
                </c:pt>
                <c:pt idx="188">
                  <c:v>7.52</c:v>
                </c:pt>
                <c:pt idx="189">
                  <c:v>7.56</c:v>
                </c:pt>
                <c:pt idx="190">
                  <c:v>7.6</c:v>
                </c:pt>
                <c:pt idx="191">
                  <c:v>7.64</c:v>
                </c:pt>
                <c:pt idx="192">
                  <c:v>7.68</c:v>
                </c:pt>
                <c:pt idx="193">
                  <c:v>7.72</c:v>
                </c:pt>
                <c:pt idx="194">
                  <c:v>7.76</c:v>
                </c:pt>
                <c:pt idx="195">
                  <c:v>7.8</c:v>
                </c:pt>
                <c:pt idx="196">
                  <c:v>7.84</c:v>
                </c:pt>
                <c:pt idx="197">
                  <c:v>7.88</c:v>
                </c:pt>
                <c:pt idx="198">
                  <c:v>7.92</c:v>
                </c:pt>
                <c:pt idx="199">
                  <c:v>7.96</c:v>
                </c:pt>
                <c:pt idx="200">
                  <c:v>8</c:v>
                </c:pt>
                <c:pt idx="201">
                  <c:v>8.04</c:v>
                </c:pt>
                <c:pt idx="202">
                  <c:v>8.08</c:v>
                </c:pt>
                <c:pt idx="203">
                  <c:v>8.12</c:v>
                </c:pt>
                <c:pt idx="204">
                  <c:v>8.16</c:v>
                </c:pt>
                <c:pt idx="205">
                  <c:v>8.2</c:v>
                </c:pt>
                <c:pt idx="206">
                  <c:v>8.24</c:v>
                </c:pt>
                <c:pt idx="207">
                  <c:v>8.28</c:v>
                </c:pt>
                <c:pt idx="208">
                  <c:v>8.32</c:v>
                </c:pt>
                <c:pt idx="209">
                  <c:v>8.36</c:v>
                </c:pt>
                <c:pt idx="210">
                  <c:v>8.4</c:v>
                </c:pt>
                <c:pt idx="211">
                  <c:v>8.44</c:v>
                </c:pt>
                <c:pt idx="212">
                  <c:v>8.48</c:v>
                </c:pt>
                <c:pt idx="213">
                  <c:v>8.52</c:v>
                </c:pt>
                <c:pt idx="214">
                  <c:v>8.56</c:v>
                </c:pt>
                <c:pt idx="215">
                  <c:v>8.6</c:v>
                </c:pt>
                <c:pt idx="216">
                  <c:v>8.64</c:v>
                </c:pt>
                <c:pt idx="217">
                  <c:v>8.68</c:v>
                </c:pt>
                <c:pt idx="218">
                  <c:v>8.72</c:v>
                </c:pt>
                <c:pt idx="219">
                  <c:v>8.76</c:v>
                </c:pt>
                <c:pt idx="220">
                  <c:v>8.8</c:v>
                </c:pt>
                <c:pt idx="221">
                  <c:v>8.84</c:v>
                </c:pt>
                <c:pt idx="222">
                  <c:v>8.88</c:v>
                </c:pt>
                <c:pt idx="223">
                  <c:v>8.92</c:v>
                </c:pt>
                <c:pt idx="224">
                  <c:v>8.96</c:v>
                </c:pt>
                <c:pt idx="225">
                  <c:v>9</c:v>
                </c:pt>
                <c:pt idx="226">
                  <c:v>9.04</c:v>
                </c:pt>
                <c:pt idx="227">
                  <c:v>9.08</c:v>
                </c:pt>
                <c:pt idx="228">
                  <c:v>9.12</c:v>
                </c:pt>
                <c:pt idx="229">
                  <c:v>9.16</c:v>
                </c:pt>
                <c:pt idx="230">
                  <c:v>9.2</c:v>
                </c:pt>
                <c:pt idx="231">
                  <c:v>9.24</c:v>
                </c:pt>
                <c:pt idx="232">
                  <c:v>9.28</c:v>
                </c:pt>
                <c:pt idx="233">
                  <c:v>9.32</c:v>
                </c:pt>
                <c:pt idx="234">
                  <c:v>9.36</c:v>
                </c:pt>
                <c:pt idx="235">
                  <c:v>9.4</c:v>
                </c:pt>
                <c:pt idx="236">
                  <c:v>9.44</c:v>
                </c:pt>
                <c:pt idx="237">
                  <c:v>9.48</c:v>
                </c:pt>
                <c:pt idx="238">
                  <c:v>9.52</c:v>
                </c:pt>
                <c:pt idx="239">
                  <c:v>9.56</c:v>
                </c:pt>
                <c:pt idx="240">
                  <c:v>9.6</c:v>
                </c:pt>
                <c:pt idx="241">
                  <c:v>9.64</c:v>
                </c:pt>
                <c:pt idx="242">
                  <c:v>9.68</c:v>
                </c:pt>
                <c:pt idx="243">
                  <c:v>9.72</c:v>
                </c:pt>
                <c:pt idx="244">
                  <c:v>9.76</c:v>
                </c:pt>
                <c:pt idx="245">
                  <c:v>9.8</c:v>
                </c:pt>
                <c:pt idx="246">
                  <c:v>9.84</c:v>
                </c:pt>
                <c:pt idx="247">
                  <c:v>9.88</c:v>
                </c:pt>
                <c:pt idx="248">
                  <c:v>9.92</c:v>
                </c:pt>
                <c:pt idx="249">
                  <c:v>9.96</c:v>
                </c:pt>
                <c:pt idx="250">
                  <c:v>10</c:v>
                </c:pt>
                <c:pt idx="251">
                  <c:v>10.04</c:v>
                </c:pt>
                <c:pt idx="252">
                  <c:v>10.08</c:v>
                </c:pt>
                <c:pt idx="253">
                  <c:v>10.12</c:v>
                </c:pt>
                <c:pt idx="254">
                  <c:v>10.16</c:v>
                </c:pt>
                <c:pt idx="255">
                  <c:v>10.2</c:v>
                </c:pt>
                <c:pt idx="256">
                  <c:v>10.24</c:v>
                </c:pt>
                <c:pt idx="257">
                  <c:v>10.28</c:v>
                </c:pt>
                <c:pt idx="258">
                  <c:v>10.32</c:v>
                </c:pt>
                <c:pt idx="259">
                  <c:v>10.36</c:v>
                </c:pt>
                <c:pt idx="260">
                  <c:v>10.4</c:v>
                </c:pt>
                <c:pt idx="261">
                  <c:v>10.44</c:v>
                </c:pt>
                <c:pt idx="262">
                  <c:v>10.48</c:v>
                </c:pt>
                <c:pt idx="263">
                  <c:v>10.52</c:v>
                </c:pt>
                <c:pt idx="264">
                  <c:v>10.56</c:v>
                </c:pt>
                <c:pt idx="265">
                  <c:v>10.6</c:v>
                </c:pt>
                <c:pt idx="266">
                  <c:v>10.64</c:v>
                </c:pt>
                <c:pt idx="267">
                  <c:v>10.68</c:v>
                </c:pt>
                <c:pt idx="268">
                  <c:v>10.72</c:v>
                </c:pt>
                <c:pt idx="269">
                  <c:v>10.76</c:v>
                </c:pt>
                <c:pt idx="270">
                  <c:v>10.8</c:v>
                </c:pt>
                <c:pt idx="271">
                  <c:v>10.84</c:v>
                </c:pt>
                <c:pt idx="272">
                  <c:v>10.88</c:v>
                </c:pt>
                <c:pt idx="273">
                  <c:v>10.92</c:v>
                </c:pt>
                <c:pt idx="274">
                  <c:v>10.96</c:v>
                </c:pt>
                <c:pt idx="275">
                  <c:v>11</c:v>
                </c:pt>
                <c:pt idx="276">
                  <c:v>11.04</c:v>
                </c:pt>
                <c:pt idx="277">
                  <c:v>11.08</c:v>
                </c:pt>
                <c:pt idx="278">
                  <c:v>11.12</c:v>
                </c:pt>
                <c:pt idx="279">
                  <c:v>11.16</c:v>
                </c:pt>
                <c:pt idx="280">
                  <c:v>11.2</c:v>
                </c:pt>
                <c:pt idx="281">
                  <c:v>11.24</c:v>
                </c:pt>
                <c:pt idx="282">
                  <c:v>11.28</c:v>
                </c:pt>
                <c:pt idx="283">
                  <c:v>11.32</c:v>
                </c:pt>
                <c:pt idx="284">
                  <c:v>11.36</c:v>
                </c:pt>
                <c:pt idx="285">
                  <c:v>11.4</c:v>
                </c:pt>
                <c:pt idx="286">
                  <c:v>11.44</c:v>
                </c:pt>
                <c:pt idx="287">
                  <c:v>11.48</c:v>
                </c:pt>
                <c:pt idx="288">
                  <c:v>11.52</c:v>
                </c:pt>
                <c:pt idx="289">
                  <c:v>11.56</c:v>
                </c:pt>
                <c:pt idx="290">
                  <c:v>11.6</c:v>
                </c:pt>
                <c:pt idx="291">
                  <c:v>11.64</c:v>
                </c:pt>
                <c:pt idx="292">
                  <c:v>11.68</c:v>
                </c:pt>
                <c:pt idx="293">
                  <c:v>11.72</c:v>
                </c:pt>
                <c:pt idx="294">
                  <c:v>11.76</c:v>
                </c:pt>
                <c:pt idx="295">
                  <c:v>11.8</c:v>
                </c:pt>
                <c:pt idx="296">
                  <c:v>11.84</c:v>
                </c:pt>
                <c:pt idx="297">
                  <c:v>11.88</c:v>
                </c:pt>
                <c:pt idx="298">
                  <c:v>11.92</c:v>
                </c:pt>
                <c:pt idx="299">
                  <c:v>11.96</c:v>
                </c:pt>
                <c:pt idx="300">
                  <c:v>12</c:v>
                </c:pt>
                <c:pt idx="301">
                  <c:v>12.04</c:v>
                </c:pt>
                <c:pt idx="302">
                  <c:v>12.08</c:v>
                </c:pt>
                <c:pt idx="303">
                  <c:v>12.12</c:v>
                </c:pt>
                <c:pt idx="304">
                  <c:v>12.16</c:v>
                </c:pt>
                <c:pt idx="305">
                  <c:v>12.2</c:v>
                </c:pt>
                <c:pt idx="306">
                  <c:v>12.24</c:v>
                </c:pt>
                <c:pt idx="307">
                  <c:v>12.28</c:v>
                </c:pt>
                <c:pt idx="308">
                  <c:v>12.32</c:v>
                </c:pt>
                <c:pt idx="309">
                  <c:v>12.36</c:v>
                </c:pt>
                <c:pt idx="310">
                  <c:v>12.4</c:v>
                </c:pt>
                <c:pt idx="311">
                  <c:v>12.44</c:v>
                </c:pt>
                <c:pt idx="312">
                  <c:v>12.48</c:v>
                </c:pt>
                <c:pt idx="313">
                  <c:v>12.52</c:v>
                </c:pt>
                <c:pt idx="314">
                  <c:v>12.56</c:v>
                </c:pt>
                <c:pt idx="315">
                  <c:v>12.6</c:v>
                </c:pt>
                <c:pt idx="316">
                  <c:v>12.64</c:v>
                </c:pt>
                <c:pt idx="317">
                  <c:v>12.68</c:v>
                </c:pt>
                <c:pt idx="318">
                  <c:v>12.72</c:v>
                </c:pt>
                <c:pt idx="319">
                  <c:v>12.76</c:v>
                </c:pt>
                <c:pt idx="320">
                  <c:v>12.8</c:v>
                </c:pt>
                <c:pt idx="321">
                  <c:v>12.84</c:v>
                </c:pt>
                <c:pt idx="322">
                  <c:v>12.88</c:v>
                </c:pt>
                <c:pt idx="323">
                  <c:v>12.92</c:v>
                </c:pt>
                <c:pt idx="324">
                  <c:v>12.96</c:v>
                </c:pt>
                <c:pt idx="325">
                  <c:v>13</c:v>
                </c:pt>
                <c:pt idx="326">
                  <c:v>13.04</c:v>
                </c:pt>
                <c:pt idx="327">
                  <c:v>13.08</c:v>
                </c:pt>
                <c:pt idx="328">
                  <c:v>13.12</c:v>
                </c:pt>
                <c:pt idx="329">
                  <c:v>13.16</c:v>
                </c:pt>
                <c:pt idx="330">
                  <c:v>13.2</c:v>
                </c:pt>
                <c:pt idx="331">
                  <c:v>13.24</c:v>
                </c:pt>
                <c:pt idx="332">
                  <c:v>13.28</c:v>
                </c:pt>
                <c:pt idx="333">
                  <c:v>13.32</c:v>
                </c:pt>
                <c:pt idx="334">
                  <c:v>13.36</c:v>
                </c:pt>
                <c:pt idx="335">
                  <c:v>13.4</c:v>
                </c:pt>
                <c:pt idx="336">
                  <c:v>13.44</c:v>
                </c:pt>
                <c:pt idx="337">
                  <c:v>13.48</c:v>
                </c:pt>
                <c:pt idx="338">
                  <c:v>13.52</c:v>
                </c:pt>
                <c:pt idx="339">
                  <c:v>13.56</c:v>
                </c:pt>
                <c:pt idx="340">
                  <c:v>13.6</c:v>
                </c:pt>
                <c:pt idx="341">
                  <c:v>13.64</c:v>
                </c:pt>
                <c:pt idx="342">
                  <c:v>13.68</c:v>
                </c:pt>
                <c:pt idx="343">
                  <c:v>13.72</c:v>
                </c:pt>
                <c:pt idx="344">
                  <c:v>13.76</c:v>
                </c:pt>
                <c:pt idx="345">
                  <c:v>13.8</c:v>
                </c:pt>
                <c:pt idx="346">
                  <c:v>13.84</c:v>
                </c:pt>
                <c:pt idx="347">
                  <c:v>13.88</c:v>
                </c:pt>
                <c:pt idx="348">
                  <c:v>13.92</c:v>
                </c:pt>
                <c:pt idx="349">
                  <c:v>13.96</c:v>
                </c:pt>
                <c:pt idx="350">
                  <c:v>14</c:v>
                </c:pt>
                <c:pt idx="351">
                  <c:v>14.04</c:v>
                </c:pt>
                <c:pt idx="352">
                  <c:v>14.08</c:v>
                </c:pt>
                <c:pt idx="353">
                  <c:v>14.12</c:v>
                </c:pt>
                <c:pt idx="354">
                  <c:v>14.16</c:v>
                </c:pt>
                <c:pt idx="355">
                  <c:v>14.2</c:v>
                </c:pt>
                <c:pt idx="356">
                  <c:v>14.24</c:v>
                </c:pt>
                <c:pt idx="357">
                  <c:v>14.28</c:v>
                </c:pt>
                <c:pt idx="358">
                  <c:v>14.32</c:v>
                </c:pt>
                <c:pt idx="359">
                  <c:v>14.36</c:v>
                </c:pt>
                <c:pt idx="360">
                  <c:v>14.4</c:v>
                </c:pt>
                <c:pt idx="361">
                  <c:v>14.44</c:v>
                </c:pt>
                <c:pt idx="362">
                  <c:v>14.48</c:v>
                </c:pt>
                <c:pt idx="363">
                  <c:v>14.52</c:v>
                </c:pt>
                <c:pt idx="364">
                  <c:v>14.56</c:v>
                </c:pt>
                <c:pt idx="365">
                  <c:v>14.6</c:v>
                </c:pt>
                <c:pt idx="366">
                  <c:v>14.64</c:v>
                </c:pt>
                <c:pt idx="367">
                  <c:v>14.68</c:v>
                </c:pt>
                <c:pt idx="368">
                  <c:v>14.72</c:v>
                </c:pt>
                <c:pt idx="369">
                  <c:v>14.76</c:v>
                </c:pt>
                <c:pt idx="370">
                  <c:v>14.8</c:v>
                </c:pt>
                <c:pt idx="371">
                  <c:v>14.84</c:v>
                </c:pt>
                <c:pt idx="372">
                  <c:v>14.88</c:v>
                </c:pt>
                <c:pt idx="373">
                  <c:v>14.92</c:v>
                </c:pt>
                <c:pt idx="374">
                  <c:v>14.96</c:v>
                </c:pt>
                <c:pt idx="375">
                  <c:v>15</c:v>
                </c:pt>
                <c:pt idx="376">
                  <c:v>15.04</c:v>
                </c:pt>
                <c:pt idx="377">
                  <c:v>15.08</c:v>
                </c:pt>
                <c:pt idx="378">
                  <c:v>15.12</c:v>
                </c:pt>
                <c:pt idx="379">
                  <c:v>15.16</c:v>
                </c:pt>
                <c:pt idx="380">
                  <c:v>15.2</c:v>
                </c:pt>
                <c:pt idx="381">
                  <c:v>15.24</c:v>
                </c:pt>
                <c:pt idx="382">
                  <c:v>15.28</c:v>
                </c:pt>
                <c:pt idx="383">
                  <c:v>15.32</c:v>
                </c:pt>
                <c:pt idx="384">
                  <c:v>15.36</c:v>
                </c:pt>
                <c:pt idx="385">
                  <c:v>15.4</c:v>
                </c:pt>
                <c:pt idx="386">
                  <c:v>15.44</c:v>
                </c:pt>
                <c:pt idx="387">
                  <c:v>15.48</c:v>
                </c:pt>
                <c:pt idx="388">
                  <c:v>15.52</c:v>
                </c:pt>
                <c:pt idx="389">
                  <c:v>15.56</c:v>
                </c:pt>
                <c:pt idx="390">
                  <c:v>15.6</c:v>
                </c:pt>
                <c:pt idx="391">
                  <c:v>15.64</c:v>
                </c:pt>
                <c:pt idx="392">
                  <c:v>15.68</c:v>
                </c:pt>
                <c:pt idx="393">
                  <c:v>15.72</c:v>
                </c:pt>
                <c:pt idx="394">
                  <c:v>15.76</c:v>
                </c:pt>
                <c:pt idx="395">
                  <c:v>15.8</c:v>
                </c:pt>
                <c:pt idx="396">
                  <c:v>15.84</c:v>
                </c:pt>
                <c:pt idx="397">
                  <c:v>15.88</c:v>
                </c:pt>
                <c:pt idx="398">
                  <c:v>15.92</c:v>
                </c:pt>
                <c:pt idx="399">
                  <c:v>15.96</c:v>
                </c:pt>
                <c:pt idx="400">
                  <c:v>16</c:v>
                </c:pt>
              </c:numCache>
            </c:numRef>
          </c:xVal>
          <c:yVal>
            <c:numRef>
              <c:f>'Chart Data'!$D$2:$D$402</c:f>
              <c:numCache>
                <c:formatCode>0.0</c:formatCode>
                <c:ptCount val="401"/>
                <c:pt idx="0">
                  <c:v>0</c:v>
                </c:pt>
                <c:pt idx="1">
                  <c:v>4.23146982421E-06</c:v>
                </c:pt>
                <c:pt idx="2">
                  <c:v>3.27856510129E-05</c:v>
                </c:pt>
                <c:pt idx="3">
                  <c:v>0.000107166775963</c:v>
                </c:pt>
                <c:pt idx="4">
                  <c:v>0.000246024836504</c:v>
                </c:pt>
                <c:pt idx="5">
                  <c:v>0.000465384127947</c:v>
                </c:pt>
                <c:pt idx="6">
                  <c:v>0.000778857277442</c:v>
                </c:pt>
                <c:pt idx="7">
                  <c:v>0.00119784556064</c:v>
                </c:pt>
                <c:pt idx="8">
                  <c:v>0.00173172627001</c:v>
                </c:pt>
                <c:pt idx="9">
                  <c:v>0.00238802785946</c:v>
                </c:pt>
                <c:pt idx="10">
                  <c:v>0.00317259355291</c:v>
                </c:pt>
                <c:pt idx="11">
                  <c:v>0.00408973406962</c:v>
                </c:pt>
                <c:pt idx="12">
                  <c:v>0.00514237008518</c:v>
                </c:pt>
                <c:pt idx="13">
                  <c:v>0.00633216501571</c:v>
                </c:pt>
                <c:pt idx="14">
                  <c:v>0.00765964868205</c:v>
                </c:pt>
                <c:pt idx="15">
                  <c:v>0.00912433238222</c:v>
                </c:pt>
                <c:pt idx="16">
                  <c:v>0.0107248158726</c:v>
                </c:pt>
                <c:pt idx="17">
                  <c:v>0.0124588867326</c:v>
                </c:pt>
                <c:pt idx="18">
                  <c:v>0.0143236125617</c:v>
                </c:pt>
                <c:pt idx="19">
                  <c:v>0.0163154264364</c:v>
                </c:pt>
                <c:pt idx="20">
                  <c:v>0.0184302060278</c:v>
                </c:pt>
                <c:pt idx="21">
                  <c:v>0.0206633467649</c:v>
                </c:pt>
                <c:pt idx="22">
                  <c:v>0.0230098294027</c:v>
                </c:pt>
                <c:pt idx="23">
                  <c:v>0.0254642823388</c:v>
                </c:pt>
                <c:pt idx="24">
                  <c:v>0.0280210390016</c:v>
                </c:pt>
                <c:pt idx="25">
                  <c:v>0.0306741906171</c:v>
                </c:pt>
                <c:pt idx="26">
                  <c:v>0.0334176346425</c:v>
                </c:pt>
                <c:pt idx="27">
                  <c:v>0.036245119143</c:v>
                </c:pt>
                <c:pt idx="28">
                  <c:v>0.039150283368</c:v>
                </c:pt>
                <c:pt idx="29">
                  <c:v>0.0421266947725</c:v>
                </c:pt>
                <c:pt idx="30">
                  <c:v>0.0451678827155</c:v>
                </c:pt>
                <c:pt idx="31">
                  <c:v>0.0482673690514</c:v>
                </c:pt>
                <c:pt idx="32">
                  <c:v>0.051418695823</c:v>
                </c:pt>
                <c:pt idx="33">
                  <c:v>0.0546154502477</c:v>
                </c:pt>
                <c:pt idx="34">
                  <c:v>0.0578512871827</c:v>
                </c:pt>
                <c:pt idx="35">
                  <c:v>0.06111994924</c:v>
                </c:pt>
                <c:pt idx="36">
                  <c:v>0.0644152847161</c:v>
                </c:pt>
                <c:pt idx="37">
                  <c:v>0.0677312634877</c:v>
                </c:pt>
                <c:pt idx="38">
                  <c:v>0.071061991021</c:v>
                </c:pt>
                <c:pt idx="39">
                  <c:v>0.0744017206272</c:v>
                </c:pt>
                <c:pt idx="40">
                  <c:v>0.077744864096</c:v>
                </c:pt>
                <c:pt idx="41">
                  <c:v>0.0810860008249</c:v>
                </c:pt>
                <c:pt idx="42">
                  <c:v>0.0844198855593</c:v>
                </c:pt>
                <c:pt idx="43">
                  <c:v>0.0877414548496</c:v>
                </c:pt>
                <c:pt idx="44">
                  <c:v>0.0910458323248</c:v>
                </c:pt>
                <c:pt idx="45">
                  <c:v>0.0943283328774</c:v>
                </c:pt>
                <c:pt idx="46">
                  <c:v>0.0975844658482</c:v>
                </c:pt>
                <c:pt idx="47">
                  <c:v>0.100809937292</c:v>
                </c:pt>
                <c:pt idx="48">
                  <c:v>0.104000651403</c:v>
                </c:pt>
                <c:pt idx="49">
                  <c:v>0.107152711176</c:v>
                </c:pt>
                <c:pt idx="50">
                  <c:v>0.110262418361</c:v>
                </c:pt>
                <c:pt idx="51">
                  <c:v>0.113326272787</c:v>
                </c:pt>
                <c:pt idx="52">
                  <c:v>0.116340971112</c:v>
                </c:pt>
                <c:pt idx="53">
                  <c:v>0.119303405043</c:v>
                </c:pt>
                <c:pt idx="54">
                  <c:v>0.122210659097</c:v>
                </c:pt>
                <c:pt idx="55">
                  <c:v>0.125060007935</c:v>
                </c:pt>
                <c:pt idx="56">
                  <c:v>0.127848913326</c:v>
                </c:pt>
                <c:pt idx="57">
                  <c:v>0.130575020771</c:v>
                </c:pt>
                <c:pt idx="58">
                  <c:v>0.133236155842</c:v>
                </c:pt>
                <c:pt idx="59">
                  <c:v>0.135830320257</c:v>
                </c:pt>
                <c:pt idx="60">
                  <c:v>0.138355687731</c:v>
                </c:pt>
                <c:pt idx="61">
                  <c:v>0.140810599638</c:v>
                </c:pt>
                <c:pt idx="62">
                  <c:v>0.143193560513</c:v>
                </c:pt>
                <c:pt idx="63">
                  <c:v>0.145503233403</c:v>
                </c:pt>
                <c:pt idx="64">
                  <c:v>0.147738435127</c:v>
                </c:pt>
                <c:pt idx="65">
                  <c:v>0.149898131429</c:v>
                </c:pt>
                <c:pt idx="66">
                  <c:v>0.151981432073</c:v>
                </c:pt>
                <c:pt idx="67">
                  <c:v>0.153987585891</c:v>
                </c:pt>
                <c:pt idx="68">
                  <c:v>0.155915975791</c:v>
                </c:pt>
                <c:pt idx="69">
                  <c:v>0.157766113765</c:v>
                </c:pt>
                <c:pt idx="70">
                  <c:v>0.159537635883</c:v>
                </c:pt>
                <c:pt idx="71">
                  <c:v>0.161230297315</c:v>
                </c:pt>
                <c:pt idx="72">
                  <c:v>0.162843967369</c:v>
                </c:pt>
                <c:pt idx="73">
                  <c:v>0.164378624575</c:v>
                </c:pt>
                <c:pt idx="74">
                  <c:v>0.165834351814</c:v>
                </c:pt>
                <c:pt idx="75">
                  <c:v>0.167211331503</c:v>
                </c:pt>
                <c:pt idx="76">
                  <c:v>0.168509840849</c:v>
                </c:pt>
                <c:pt idx="77">
                  <c:v>0.169730247175</c:v>
                </c:pt>
                <c:pt idx="78">
                  <c:v>0.170873003323</c:v>
                </c:pt>
                <c:pt idx="79">
                  <c:v>0.171938643149</c:v>
                </c:pt>
                <c:pt idx="80">
                  <c:v>0.172927777099</c:v>
                </c:pt>
                <c:pt idx="81">
                  <c:v>0.173841087887</c:v>
                </c:pt>
                <c:pt idx="82">
                  <c:v>0.174679326272</c:v>
                </c:pt>
                <c:pt idx="83">
                  <c:v>0.17544330693</c:v>
                </c:pt>
                <c:pt idx="84">
                  <c:v>0.176133904436</c:v>
                </c:pt>
                <c:pt idx="85">
                  <c:v>0.176752049355</c:v>
                </c:pt>
                <c:pt idx="86">
                  <c:v>0.177298724433</c:v>
                </c:pt>
                <c:pt idx="87">
                  <c:v>0.177774960905</c:v>
                </c:pt>
                <c:pt idx="88">
                  <c:v>0.178181834913</c:v>
                </c:pt>
                <c:pt idx="89">
                  <c:v>0.178520464033</c:v>
                </c:pt>
                <c:pt idx="90">
                  <c:v>0.178792003911</c:v>
                </c:pt>
                <c:pt idx="91">
                  <c:v>0.17899764502</c:v>
                </c:pt>
                <c:pt idx="92">
                  <c:v>0.179138609519</c:v>
                </c:pt>
                <c:pt idx="93">
                  <c:v>0.179216148227</c:v>
                </c:pt>
                <c:pt idx="94">
                  <c:v>0.179231537703</c:v>
                </c:pt>
                <c:pt idx="95">
                  <c:v>0.179186077445</c:v>
                </c:pt>
                <c:pt idx="96">
                  <c:v>0.179081087184</c:v>
                </c:pt>
                <c:pt idx="97">
                  <c:v>0.178917904293</c:v>
                </c:pt>
                <c:pt idx="98">
                  <c:v>0.178697881299</c:v>
                </c:pt>
                <c:pt idx="99">
                  <c:v>0.178422383495</c:v>
                </c:pt>
                <c:pt idx="100">
                  <c:v>0.178092786662</c:v>
                </c:pt>
                <c:pt idx="101">
                  <c:v>0.177710474881</c:v>
                </c:pt>
                <c:pt idx="102">
                  <c:v>0.17727683845</c:v>
                </c:pt>
                <c:pt idx="103">
                  <c:v>0.176793271894</c:v>
                </c:pt>
                <c:pt idx="104">
                  <c:v>0.17626117207</c:v>
                </c:pt>
                <c:pt idx="105">
                  <c:v>0.175681936363</c:v>
                </c:pt>
                <c:pt idx="106">
                  <c:v>0.175056960972</c:v>
                </c:pt>
                <c:pt idx="107">
                  <c:v>0.174387639281</c:v>
                </c:pt>
                <c:pt idx="108">
                  <c:v>0.173675360322</c:v>
                </c:pt>
                <c:pt idx="109">
                  <c:v>0.172921507312</c:v>
                </c:pt>
                <c:pt idx="110">
                  <c:v>0.172127456279</c:v>
                </c:pt>
                <c:pt idx="111">
                  <c:v>0.171294574758</c:v>
                </c:pt>
                <c:pt idx="112">
                  <c:v>0.170424220568</c:v>
                </c:pt>
                <c:pt idx="113">
                  <c:v>0.169517740664</c:v>
                </c:pt>
                <c:pt idx="114">
                  <c:v>0.168576470057</c:v>
                </c:pt>
                <c:pt idx="115">
                  <c:v>0.167601730803</c:v>
                </c:pt>
                <c:pt idx="116">
                  <c:v>0.166594831062</c:v>
                </c:pt>
                <c:pt idx="117">
                  <c:v>0.165557064218</c:v>
                </c:pt>
                <c:pt idx="118">
                  <c:v>0.164489708064</c:v>
                </c:pt>
                <c:pt idx="119">
                  <c:v>0.163394024049</c:v>
                </c:pt>
                <c:pt idx="120">
                  <c:v>0.162271256573</c:v>
                </c:pt>
                <c:pt idx="121">
                  <c:v>0.161122632354</c:v>
                </c:pt>
                <c:pt idx="122">
                  <c:v>0.159949359833</c:v>
                </c:pt>
                <c:pt idx="123">
                  <c:v>0.158752628642</c:v>
                </c:pt>
                <c:pt idx="124">
                  <c:v>0.157533609115</c:v>
                </c:pt>
                <c:pt idx="125">
                  <c:v>0.156293451851</c:v>
                </c:pt>
                <c:pt idx="126">
                  <c:v>0.155033287317</c:v>
                </c:pt>
                <c:pt idx="127">
                  <c:v>0.153754225505</c:v>
                </c:pt>
                <c:pt idx="128">
                  <c:v>0.152457355618</c:v>
                </c:pt>
                <c:pt idx="129">
                  <c:v>0.151143745807</c:v>
                </c:pt>
                <c:pt idx="130">
                  <c:v>0.149814442941</c:v>
                </c:pt>
                <c:pt idx="131">
                  <c:v>0.148470472412</c:v>
                </c:pt>
                <c:pt idx="132">
                  <c:v>0.147112837984</c:v>
                </c:pt>
                <c:pt idx="133">
                  <c:v>0.145742521661</c:v>
                </c:pt>
                <c:pt idx="134">
                  <c:v>0.144360483603</c:v>
                </c:pt>
                <c:pt idx="135">
                  <c:v>0.142967662055</c:v>
                </c:pt>
                <c:pt idx="136">
                  <c:v>0.14156497332</c:v>
                </c:pt>
                <c:pt idx="137">
                  <c:v>0.140153311751</c:v>
                </c:pt>
                <c:pt idx="138">
                  <c:v>0.138733549768</c:v>
                </c:pt>
                <c:pt idx="139">
                  <c:v>0.137306537903</c:v>
                </c:pt>
                <c:pt idx="140">
                  <c:v>0.135873104867</c:v>
                </c:pt>
                <c:pt idx="141">
                  <c:v>0.134434057637</c:v>
                </c:pt>
                <c:pt idx="142">
                  <c:v>0.132990181568</c:v>
                </c:pt>
                <c:pt idx="143">
                  <c:v>0.131542240513</c:v>
                </c:pt>
                <c:pt idx="144">
                  <c:v>0.130090976981</c:v>
                </c:pt>
                <c:pt idx="145">
                  <c:v>0.128637112286</c:v>
                </c:pt>
                <c:pt idx="146">
                  <c:v>0.127181346739</c:v>
                </c:pt>
                <c:pt idx="147">
                  <c:v>0.125724359831</c:v>
                </c:pt>
                <c:pt idx="148">
                  <c:v>0.124266810448</c:v>
                </c:pt>
                <c:pt idx="149">
                  <c:v>0.122809337087</c:v>
                </c:pt>
                <c:pt idx="150">
                  <c:v>0.121352558086</c:v>
                </c:pt>
                <c:pt idx="151">
                  <c:v>0.119897071874</c:v>
                </c:pt>
                <c:pt idx="152">
                  <c:v>0.118443457219</c:v>
                </c:pt>
                <c:pt idx="153">
                  <c:v>0.11699227349</c:v>
                </c:pt>
                <c:pt idx="154">
                  <c:v>0.11554406093</c:v>
                </c:pt>
                <c:pt idx="155">
                  <c:v>0.114099340935</c:v>
                </c:pt>
                <c:pt idx="156">
                  <c:v>0.112658616338</c:v>
                </c:pt>
                <c:pt idx="157">
                  <c:v>0.1112223717</c:v>
                </c:pt>
                <c:pt idx="158">
                  <c:v>0.109791073612</c:v>
                </c:pt>
                <c:pt idx="159">
                  <c:v>0.108365170991</c:v>
                </c:pt>
                <c:pt idx="160">
                  <c:v>0.106945095392</c:v>
                </c:pt>
                <c:pt idx="161">
                  <c:v>0.105531261319</c:v>
                </c:pt>
                <c:pt idx="162">
                  <c:v>0.104124066534</c:v>
                </c:pt>
                <c:pt idx="163">
                  <c:v>0.102723892378</c:v>
                </c:pt>
                <c:pt idx="164">
                  <c:v>0.101331104088</c:v>
                </c:pt>
                <c:pt idx="165">
                  <c:v>0.0999460511183</c:v>
                </c:pt>
                <c:pt idx="166">
                  <c:v>0.0985690674617</c:v>
                </c:pt>
                <c:pt idx="167">
                  <c:v>0.0972004719729</c:v>
                </c:pt>
                <c:pt idx="168">
                  <c:v>0.0958405686909</c:v>
                </c:pt>
                <c:pt idx="169">
                  <c:v>0.0944896471625</c:v>
                </c:pt>
                <c:pt idx="170">
                  <c:v>0.0931479827651</c:v>
                </c:pt>
                <c:pt idx="171">
                  <c:v>0.0918158370288</c:v>
                </c:pt>
                <c:pt idx="172">
                  <c:v>0.0904934579577</c:v>
                </c:pt>
                <c:pt idx="173">
                  <c:v>0.0891810803497</c:v>
                </c:pt>
                <c:pt idx="174">
                  <c:v>0.0878789261147</c:v>
                </c:pt>
                <c:pt idx="175">
                  <c:v>0.0865872045912</c:v>
                </c:pt>
                <c:pt idx="176">
                  <c:v>0.0853061128605</c:v>
                </c:pt>
                <c:pt idx="177">
                  <c:v>0.0840358360588</c:v>
                </c:pt>
                <c:pt idx="178">
                  <c:v>0.0827765476864</c:v>
                </c:pt>
                <c:pt idx="179">
                  <c:v>0.0815284099147</c:v>
                </c:pt>
                <c:pt idx="180">
                  <c:v>0.0802915738894</c:v>
                </c:pt>
                <c:pt idx="181">
                  <c:v>0.0790661800314</c:v>
                </c:pt>
                <c:pt idx="182">
                  <c:v>0.0778523583335</c:v>
                </c:pt>
                <c:pt idx="183">
                  <c:v>0.0766502286549</c:v>
                </c:pt>
                <c:pt idx="184">
                  <c:v>0.0754599010104</c:v>
                </c:pt>
                <c:pt idx="185">
                  <c:v>0.0742814758575</c:v>
                </c:pt>
                <c:pt idx="186">
                  <c:v>0.0731150443785</c:v>
                </c:pt>
                <c:pt idx="187">
                  <c:v>0.0719606887594</c:v>
                </c:pt>
                <c:pt idx="188">
                  <c:v>0.070818482464</c:v>
                </c:pt>
                <c:pt idx="189">
                  <c:v>0.0696884905045</c:v>
                </c:pt>
                <c:pt idx="190">
                  <c:v>0.0685707697079</c:v>
                </c:pt>
                <c:pt idx="191">
                  <c:v>0.0674653689772</c:v>
                </c:pt>
                <c:pt idx="192">
                  <c:v>0.0663723295494</c:v>
                </c:pt>
                <c:pt idx="193">
                  <c:v>0.0652916852486</c:v>
                </c:pt>
                <c:pt idx="194">
                  <c:v>0.0642234627344</c:v>
                </c:pt>
                <c:pt idx="195">
                  <c:v>0.0631676817461</c:v>
                </c:pt>
                <c:pt idx="196">
                  <c:v>0.0621243553426</c:v>
                </c:pt>
                <c:pt idx="197">
                  <c:v>0.0610934901375</c:v>
                </c:pt>
                <c:pt idx="198">
                  <c:v>0.0600750865293</c:v>
                </c:pt>
                <c:pt idx="199">
                  <c:v>0.0590691389279</c:v>
                </c:pt>
                <c:pt idx="200">
                  <c:v>0.0580756359759</c:v>
                </c:pt>
                <c:pt idx="201">
                  <c:v>0.0570945607651</c:v>
                </c:pt>
                <c:pt idx="202">
                  <c:v>0.0561258910495</c:v>
                </c:pt>
                <c:pt idx="203">
                  <c:v>0.0551695994526</c:v>
                </c:pt>
                <c:pt idx="204">
                  <c:v>0.0542256536707</c:v>
                </c:pt>
                <c:pt idx="205">
                  <c:v>0.0532940166719</c:v>
                </c:pt>
                <c:pt idx="206">
                  <c:v>0.0523746468899</c:v>
                </c:pt>
                <c:pt idx="207">
                  <c:v>0.0514674984142</c:v>
                </c:pt>
                <c:pt idx="208">
                  <c:v>0.0505725211748</c:v>
                </c:pt>
                <c:pt idx="209">
                  <c:v>0.0496896611239</c:v>
                </c:pt>
                <c:pt idx="210">
                  <c:v>0.048818860412</c:v>
                </c:pt>
                <c:pt idx="211">
                  <c:v>0.0479600575598</c:v>
                </c:pt>
                <c:pt idx="212">
                  <c:v>0.0471131876268</c:v>
                </c:pt>
                <c:pt idx="213">
                  <c:v>0.0462781823746</c:v>
                </c:pt>
                <c:pt idx="214">
                  <c:v>0.0454549704263</c:v>
                </c:pt>
                <c:pt idx="215">
                  <c:v>0.0446434774219</c:v>
                </c:pt>
                <c:pt idx="216">
                  <c:v>0.0438436261697</c:v>
                </c:pt>
                <c:pt idx="217">
                  <c:v>0.0430553367933</c:v>
                </c:pt>
                <c:pt idx="218">
                  <c:v>0.0422785268745</c:v>
                </c:pt>
                <c:pt idx="219">
                  <c:v>0.0415131115932</c:v>
                </c:pt>
                <c:pt idx="220">
                  <c:v>0.040759003862</c:v>
                </c:pt>
                <c:pt idx="221">
                  <c:v>0.0400161144584</c:v>
                </c:pt>
                <c:pt idx="222">
                  <c:v>0.0392843521518</c:v>
                </c:pt>
                <c:pt idx="223">
                  <c:v>0.0385636238282</c:v>
                </c:pt>
                <c:pt idx="224">
                  <c:v>0.0378538346102</c:v>
                </c:pt>
                <c:pt idx="225">
                  <c:v>0.037154887974</c:v>
                </c:pt>
                <c:pt idx="226">
                  <c:v>0.0364666858624</c:v>
                </c:pt>
                <c:pt idx="227">
                  <c:v>0.0357891287946</c:v>
                </c:pt>
                <c:pt idx="228">
                  <c:v>0.0351221159731</c:v>
                </c:pt>
                <c:pt idx="229">
                  <c:v>0.034465545386</c:v>
                </c:pt>
                <c:pt idx="230">
                  <c:v>0.0338193139071</c:v>
                </c:pt>
                <c:pt idx="231">
                  <c:v>0.0331833173926</c:v>
                </c:pt>
                <c:pt idx="232">
                  <c:v>0.0325574507741</c:v>
                </c:pt>
                <c:pt idx="233">
                  <c:v>0.0319416081493</c:v>
                </c:pt>
                <c:pt idx="234">
                  <c:v>0.0313356828688</c:v>
                </c:pt>
                <c:pt idx="235">
                  <c:v>0.0307395676208</c:v>
                </c:pt>
                <c:pt idx="236">
                  <c:v>0.0301531545122</c:v>
                </c:pt>
                <c:pt idx="237">
                  <c:v>0.0295763351472</c:v>
                </c:pt>
                <c:pt idx="238">
                  <c:v>0.0290090007032</c:v>
                </c:pt>
                <c:pt idx="239">
                  <c:v>0.0284510420036</c:v>
                </c:pt>
                <c:pt idx="240">
                  <c:v>0.0279023495884</c:v>
                </c:pt>
                <c:pt idx="241">
                  <c:v>0.0273628137817</c:v>
                </c:pt>
                <c:pt idx="242">
                  <c:v>0.0268323247572</c:v>
                </c:pt>
                <c:pt idx="243">
                  <c:v>0.0263107726009</c:v>
                </c:pt>
                <c:pt idx="244">
                  <c:v>0.0257980473711</c:v>
                </c:pt>
                <c:pt idx="245">
                  <c:v>0.0252940391569</c:v>
                </c:pt>
                <c:pt idx="246">
                  <c:v>0.0247986381335</c:v>
                </c:pt>
                <c:pt idx="247">
                  <c:v>0.0243117346156</c:v>
                </c:pt>
                <c:pt idx="248">
                  <c:v>0.0238332191089</c:v>
                </c:pt>
                <c:pt idx="249">
                  <c:v>0.023362982359</c:v>
                </c:pt>
                <c:pt idx="250">
                  <c:v>0.0229009153981</c:v>
                </c:pt>
                <c:pt idx="251">
                  <c:v>0.0224469095908</c:v>
                </c:pt>
                <c:pt idx="252">
                  <c:v>0.0220008566762</c:v>
                </c:pt>
                <c:pt idx="253">
                  <c:v>0.0215626488094</c:v>
                </c:pt>
                <c:pt idx="254">
                  <c:v>0.0211321786009</c:v>
                </c:pt>
                <c:pt idx="255">
                  <c:v>0.0207093391536</c:v>
                </c:pt>
                <c:pt idx="256">
                  <c:v>0.0202940240986</c:v>
                </c:pt>
                <c:pt idx="257">
                  <c:v>0.0198861276292</c:v>
                </c:pt>
                <c:pt idx="258">
                  <c:v>0.0194855445328</c:v>
                </c:pt>
                <c:pt idx="259">
                  <c:v>0.0190921702221</c:v>
                </c:pt>
                <c:pt idx="260">
                  <c:v>0.0187059007636</c:v>
                </c:pt>
                <c:pt idx="261">
                  <c:v>0.0183266329052</c:v>
                </c:pt>
                <c:pt idx="262">
                  <c:v>0.0179542641024</c:v>
                </c:pt>
                <c:pt idx="263">
                  <c:v>0.017588692543</c:v>
                </c:pt>
                <c:pt idx="264">
                  <c:v>0.0172298171699</c:v>
                </c:pt>
                <c:pt idx="265">
                  <c:v>0.016877537703</c:v>
                </c:pt>
                <c:pt idx="266">
                  <c:v>0.0165317546601</c:v>
                </c:pt>
                <c:pt idx="267">
                  <c:v>0.0161923693759</c:v>
                </c:pt>
                <c:pt idx="268">
                  <c:v>0.0158592840199</c:v>
                </c:pt>
                <c:pt idx="269">
                  <c:v>0.0155324016135</c:v>
                </c:pt>
                <c:pt idx="270">
                  <c:v>0.0152116260453</c:v>
                </c:pt>
                <c:pt idx="271">
                  <c:v>0.0148968620862</c:v>
                </c:pt>
                <c:pt idx="272">
                  <c:v>0.0145880154025</c:v>
                </c:pt>
                <c:pt idx="273">
                  <c:v>0.0142849925684</c:v>
                </c:pt>
                <c:pt idx="274">
                  <c:v>0.0139877010776</c:v>
                </c:pt>
                <c:pt idx="275">
                  <c:v>0.0136960493535</c:v>
                </c:pt>
                <c:pt idx="276">
                  <c:v>0.0134099467591</c:v>
                </c:pt>
                <c:pt idx="277">
                  <c:v>0.0131293036051</c:v>
                </c:pt>
                <c:pt idx="278">
                  <c:v>0.0128540311583</c:v>
                </c:pt>
                <c:pt idx="279">
                  <c:v>0.0125840416481</c:v>
                </c:pt>
                <c:pt idx="280">
                  <c:v>0.0123192482725</c:v>
                </c:pt>
                <c:pt idx="281">
                  <c:v>0.0120595652038</c:v>
                </c:pt>
                <c:pt idx="282">
                  <c:v>0.0118049075928</c:v>
                </c:pt>
                <c:pt idx="283">
                  <c:v>0.011555191573</c:v>
                </c:pt>
                <c:pt idx="284">
                  <c:v>0.0113103342635</c:v>
                </c:pt>
                <c:pt idx="285">
                  <c:v>0.0110702537713</c:v>
                </c:pt>
                <c:pt idx="286">
                  <c:v>0.0108348691938</c:v>
                </c:pt>
                <c:pt idx="287">
                  <c:v>0.0106041006191</c:v>
                </c:pt>
                <c:pt idx="288">
                  <c:v>0.0103778691276</c:v>
                </c:pt>
                <c:pt idx="289">
                  <c:v>0.0101560967911</c:v>
                </c:pt>
                <c:pt idx="290">
                  <c:v>0.00993870667311</c:v>
                </c:pt>
                <c:pt idx="291">
                  <c:v>0.00972562282745</c:v>
                </c:pt>
                <c:pt idx="292">
                  <c:v>0.00951677029672</c:v>
                </c:pt>
                <c:pt idx="293">
                  <c:v>0.00931207511047</c:v>
                </c:pt>
                <c:pt idx="294">
                  <c:v>0.00911146428267</c:v>
                </c:pt>
                <c:pt idx="295">
                  <c:v>0.00891486580884</c:v>
                </c:pt>
                <c:pt idx="296">
                  <c:v>0.00872220866278</c:v>
                </c:pt>
                <c:pt idx="297">
                  <c:v>0.00853342279286</c:v>
                </c:pt>
                <c:pt idx="298">
                  <c:v>0.00834843911797</c:v>
                </c:pt>
                <c:pt idx="299">
                  <c:v>0.00816718952306</c:v>
                </c:pt>
                <c:pt idx="300">
                  <c:v>0.0079896068544</c:v>
                </c:pt>
                <c:pt idx="301">
                  <c:v>0.00781562491446</c:v>
                </c:pt>
                <c:pt idx="302">
                  <c:v>0.00764517845654</c:v>
                </c:pt>
                <c:pt idx="303">
                  <c:v>0.00747820317902</c:v>
                </c:pt>
                <c:pt idx="304">
                  <c:v>0.00731463571943</c:v>
                </c:pt>
                <c:pt idx="305">
                  <c:v>0.00715441364821</c:v>
                </c:pt>
                <c:pt idx="306">
                  <c:v>0.00699747546221</c:v>
                </c:pt>
                <c:pt idx="307">
                  <c:v>0.00684376057796</c:v>
                </c:pt>
                <c:pt idx="308">
                  <c:v>0.00669320932481</c:v>
                </c:pt>
                <c:pt idx="309">
                  <c:v>0.00654576293767</c:v>
                </c:pt>
                <c:pt idx="310">
                  <c:v>0.00640136354981</c:v>
                </c:pt>
                <c:pt idx="311">
                  <c:v>0.00625995418522</c:v>
                </c:pt>
                <c:pt idx="312">
                  <c:v>0.00612147875102</c:v>
                </c:pt>
                <c:pt idx="313">
                  <c:v>0.00598588202957</c:v>
                </c:pt>
                <c:pt idx="314">
                  <c:v>0.00585310967049</c:v>
                </c:pt>
                <c:pt idx="315">
                  <c:v>0.00572310818256</c:v>
                </c:pt>
                <c:pt idx="316">
                  <c:v>0.00559582492544</c:v>
                </c:pt>
                <c:pt idx="317">
                  <c:v>0.00547120810134</c:v>
                </c:pt>
                <c:pt idx="318">
                  <c:v>0.0053492067465</c:v>
                </c:pt>
                <c:pt idx="319">
                  <c:v>0.00522977072272</c:v>
                </c:pt>
                <c:pt idx="320">
                  <c:v>0.00511285070859</c:v>
                </c:pt>
                <c:pt idx="321">
                  <c:v>0.00499839819088</c:v>
                </c:pt>
                <c:pt idx="322">
                  <c:v>0.00488636545564</c:v>
                </c:pt>
                <c:pt idx="323">
                  <c:v>0.00477670557941</c:v>
                </c:pt>
                <c:pt idx="324">
                  <c:v>0.00466937242027</c:v>
                </c:pt>
                <c:pt idx="325">
                  <c:v>0.0045643206089</c:v>
                </c:pt>
                <c:pt idx="326">
                  <c:v>0.00446150553956</c:v>
                </c:pt>
                <c:pt idx="327">
                  <c:v>0.00436088336105</c:v>
                </c:pt>
                <c:pt idx="328">
                  <c:v>0.00426241096769</c:v>
                </c:pt>
                <c:pt idx="329">
                  <c:v>0.00416604599019</c:v>
                </c:pt>
                <c:pt idx="330">
                  <c:v>0.00407174678659</c:v>
                </c:pt>
                <c:pt idx="331">
                  <c:v>0.00397947243314</c:v>
                </c:pt>
                <c:pt idx="332">
                  <c:v>0.00388918271522</c:v>
                </c:pt>
                <c:pt idx="333">
                  <c:v>0.0038008381182</c:v>
                </c:pt>
                <c:pt idx="334">
                  <c:v>0.00371439981836</c:v>
                </c:pt>
                <c:pt idx="335">
                  <c:v>0.00362982967384</c:v>
                </c:pt>
                <c:pt idx="336">
                  <c:v>0.00354709021551</c:v>
                </c:pt>
                <c:pt idx="337">
                  <c:v>0.00346614463801</c:v>
                </c:pt>
                <c:pt idx="338">
                  <c:v>0.00338695679064</c:v>
                </c:pt>
                <c:pt idx="339">
                  <c:v>0.00330949116847</c:v>
                </c:pt>
                <c:pt idx="340">
                  <c:v>0.0032337129033</c:v>
                </c:pt>
                <c:pt idx="341">
                  <c:v>0.00315958775479</c:v>
                </c:pt>
                <c:pt idx="342">
                  <c:v>0.00308708210159</c:v>
                </c:pt>
                <c:pt idx="343">
                  <c:v>0.00301616293248</c:v>
                </c:pt>
                <c:pt idx="344">
                  <c:v>0.0029467978376</c:v>
                </c:pt>
                <c:pt idx="345">
                  <c:v>0.00287895499973</c:v>
                </c:pt>
                <c:pt idx="346">
                  <c:v>0.00281260318559</c:v>
                </c:pt>
                <c:pt idx="347">
                  <c:v>0.00274771173721</c:v>
                </c:pt>
                <c:pt idx="348">
                  <c:v>0.00268425056338</c:v>
                </c:pt>
                <c:pt idx="349">
                  <c:v>0.00262219013115</c:v>
                </c:pt>
                <c:pt idx="350">
                  <c:v>0.00256150145736</c:v>
                </c:pt>
                <c:pt idx="351">
                  <c:v>0.00250215610026</c:v>
                </c:pt>
                <c:pt idx="352">
                  <c:v>0.00244412615124</c:v>
                </c:pt>
                <c:pt idx="353">
                  <c:v>0.00238738422653</c:v>
                </c:pt>
                <c:pt idx="354">
                  <c:v>0.00233190345908</c:v>
                </c:pt>
                <c:pt idx="355">
                  <c:v>0.0022776574904</c:v>
                </c:pt>
                <c:pt idx="356">
                  <c:v>0.00222462046257</c:v>
                </c:pt>
                <c:pt idx="357">
                  <c:v>0.0021727670103</c:v>
                </c:pt>
                <c:pt idx="358">
                  <c:v>0.002122072253</c:v>
                </c:pt>
                <c:pt idx="359">
                  <c:v>0.00207251178703</c:v>
                </c:pt>
                <c:pt idx="360">
                  <c:v>0.00202406167792</c:v>
                </c:pt>
                <c:pt idx="361">
                  <c:v>0.00197669845281</c:v>
                </c:pt>
                <c:pt idx="362">
                  <c:v>0.00193039909279</c:v>
                </c:pt>
                <c:pt idx="363">
                  <c:v>0.00188514102549</c:v>
                </c:pt>
                <c:pt idx="364">
                  <c:v>0.00184090211765</c:v>
                </c:pt>
                <c:pt idx="365">
                  <c:v>0.00179766066778</c:v>
                </c:pt>
                <c:pt idx="366">
                  <c:v>0.00175539539896</c:v>
                </c:pt>
                <c:pt idx="367">
                  <c:v>0.00171408545168</c:v>
                </c:pt>
                <c:pt idx="368">
                  <c:v>0.00167371037674</c:v>
                </c:pt>
                <c:pt idx="369">
                  <c:v>0.00163425012829</c:v>
                </c:pt>
                <c:pt idx="370">
                  <c:v>0.00159568505693</c:v>
                </c:pt>
                <c:pt idx="371">
                  <c:v>0.00155799590288</c:v>
                </c:pt>
                <c:pt idx="372">
                  <c:v>0.00152116378924</c:v>
                </c:pt>
                <c:pt idx="373">
                  <c:v>0.00148517021536</c:v>
                </c:pt>
                <c:pt idx="374">
                  <c:v>0.00144999705027</c:v>
                </c:pt>
                <c:pt idx="375">
                  <c:v>0.00141562652621</c:v>
                </c:pt>
                <c:pt idx="376">
                  <c:v>0.00138204123219</c:v>
                </c:pt>
                <c:pt idx="377">
                  <c:v>0.00134922410776</c:v>
                </c:pt>
                <c:pt idx="378">
                  <c:v>0.00131715843671</c:v>
                </c:pt>
                <c:pt idx="379">
                  <c:v>0.00128582784098</c:v>
                </c:pt>
                <c:pt idx="380">
                  <c:v>0.00125521627455</c:v>
                </c:pt>
                <c:pt idx="381">
                  <c:v>0.00122530801753</c:v>
                </c:pt>
                <c:pt idx="382">
                  <c:v>0.00119608767023</c:v>
                </c:pt>
                <c:pt idx="383">
                  <c:v>0.00116754014737</c:v>
                </c:pt>
                <c:pt idx="384">
                  <c:v>0.00113965067232</c:v>
                </c:pt>
                <c:pt idx="385">
                  <c:v>0.00111240477151</c:v>
                </c:pt>
                <c:pt idx="386">
                  <c:v>0.00108578826886</c:v>
                </c:pt>
                <c:pt idx="387">
                  <c:v>0.00105978728026</c:v>
                </c:pt>
                <c:pt idx="388">
                  <c:v>0.0010343882082</c:v>
                </c:pt>
                <c:pt idx="389">
                  <c:v>0.00100957773649</c:v>
                </c:pt>
                <c:pt idx="390">
                  <c:v>0.000985342824943</c:v>
                </c:pt>
                <c:pt idx="391">
                  <c:v>0.000961670704287</c:v>
                </c:pt>
                <c:pt idx="392">
                  <c:v>0.00093854887105</c:v>
                </c:pt>
                <c:pt idx="393">
                  <c:v>0.00091596508257</c:v>
                </c:pt>
                <c:pt idx="394">
                  <c:v>0.000893907352067</c:v>
                </c:pt>
                <c:pt idx="395">
                  <c:v>0.000872363943799</c:v>
                </c:pt>
                <c:pt idx="396">
                  <c:v>0.000851323368291</c:v>
                </c:pt>
                <c:pt idx="397">
                  <c:v>0.000830774377638</c:v>
                </c:pt>
                <c:pt idx="398">
                  <c:v>0.000810705960884</c:v>
                </c:pt>
                <c:pt idx="399">
                  <c:v>0.000791107339478</c:v>
                </c:pt>
                <c:pt idx="400">
                  <c:v>0.000771967962799</c:v>
                </c:pt>
              </c:numCache>
            </c:numRef>
          </c:yVal>
          <c:smooth val="0"/>
        </c:ser>
        <c:ser>
          <c:idx val="2"/>
          <c:order val="2"/>
          <c:tx>
            <c:v>n = 25</c:v>
          </c:tx>
          <c:spPr>
            <a:solidFill xmlns:a="http://schemas.openxmlformats.org/drawingml/2006/main">
              <a:srgbClr val="007D80"/>
            </a:solidFill>
            <a:ln xmlns:a="http://schemas.openxmlformats.org/drawingml/2006/main" w="33338">
              <a:solidFill>
                <a:srgbClr val="007D80"/>
              </a:solidFill>
              <a:prstDash val="dot"/>
            </a:ln>
          </c:spPr>
          <c:marker>
            <c:symbol val="none"/>
          </c:marker>
          <c:xVal>
            <c:numRef>
              <c:f>'Chart Data'!$E$2:$E$402</c:f>
              <c:numCache>
                <c:formatCode>General</c:formatCode>
                <c:ptCount val="401"/>
                <c:pt idx="0">
                  <c:v>0</c:v>
                </c:pt>
                <c:pt idx="1">
                  <c:v>0.04</c:v>
                </c:pt>
                <c:pt idx="2">
                  <c:v>0.08</c:v>
                </c:pt>
                <c:pt idx="3">
                  <c:v>0.12</c:v>
                </c:pt>
                <c:pt idx="4">
                  <c:v>0.16</c:v>
                </c:pt>
                <c:pt idx="5">
                  <c:v>0.2</c:v>
                </c:pt>
                <c:pt idx="6">
                  <c:v>0.24</c:v>
                </c:pt>
                <c:pt idx="7">
                  <c:v>0.28</c:v>
                </c:pt>
                <c:pt idx="8">
                  <c:v>0.32</c:v>
                </c:pt>
                <c:pt idx="9">
                  <c:v>0.36</c:v>
                </c:pt>
                <c:pt idx="10">
                  <c:v>0.4</c:v>
                </c:pt>
                <c:pt idx="11">
                  <c:v>0.44</c:v>
                </c:pt>
                <c:pt idx="12">
                  <c:v>0.48</c:v>
                </c:pt>
                <c:pt idx="13">
                  <c:v>0.52</c:v>
                </c:pt>
                <c:pt idx="14">
                  <c:v>0.56</c:v>
                </c:pt>
                <c:pt idx="15">
                  <c:v>0.6</c:v>
                </c:pt>
                <c:pt idx="16">
                  <c:v>0.64</c:v>
                </c:pt>
                <c:pt idx="17">
                  <c:v>0.68</c:v>
                </c:pt>
                <c:pt idx="18">
                  <c:v>0.72</c:v>
                </c:pt>
                <c:pt idx="19">
                  <c:v>0.76</c:v>
                </c:pt>
                <c:pt idx="20">
                  <c:v>0.8</c:v>
                </c:pt>
                <c:pt idx="21">
                  <c:v>0.84</c:v>
                </c:pt>
                <c:pt idx="22">
                  <c:v>0.88</c:v>
                </c:pt>
                <c:pt idx="23">
                  <c:v>0.92</c:v>
                </c:pt>
                <c:pt idx="24">
                  <c:v>0.96</c:v>
                </c:pt>
                <c:pt idx="25">
                  <c:v>1</c:v>
                </c:pt>
                <c:pt idx="26">
                  <c:v>1.04</c:v>
                </c:pt>
                <c:pt idx="27">
                  <c:v>1.08</c:v>
                </c:pt>
                <c:pt idx="28">
                  <c:v>1.12</c:v>
                </c:pt>
                <c:pt idx="29">
                  <c:v>1.16</c:v>
                </c:pt>
                <c:pt idx="30">
                  <c:v>1.2</c:v>
                </c:pt>
                <c:pt idx="31">
                  <c:v>1.24</c:v>
                </c:pt>
                <c:pt idx="32">
                  <c:v>1.28</c:v>
                </c:pt>
                <c:pt idx="33">
                  <c:v>1.32</c:v>
                </c:pt>
                <c:pt idx="34">
                  <c:v>1.36</c:v>
                </c:pt>
                <c:pt idx="35">
                  <c:v>1.4</c:v>
                </c:pt>
                <c:pt idx="36">
                  <c:v>1.44</c:v>
                </c:pt>
                <c:pt idx="37">
                  <c:v>1.48</c:v>
                </c:pt>
                <c:pt idx="38">
                  <c:v>1.52</c:v>
                </c:pt>
                <c:pt idx="39">
                  <c:v>1.56</c:v>
                </c:pt>
                <c:pt idx="40">
                  <c:v>1.6</c:v>
                </c:pt>
                <c:pt idx="41">
                  <c:v>1.64</c:v>
                </c:pt>
                <c:pt idx="42">
                  <c:v>1.68</c:v>
                </c:pt>
                <c:pt idx="43">
                  <c:v>1.72</c:v>
                </c:pt>
                <c:pt idx="44">
                  <c:v>1.76</c:v>
                </c:pt>
                <c:pt idx="45">
                  <c:v>1.8</c:v>
                </c:pt>
                <c:pt idx="46">
                  <c:v>1.84</c:v>
                </c:pt>
                <c:pt idx="47">
                  <c:v>1.88</c:v>
                </c:pt>
                <c:pt idx="48">
                  <c:v>1.92</c:v>
                </c:pt>
                <c:pt idx="49">
                  <c:v>1.96</c:v>
                </c:pt>
                <c:pt idx="50">
                  <c:v>2</c:v>
                </c:pt>
                <c:pt idx="51">
                  <c:v>2.04</c:v>
                </c:pt>
                <c:pt idx="52">
                  <c:v>2.08</c:v>
                </c:pt>
                <c:pt idx="53">
                  <c:v>2.12</c:v>
                </c:pt>
                <c:pt idx="54">
                  <c:v>2.16</c:v>
                </c:pt>
                <c:pt idx="55">
                  <c:v>2.2</c:v>
                </c:pt>
                <c:pt idx="56">
                  <c:v>2.24</c:v>
                </c:pt>
                <c:pt idx="57">
                  <c:v>2.28</c:v>
                </c:pt>
                <c:pt idx="58">
                  <c:v>2.32</c:v>
                </c:pt>
                <c:pt idx="59">
                  <c:v>2.36</c:v>
                </c:pt>
                <c:pt idx="60">
                  <c:v>2.4</c:v>
                </c:pt>
                <c:pt idx="61">
                  <c:v>2.44</c:v>
                </c:pt>
                <c:pt idx="62">
                  <c:v>2.48</c:v>
                </c:pt>
                <c:pt idx="63">
                  <c:v>2.52</c:v>
                </c:pt>
                <c:pt idx="64">
                  <c:v>2.56</c:v>
                </c:pt>
                <c:pt idx="65">
                  <c:v>2.6</c:v>
                </c:pt>
                <c:pt idx="66">
                  <c:v>2.64</c:v>
                </c:pt>
                <c:pt idx="67">
                  <c:v>2.68</c:v>
                </c:pt>
                <c:pt idx="68">
                  <c:v>2.72</c:v>
                </c:pt>
                <c:pt idx="69">
                  <c:v>2.76</c:v>
                </c:pt>
                <c:pt idx="70">
                  <c:v>2.8</c:v>
                </c:pt>
                <c:pt idx="71">
                  <c:v>2.84</c:v>
                </c:pt>
                <c:pt idx="72">
                  <c:v>2.88</c:v>
                </c:pt>
                <c:pt idx="73">
                  <c:v>2.92</c:v>
                </c:pt>
                <c:pt idx="74">
                  <c:v>2.96</c:v>
                </c:pt>
                <c:pt idx="75">
                  <c:v>3</c:v>
                </c:pt>
                <c:pt idx="76">
                  <c:v>3.04</c:v>
                </c:pt>
                <c:pt idx="77">
                  <c:v>3.08</c:v>
                </c:pt>
                <c:pt idx="78">
                  <c:v>3.12</c:v>
                </c:pt>
                <c:pt idx="79">
                  <c:v>3.16</c:v>
                </c:pt>
                <c:pt idx="80">
                  <c:v>3.2</c:v>
                </c:pt>
                <c:pt idx="81">
                  <c:v>3.24</c:v>
                </c:pt>
                <c:pt idx="82">
                  <c:v>3.28</c:v>
                </c:pt>
                <c:pt idx="83">
                  <c:v>3.32</c:v>
                </c:pt>
                <c:pt idx="84">
                  <c:v>3.36</c:v>
                </c:pt>
                <c:pt idx="85">
                  <c:v>3.4</c:v>
                </c:pt>
                <c:pt idx="86">
                  <c:v>3.44</c:v>
                </c:pt>
                <c:pt idx="87">
                  <c:v>3.48</c:v>
                </c:pt>
                <c:pt idx="88">
                  <c:v>3.52</c:v>
                </c:pt>
                <c:pt idx="89">
                  <c:v>3.56</c:v>
                </c:pt>
                <c:pt idx="90">
                  <c:v>3.6</c:v>
                </c:pt>
                <c:pt idx="91">
                  <c:v>3.64</c:v>
                </c:pt>
                <c:pt idx="92">
                  <c:v>3.68</c:v>
                </c:pt>
                <c:pt idx="93">
                  <c:v>3.72</c:v>
                </c:pt>
                <c:pt idx="94">
                  <c:v>3.76</c:v>
                </c:pt>
                <c:pt idx="95">
                  <c:v>3.8</c:v>
                </c:pt>
                <c:pt idx="96">
                  <c:v>3.84</c:v>
                </c:pt>
                <c:pt idx="97">
                  <c:v>3.88</c:v>
                </c:pt>
                <c:pt idx="98">
                  <c:v>3.92</c:v>
                </c:pt>
                <c:pt idx="99">
                  <c:v>3.96</c:v>
                </c:pt>
                <c:pt idx="100">
                  <c:v>4</c:v>
                </c:pt>
                <c:pt idx="101">
                  <c:v>4.04</c:v>
                </c:pt>
                <c:pt idx="102">
                  <c:v>4.08</c:v>
                </c:pt>
                <c:pt idx="103">
                  <c:v>4.12</c:v>
                </c:pt>
                <c:pt idx="104">
                  <c:v>4.16</c:v>
                </c:pt>
                <c:pt idx="105">
                  <c:v>4.2</c:v>
                </c:pt>
                <c:pt idx="106">
                  <c:v>4.24</c:v>
                </c:pt>
                <c:pt idx="107">
                  <c:v>4.28</c:v>
                </c:pt>
                <c:pt idx="108">
                  <c:v>4.32</c:v>
                </c:pt>
                <c:pt idx="109">
                  <c:v>4.36</c:v>
                </c:pt>
                <c:pt idx="110">
                  <c:v>4.4</c:v>
                </c:pt>
                <c:pt idx="111">
                  <c:v>4.44</c:v>
                </c:pt>
                <c:pt idx="112">
                  <c:v>4.48</c:v>
                </c:pt>
                <c:pt idx="113">
                  <c:v>4.52</c:v>
                </c:pt>
                <c:pt idx="114">
                  <c:v>4.56</c:v>
                </c:pt>
                <c:pt idx="115">
                  <c:v>4.6</c:v>
                </c:pt>
                <c:pt idx="116">
                  <c:v>4.64</c:v>
                </c:pt>
                <c:pt idx="117">
                  <c:v>4.68</c:v>
                </c:pt>
                <c:pt idx="118">
                  <c:v>4.72</c:v>
                </c:pt>
                <c:pt idx="119">
                  <c:v>4.76</c:v>
                </c:pt>
                <c:pt idx="120">
                  <c:v>4.8</c:v>
                </c:pt>
                <c:pt idx="121">
                  <c:v>4.84</c:v>
                </c:pt>
                <c:pt idx="122">
                  <c:v>4.88</c:v>
                </c:pt>
                <c:pt idx="123">
                  <c:v>4.92</c:v>
                </c:pt>
                <c:pt idx="124">
                  <c:v>4.96</c:v>
                </c:pt>
                <c:pt idx="125">
                  <c:v>5</c:v>
                </c:pt>
                <c:pt idx="126">
                  <c:v>5.04</c:v>
                </c:pt>
                <c:pt idx="127">
                  <c:v>5.08</c:v>
                </c:pt>
                <c:pt idx="128">
                  <c:v>5.12</c:v>
                </c:pt>
                <c:pt idx="129">
                  <c:v>5.16</c:v>
                </c:pt>
                <c:pt idx="130">
                  <c:v>5.2</c:v>
                </c:pt>
                <c:pt idx="131">
                  <c:v>5.24</c:v>
                </c:pt>
                <c:pt idx="132">
                  <c:v>5.28</c:v>
                </c:pt>
                <c:pt idx="133">
                  <c:v>5.32</c:v>
                </c:pt>
                <c:pt idx="134">
                  <c:v>5.36</c:v>
                </c:pt>
                <c:pt idx="135">
                  <c:v>5.4</c:v>
                </c:pt>
                <c:pt idx="136">
                  <c:v>5.44</c:v>
                </c:pt>
                <c:pt idx="137">
                  <c:v>5.48</c:v>
                </c:pt>
                <c:pt idx="138">
                  <c:v>5.52</c:v>
                </c:pt>
                <c:pt idx="139">
                  <c:v>5.56</c:v>
                </c:pt>
                <c:pt idx="140">
                  <c:v>5.6</c:v>
                </c:pt>
                <c:pt idx="141">
                  <c:v>5.64</c:v>
                </c:pt>
                <c:pt idx="142">
                  <c:v>5.68</c:v>
                </c:pt>
                <c:pt idx="143">
                  <c:v>5.72</c:v>
                </c:pt>
                <c:pt idx="144">
                  <c:v>5.76</c:v>
                </c:pt>
                <c:pt idx="145">
                  <c:v>5.8</c:v>
                </c:pt>
                <c:pt idx="146">
                  <c:v>5.84</c:v>
                </c:pt>
                <c:pt idx="147">
                  <c:v>5.88</c:v>
                </c:pt>
                <c:pt idx="148">
                  <c:v>5.92</c:v>
                </c:pt>
                <c:pt idx="149">
                  <c:v>5.96</c:v>
                </c:pt>
                <c:pt idx="150">
                  <c:v>6</c:v>
                </c:pt>
                <c:pt idx="151">
                  <c:v>6.04</c:v>
                </c:pt>
                <c:pt idx="152">
                  <c:v>6.08</c:v>
                </c:pt>
                <c:pt idx="153">
                  <c:v>6.12</c:v>
                </c:pt>
                <c:pt idx="154">
                  <c:v>6.16</c:v>
                </c:pt>
                <c:pt idx="155">
                  <c:v>6.2</c:v>
                </c:pt>
                <c:pt idx="156">
                  <c:v>6.24</c:v>
                </c:pt>
                <c:pt idx="157">
                  <c:v>6.28</c:v>
                </c:pt>
                <c:pt idx="158">
                  <c:v>6.32</c:v>
                </c:pt>
                <c:pt idx="159">
                  <c:v>6.36</c:v>
                </c:pt>
                <c:pt idx="160">
                  <c:v>6.4</c:v>
                </c:pt>
                <c:pt idx="161">
                  <c:v>6.44</c:v>
                </c:pt>
                <c:pt idx="162">
                  <c:v>6.48</c:v>
                </c:pt>
                <c:pt idx="163">
                  <c:v>6.52</c:v>
                </c:pt>
                <c:pt idx="164">
                  <c:v>6.56</c:v>
                </c:pt>
                <c:pt idx="165">
                  <c:v>6.6</c:v>
                </c:pt>
                <c:pt idx="166">
                  <c:v>6.64</c:v>
                </c:pt>
                <c:pt idx="167">
                  <c:v>6.68</c:v>
                </c:pt>
                <c:pt idx="168">
                  <c:v>6.72</c:v>
                </c:pt>
                <c:pt idx="169">
                  <c:v>6.76</c:v>
                </c:pt>
                <c:pt idx="170">
                  <c:v>6.8</c:v>
                </c:pt>
                <c:pt idx="171">
                  <c:v>6.84</c:v>
                </c:pt>
                <c:pt idx="172">
                  <c:v>6.88</c:v>
                </c:pt>
                <c:pt idx="173">
                  <c:v>6.92</c:v>
                </c:pt>
                <c:pt idx="174">
                  <c:v>6.96</c:v>
                </c:pt>
                <c:pt idx="175">
                  <c:v>7</c:v>
                </c:pt>
                <c:pt idx="176">
                  <c:v>7.04</c:v>
                </c:pt>
                <c:pt idx="177">
                  <c:v>7.08</c:v>
                </c:pt>
                <c:pt idx="178">
                  <c:v>7.12</c:v>
                </c:pt>
                <c:pt idx="179">
                  <c:v>7.16</c:v>
                </c:pt>
                <c:pt idx="180">
                  <c:v>7.2</c:v>
                </c:pt>
                <c:pt idx="181">
                  <c:v>7.24</c:v>
                </c:pt>
                <c:pt idx="182">
                  <c:v>7.28</c:v>
                </c:pt>
                <c:pt idx="183">
                  <c:v>7.32</c:v>
                </c:pt>
                <c:pt idx="184">
                  <c:v>7.36</c:v>
                </c:pt>
                <c:pt idx="185">
                  <c:v>7.4</c:v>
                </c:pt>
                <c:pt idx="186">
                  <c:v>7.44</c:v>
                </c:pt>
                <c:pt idx="187">
                  <c:v>7.48</c:v>
                </c:pt>
                <c:pt idx="188">
                  <c:v>7.52</c:v>
                </c:pt>
                <c:pt idx="189">
                  <c:v>7.56</c:v>
                </c:pt>
                <c:pt idx="190">
                  <c:v>7.6</c:v>
                </c:pt>
                <c:pt idx="191">
                  <c:v>7.64</c:v>
                </c:pt>
                <c:pt idx="192">
                  <c:v>7.68</c:v>
                </c:pt>
                <c:pt idx="193">
                  <c:v>7.72</c:v>
                </c:pt>
                <c:pt idx="194">
                  <c:v>7.76</c:v>
                </c:pt>
                <c:pt idx="195">
                  <c:v>7.8</c:v>
                </c:pt>
                <c:pt idx="196">
                  <c:v>7.84</c:v>
                </c:pt>
                <c:pt idx="197">
                  <c:v>7.88</c:v>
                </c:pt>
                <c:pt idx="198">
                  <c:v>7.92</c:v>
                </c:pt>
                <c:pt idx="199">
                  <c:v>7.96</c:v>
                </c:pt>
                <c:pt idx="200">
                  <c:v>8</c:v>
                </c:pt>
                <c:pt idx="201">
                  <c:v>8.04</c:v>
                </c:pt>
                <c:pt idx="202">
                  <c:v>8.08</c:v>
                </c:pt>
                <c:pt idx="203">
                  <c:v>8.12</c:v>
                </c:pt>
                <c:pt idx="204">
                  <c:v>8.16</c:v>
                </c:pt>
                <c:pt idx="205">
                  <c:v>8.2</c:v>
                </c:pt>
                <c:pt idx="206">
                  <c:v>8.24</c:v>
                </c:pt>
                <c:pt idx="207">
                  <c:v>8.28</c:v>
                </c:pt>
                <c:pt idx="208">
                  <c:v>8.32</c:v>
                </c:pt>
                <c:pt idx="209">
                  <c:v>8.36</c:v>
                </c:pt>
                <c:pt idx="210">
                  <c:v>8.4</c:v>
                </c:pt>
                <c:pt idx="211">
                  <c:v>8.44</c:v>
                </c:pt>
                <c:pt idx="212">
                  <c:v>8.48</c:v>
                </c:pt>
                <c:pt idx="213">
                  <c:v>8.52</c:v>
                </c:pt>
                <c:pt idx="214">
                  <c:v>8.56</c:v>
                </c:pt>
                <c:pt idx="215">
                  <c:v>8.6</c:v>
                </c:pt>
                <c:pt idx="216">
                  <c:v>8.64</c:v>
                </c:pt>
                <c:pt idx="217">
                  <c:v>8.68</c:v>
                </c:pt>
                <c:pt idx="218">
                  <c:v>8.72</c:v>
                </c:pt>
                <c:pt idx="219">
                  <c:v>8.76</c:v>
                </c:pt>
                <c:pt idx="220">
                  <c:v>8.8</c:v>
                </c:pt>
                <c:pt idx="221">
                  <c:v>8.84</c:v>
                </c:pt>
                <c:pt idx="222">
                  <c:v>8.88</c:v>
                </c:pt>
                <c:pt idx="223">
                  <c:v>8.92</c:v>
                </c:pt>
                <c:pt idx="224">
                  <c:v>8.96</c:v>
                </c:pt>
                <c:pt idx="225">
                  <c:v>9</c:v>
                </c:pt>
                <c:pt idx="226">
                  <c:v>9.04</c:v>
                </c:pt>
                <c:pt idx="227">
                  <c:v>9.08</c:v>
                </c:pt>
                <c:pt idx="228">
                  <c:v>9.12</c:v>
                </c:pt>
                <c:pt idx="229">
                  <c:v>9.16</c:v>
                </c:pt>
                <c:pt idx="230">
                  <c:v>9.2</c:v>
                </c:pt>
                <c:pt idx="231">
                  <c:v>9.24</c:v>
                </c:pt>
                <c:pt idx="232">
                  <c:v>9.28</c:v>
                </c:pt>
                <c:pt idx="233">
                  <c:v>9.32</c:v>
                </c:pt>
                <c:pt idx="234">
                  <c:v>9.36</c:v>
                </c:pt>
                <c:pt idx="235">
                  <c:v>9.4</c:v>
                </c:pt>
                <c:pt idx="236">
                  <c:v>9.44</c:v>
                </c:pt>
                <c:pt idx="237">
                  <c:v>9.48</c:v>
                </c:pt>
                <c:pt idx="238">
                  <c:v>9.52</c:v>
                </c:pt>
                <c:pt idx="239">
                  <c:v>9.56</c:v>
                </c:pt>
                <c:pt idx="240">
                  <c:v>9.6</c:v>
                </c:pt>
                <c:pt idx="241">
                  <c:v>9.64</c:v>
                </c:pt>
                <c:pt idx="242">
                  <c:v>9.68</c:v>
                </c:pt>
                <c:pt idx="243">
                  <c:v>9.72</c:v>
                </c:pt>
                <c:pt idx="244">
                  <c:v>9.76</c:v>
                </c:pt>
                <c:pt idx="245">
                  <c:v>9.8</c:v>
                </c:pt>
                <c:pt idx="246">
                  <c:v>9.84</c:v>
                </c:pt>
                <c:pt idx="247">
                  <c:v>9.88</c:v>
                </c:pt>
                <c:pt idx="248">
                  <c:v>9.92</c:v>
                </c:pt>
                <c:pt idx="249">
                  <c:v>9.96</c:v>
                </c:pt>
                <c:pt idx="250">
                  <c:v>10</c:v>
                </c:pt>
                <c:pt idx="251">
                  <c:v>10.04</c:v>
                </c:pt>
                <c:pt idx="252">
                  <c:v>10.08</c:v>
                </c:pt>
                <c:pt idx="253">
                  <c:v>10.12</c:v>
                </c:pt>
                <c:pt idx="254">
                  <c:v>10.16</c:v>
                </c:pt>
                <c:pt idx="255">
                  <c:v>10.2</c:v>
                </c:pt>
                <c:pt idx="256">
                  <c:v>10.24</c:v>
                </c:pt>
                <c:pt idx="257">
                  <c:v>10.28</c:v>
                </c:pt>
                <c:pt idx="258">
                  <c:v>10.32</c:v>
                </c:pt>
                <c:pt idx="259">
                  <c:v>10.36</c:v>
                </c:pt>
                <c:pt idx="260">
                  <c:v>10.4</c:v>
                </c:pt>
                <c:pt idx="261">
                  <c:v>10.44</c:v>
                </c:pt>
                <c:pt idx="262">
                  <c:v>10.48</c:v>
                </c:pt>
                <c:pt idx="263">
                  <c:v>10.52</c:v>
                </c:pt>
                <c:pt idx="264">
                  <c:v>10.56</c:v>
                </c:pt>
                <c:pt idx="265">
                  <c:v>10.6</c:v>
                </c:pt>
                <c:pt idx="266">
                  <c:v>10.64</c:v>
                </c:pt>
                <c:pt idx="267">
                  <c:v>10.68</c:v>
                </c:pt>
                <c:pt idx="268">
                  <c:v>10.72</c:v>
                </c:pt>
                <c:pt idx="269">
                  <c:v>10.76</c:v>
                </c:pt>
                <c:pt idx="270">
                  <c:v>10.8</c:v>
                </c:pt>
                <c:pt idx="271">
                  <c:v>10.84</c:v>
                </c:pt>
                <c:pt idx="272">
                  <c:v>10.88</c:v>
                </c:pt>
                <c:pt idx="273">
                  <c:v>10.92</c:v>
                </c:pt>
                <c:pt idx="274">
                  <c:v>10.96</c:v>
                </c:pt>
                <c:pt idx="275">
                  <c:v>11</c:v>
                </c:pt>
                <c:pt idx="276">
                  <c:v>11.04</c:v>
                </c:pt>
                <c:pt idx="277">
                  <c:v>11.08</c:v>
                </c:pt>
                <c:pt idx="278">
                  <c:v>11.12</c:v>
                </c:pt>
                <c:pt idx="279">
                  <c:v>11.16</c:v>
                </c:pt>
                <c:pt idx="280">
                  <c:v>11.2</c:v>
                </c:pt>
                <c:pt idx="281">
                  <c:v>11.24</c:v>
                </c:pt>
                <c:pt idx="282">
                  <c:v>11.28</c:v>
                </c:pt>
                <c:pt idx="283">
                  <c:v>11.32</c:v>
                </c:pt>
                <c:pt idx="284">
                  <c:v>11.36</c:v>
                </c:pt>
                <c:pt idx="285">
                  <c:v>11.4</c:v>
                </c:pt>
                <c:pt idx="286">
                  <c:v>11.44</c:v>
                </c:pt>
                <c:pt idx="287">
                  <c:v>11.48</c:v>
                </c:pt>
                <c:pt idx="288">
                  <c:v>11.52</c:v>
                </c:pt>
                <c:pt idx="289">
                  <c:v>11.56</c:v>
                </c:pt>
                <c:pt idx="290">
                  <c:v>11.6</c:v>
                </c:pt>
                <c:pt idx="291">
                  <c:v>11.64</c:v>
                </c:pt>
                <c:pt idx="292">
                  <c:v>11.68</c:v>
                </c:pt>
                <c:pt idx="293">
                  <c:v>11.72</c:v>
                </c:pt>
                <c:pt idx="294">
                  <c:v>11.76</c:v>
                </c:pt>
                <c:pt idx="295">
                  <c:v>11.8</c:v>
                </c:pt>
                <c:pt idx="296">
                  <c:v>11.84</c:v>
                </c:pt>
                <c:pt idx="297">
                  <c:v>11.88</c:v>
                </c:pt>
                <c:pt idx="298">
                  <c:v>11.92</c:v>
                </c:pt>
                <c:pt idx="299">
                  <c:v>11.96</c:v>
                </c:pt>
                <c:pt idx="300">
                  <c:v>12</c:v>
                </c:pt>
                <c:pt idx="301">
                  <c:v>12.04</c:v>
                </c:pt>
                <c:pt idx="302">
                  <c:v>12.08</c:v>
                </c:pt>
                <c:pt idx="303">
                  <c:v>12.12</c:v>
                </c:pt>
                <c:pt idx="304">
                  <c:v>12.16</c:v>
                </c:pt>
                <c:pt idx="305">
                  <c:v>12.2</c:v>
                </c:pt>
                <c:pt idx="306">
                  <c:v>12.24</c:v>
                </c:pt>
                <c:pt idx="307">
                  <c:v>12.28</c:v>
                </c:pt>
                <c:pt idx="308">
                  <c:v>12.32</c:v>
                </c:pt>
                <c:pt idx="309">
                  <c:v>12.36</c:v>
                </c:pt>
                <c:pt idx="310">
                  <c:v>12.4</c:v>
                </c:pt>
                <c:pt idx="311">
                  <c:v>12.44</c:v>
                </c:pt>
                <c:pt idx="312">
                  <c:v>12.48</c:v>
                </c:pt>
                <c:pt idx="313">
                  <c:v>12.52</c:v>
                </c:pt>
                <c:pt idx="314">
                  <c:v>12.56</c:v>
                </c:pt>
                <c:pt idx="315">
                  <c:v>12.6</c:v>
                </c:pt>
                <c:pt idx="316">
                  <c:v>12.64</c:v>
                </c:pt>
                <c:pt idx="317">
                  <c:v>12.68</c:v>
                </c:pt>
                <c:pt idx="318">
                  <c:v>12.72</c:v>
                </c:pt>
                <c:pt idx="319">
                  <c:v>12.76</c:v>
                </c:pt>
                <c:pt idx="320">
                  <c:v>12.8</c:v>
                </c:pt>
                <c:pt idx="321">
                  <c:v>12.84</c:v>
                </c:pt>
                <c:pt idx="322">
                  <c:v>12.88</c:v>
                </c:pt>
                <c:pt idx="323">
                  <c:v>12.92</c:v>
                </c:pt>
                <c:pt idx="324">
                  <c:v>12.96</c:v>
                </c:pt>
                <c:pt idx="325">
                  <c:v>13</c:v>
                </c:pt>
                <c:pt idx="326">
                  <c:v>13.04</c:v>
                </c:pt>
                <c:pt idx="327">
                  <c:v>13.08</c:v>
                </c:pt>
                <c:pt idx="328">
                  <c:v>13.12</c:v>
                </c:pt>
                <c:pt idx="329">
                  <c:v>13.16</c:v>
                </c:pt>
                <c:pt idx="330">
                  <c:v>13.2</c:v>
                </c:pt>
                <c:pt idx="331">
                  <c:v>13.24</c:v>
                </c:pt>
                <c:pt idx="332">
                  <c:v>13.28</c:v>
                </c:pt>
                <c:pt idx="333">
                  <c:v>13.32</c:v>
                </c:pt>
                <c:pt idx="334">
                  <c:v>13.36</c:v>
                </c:pt>
                <c:pt idx="335">
                  <c:v>13.4</c:v>
                </c:pt>
                <c:pt idx="336">
                  <c:v>13.44</c:v>
                </c:pt>
                <c:pt idx="337">
                  <c:v>13.48</c:v>
                </c:pt>
                <c:pt idx="338">
                  <c:v>13.52</c:v>
                </c:pt>
                <c:pt idx="339">
                  <c:v>13.56</c:v>
                </c:pt>
                <c:pt idx="340">
                  <c:v>13.6</c:v>
                </c:pt>
                <c:pt idx="341">
                  <c:v>13.64</c:v>
                </c:pt>
                <c:pt idx="342">
                  <c:v>13.68</c:v>
                </c:pt>
                <c:pt idx="343">
                  <c:v>13.72</c:v>
                </c:pt>
                <c:pt idx="344">
                  <c:v>13.76</c:v>
                </c:pt>
                <c:pt idx="345">
                  <c:v>13.8</c:v>
                </c:pt>
                <c:pt idx="346">
                  <c:v>13.84</c:v>
                </c:pt>
                <c:pt idx="347">
                  <c:v>13.88</c:v>
                </c:pt>
                <c:pt idx="348">
                  <c:v>13.92</c:v>
                </c:pt>
                <c:pt idx="349">
                  <c:v>13.96</c:v>
                </c:pt>
                <c:pt idx="350">
                  <c:v>14</c:v>
                </c:pt>
                <c:pt idx="351">
                  <c:v>14.04</c:v>
                </c:pt>
                <c:pt idx="352">
                  <c:v>14.08</c:v>
                </c:pt>
                <c:pt idx="353">
                  <c:v>14.12</c:v>
                </c:pt>
                <c:pt idx="354">
                  <c:v>14.16</c:v>
                </c:pt>
                <c:pt idx="355">
                  <c:v>14.2</c:v>
                </c:pt>
                <c:pt idx="356">
                  <c:v>14.24</c:v>
                </c:pt>
                <c:pt idx="357">
                  <c:v>14.28</c:v>
                </c:pt>
                <c:pt idx="358">
                  <c:v>14.32</c:v>
                </c:pt>
                <c:pt idx="359">
                  <c:v>14.36</c:v>
                </c:pt>
                <c:pt idx="360">
                  <c:v>14.4</c:v>
                </c:pt>
                <c:pt idx="361">
                  <c:v>14.44</c:v>
                </c:pt>
                <c:pt idx="362">
                  <c:v>14.48</c:v>
                </c:pt>
                <c:pt idx="363">
                  <c:v>14.52</c:v>
                </c:pt>
                <c:pt idx="364">
                  <c:v>14.56</c:v>
                </c:pt>
                <c:pt idx="365">
                  <c:v>14.6</c:v>
                </c:pt>
                <c:pt idx="366">
                  <c:v>14.64</c:v>
                </c:pt>
                <c:pt idx="367">
                  <c:v>14.68</c:v>
                </c:pt>
                <c:pt idx="368">
                  <c:v>14.72</c:v>
                </c:pt>
                <c:pt idx="369">
                  <c:v>14.76</c:v>
                </c:pt>
                <c:pt idx="370">
                  <c:v>14.8</c:v>
                </c:pt>
                <c:pt idx="371">
                  <c:v>14.84</c:v>
                </c:pt>
                <c:pt idx="372">
                  <c:v>14.88</c:v>
                </c:pt>
                <c:pt idx="373">
                  <c:v>14.92</c:v>
                </c:pt>
                <c:pt idx="374">
                  <c:v>14.96</c:v>
                </c:pt>
                <c:pt idx="375">
                  <c:v>15</c:v>
                </c:pt>
                <c:pt idx="376">
                  <c:v>15.04</c:v>
                </c:pt>
                <c:pt idx="377">
                  <c:v>15.08</c:v>
                </c:pt>
                <c:pt idx="378">
                  <c:v>15.12</c:v>
                </c:pt>
                <c:pt idx="379">
                  <c:v>15.16</c:v>
                </c:pt>
                <c:pt idx="380">
                  <c:v>15.2</c:v>
                </c:pt>
                <c:pt idx="381">
                  <c:v>15.24</c:v>
                </c:pt>
                <c:pt idx="382">
                  <c:v>15.28</c:v>
                </c:pt>
                <c:pt idx="383">
                  <c:v>15.32</c:v>
                </c:pt>
                <c:pt idx="384">
                  <c:v>15.36</c:v>
                </c:pt>
                <c:pt idx="385">
                  <c:v>15.4</c:v>
                </c:pt>
                <c:pt idx="386">
                  <c:v>15.44</c:v>
                </c:pt>
                <c:pt idx="387">
                  <c:v>15.48</c:v>
                </c:pt>
                <c:pt idx="388">
                  <c:v>15.52</c:v>
                </c:pt>
                <c:pt idx="389">
                  <c:v>15.56</c:v>
                </c:pt>
                <c:pt idx="390">
                  <c:v>15.6</c:v>
                </c:pt>
                <c:pt idx="391">
                  <c:v>15.64</c:v>
                </c:pt>
                <c:pt idx="392">
                  <c:v>15.68</c:v>
                </c:pt>
                <c:pt idx="393">
                  <c:v>15.72</c:v>
                </c:pt>
                <c:pt idx="394">
                  <c:v>15.76</c:v>
                </c:pt>
                <c:pt idx="395">
                  <c:v>15.8</c:v>
                </c:pt>
                <c:pt idx="396">
                  <c:v>15.84</c:v>
                </c:pt>
                <c:pt idx="397">
                  <c:v>15.88</c:v>
                </c:pt>
                <c:pt idx="398">
                  <c:v>15.92</c:v>
                </c:pt>
                <c:pt idx="399">
                  <c:v>15.96</c:v>
                </c:pt>
                <c:pt idx="400">
                  <c:v>16</c:v>
                </c:pt>
              </c:numCache>
            </c:numRef>
          </c:xVal>
          <c:yVal>
            <c:numRef>
              <c:f>'Chart Data'!$F$2:$F$402</c:f>
              <c:numCache>
                <c:formatCode>0.0</c:formatCode>
                <c:ptCount val="401"/>
                <c:pt idx="0">
                  <c:v>0</c:v>
                </c:pt>
                <c:pt idx="1">
                  <c:v>1.10694319236E-40</c:v>
                </c:pt>
                <c:pt idx="2">
                  <c:v>1.52049968071E-33</c:v>
                </c:pt>
                <c:pt idx="3">
                  <c:v>2.09564470426E-29</c:v>
                </c:pt>
                <c:pt idx="4">
                  <c:v>1.70996978476E-26</c:v>
                </c:pt>
                <c:pt idx="5">
                  <c:v>2.96462558485E-24</c:v>
                </c:pt>
                <c:pt idx="6">
                  <c:v>1.92957143382E-22</c:v>
                </c:pt>
                <c:pt idx="7">
                  <c:v>6.38741179291E-21</c:v>
                </c:pt>
                <c:pt idx="8">
                  <c:v>1.28905885599E-19</c:v>
                </c:pt>
                <c:pt idx="9">
                  <c:v>1.78268409284E-18</c:v>
                </c:pt>
                <c:pt idx="10">
                  <c:v>1.82976479022E-17</c:v>
                </c:pt>
                <c:pt idx="11">
                  <c:v>1.47557338666E-16</c:v>
                </c:pt>
                <c:pt idx="12">
                  <c:v>9.75051104707E-16</c:v>
                </c:pt>
                <c:pt idx="13">
                  <c:v>5.45078475412E-15</c:v>
                </c:pt>
                <c:pt idx="14">
                  <c:v>2.64260673227E-14</c:v>
                </c:pt>
                <c:pt idx="15">
                  <c:v>1.13315938945E-13</c:v>
                </c:pt>
                <c:pt idx="16">
                  <c:v>4.36637942386E-13</c:v>
                </c:pt>
                <c:pt idx="17">
                  <c:v>1.53164142813E-12</c:v>
                </c:pt>
                <c:pt idx="18">
                  <c:v>4.94383784532E-12</c:v>
                </c:pt>
                <c:pt idx="19">
                  <c:v>1.48167045757E-11</c:v>
                </c:pt>
                <c:pt idx="20">
                  <c:v>4.15457112569E-11</c:v>
                </c:pt>
                <c:pt idx="21">
                  <c:v>1.09700973034E-10</c:v>
                </c:pt>
                <c:pt idx="22">
                  <c:v>2.7430444767E-10</c:v>
                </c:pt>
                <c:pt idx="23">
                  <c:v>6.52676051891E-10</c:v>
                </c:pt>
                <c:pt idx="24">
                  <c:v>1.48402261107E-09</c:v>
                </c:pt>
                <c:pt idx="25">
                  <c:v>3.2364733012E-09</c:v>
                </c:pt>
                <c:pt idx="26">
                  <c:v>6.79224394827E-09</c:v>
                </c:pt>
                <c:pt idx="27">
                  <c:v>1.3757019968E-08</c:v>
                </c:pt>
                <c:pt idx="28">
                  <c:v>2.69604963654E-08</c:v>
                </c:pt>
                <c:pt idx="29">
                  <c:v>5.12422492546E-08</c:v>
                </c:pt>
                <c:pt idx="30">
                  <c:v>9.46514893376E-08</c:v>
                </c:pt>
                <c:pt idx="31">
                  <c:v>1.70231174024E-07</c:v>
                </c:pt>
                <c:pt idx="32">
                  <c:v>2.9860634082E-07</c:v>
                </c:pt>
                <c:pt idx="33">
                  <c:v>5.11652625033E-07</c:v>
                </c:pt>
                <c:pt idx="34">
                  <c:v>8.57582207833E-07</c:v>
                </c:pt>
                <c:pt idx="35">
                  <c:v>1.40784849592E-06</c:v>
                </c:pt>
                <c:pt idx="36">
                  <c:v>2.26633433718E-06</c:v>
                </c:pt>
                <c:pt idx="37">
                  <c:v>3.58134732483E-06</c:v>
                </c:pt>
                <c:pt idx="38">
                  <c:v>5.56099476763E-06</c:v>
                </c:pt>
                <c:pt idx="39">
                  <c:v>8.49254467004E-06</c:v>
                </c:pt>
                <c:pt idx="40">
                  <c:v>1.27663917405E-05</c:v>
                </c:pt>
                <c:pt idx="41">
                  <c:v>1.89052332405E-05</c:v>
                </c:pt>
                <c:pt idx="42">
                  <c:v>2.75990130401E-05</c:v>
                </c:pt>
                <c:pt idx="43">
                  <c:v>3.97461090396E-05</c:v>
                </c:pt>
                <c:pt idx="44">
                  <c:v>5.65011158721E-05</c:v>
                </c:pt>
                <c:pt idx="45">
                  <c:v>7.93294098696E-05</c:v>
                </c:pt>
                <c:pt idx="46">
                  <c:v>0.000110068476925</c:v>
                </c:pt>
                <c:pt idx="47">
                  <c:v>0.000150995738552</c:v>
                </c:pt>
                <c:pt idx="48">
                  <c:v>0.00020490233186</c:v>
                </c:pt>
                <c:pt idx="49">
                  <c:v>0.000275171992247</c:v>
                </c:pt>
                <c:pt idx="50">
                  <c:v>0.000365863862617</c:v>
                </c:pt>
                <c:pt idx="51">
                  <c:v>0.000481797720644</c:v>
                </c:pt>
                <c:pt idx="52">
                  <c:v>0.000628639788784</c:v>
                </c:pt>
                <c:pt idx="53">
                  <c:v>0.000812986983625</c:v>
                </c:pt>
                <c:pt idx="54">
                  <c:v>0.00104244718593</c:v>
                </c:pt>
                <c:pt idx="55">
                  <c:v>0.00132571288407</c:v>
                </c:pt>
                <c:pt idx="56">
                  <c:v>0.00167262537448</c:v>
                </c:pt>
                <c:pt idx="57">
                  <c:v>0.00209422660498</c:v>
                </c:pt>
                <c:pt idx="58">
                  <c:v>0.00260279572975</c:v>
                </c:pt>
                <c:pt idx="59">
                  <c:v>0.00321186751589</c:v>
                </c:pt>
                <c:pt idx="60">
                  <c:v>0.00393622990464</c:v>
                </c:pt>
                <c:pt idx="61">
                  <c:v>0.0047918982872</c:v>
                </c:pt>
                <c:pt idx="62">
                  <c:v>0.00579606440267</c:v>
                </c:pt>
                <c:pt idx="63">
                  <c:v>0.00696701819946</c:v>
                </c:pt>
                <c:pt idx="64">
                  <c:v>0.00832404151178</c:v>
                </c:pt>
                <c:pt idx="65">
                  <c:v>0.00988727297856</c:v>
                </c:pt>
                <c:pt idx="66">
                  <c:v>0.0116775442593</c:v>
                </c:pt>
                <c:pt idx="67">
                  <c:v>0.0137161882626</c:v>
                </c:pt>
                <c:pt idx="68">
                  <c:v>0.0160248207823</c:v>
                </c:pt>
                <c:pt idx="69">
                  <c:v>0.018625097613</c:v>
                </c:pt>
                <c:pt idx="70">
                  <c:v>0.0215384498724</c:v>
                </c:pt>
                <c:pt idx="71">
                  <c:v>0.0247858008759</c:v>
                </c:pt>
                <c:pt idx="72">
                  <c:v>0.0283872684679</c:v>
                </c:pt>
                <c:pt idx="73">
                  <c:v>0.032361857202</c:v>
                </c:pt>
                <c:pt idx="74">
                  <c:v>0.0367271451598</c:v>
                </c:pt>
                <c:pt idx="75">
                  <c:v>0.0414989705024</c:v>
                </c:pt>
                <c:pt idx="76">
                  <c:v>0.0466911230376</c:v>
                </c:pt>
                <c:pt idx="77">
                  <c:v>0.0523150461701</c:v>
                </c:pt>
                <c:pt idx="78">
                  <c:v>0.0583795545629</c:v>
                </c:pt>
                <c:pt idx="79">
                  <c:v>0.0648905726867</c:v>
                </c:pt>
                <c:pt idx="80">
                  <c:v>0.0718508991749</c:v>
                </c:pt>
                <c:pt idx="81">
                  <c:v>0.0792600015267</c:v>
                </c:pt>
                <c:pt idx="82">
                  <c:v>0.0871138452419</c:v>
                </c:pt>
                <c:pt idx="83">
                  <c:v>0.0954047609174</c:v>
                </c:pt>
                <c:pt idx="84">
                  <c:v>0.104121352215</c:v>
                </c:pt>
                <c:pt idx="85">
                  <c:v>0.113248446933</c:v>
                </c:pt>
                <c:pt idx="86">
                  <c:v>0.122767092691</c:v>
                </c:pt>
                <c:pt idx="87">
                  <c:v>0.132654597996</c:v>
                </c:pt>
                <c:pt idx="88">
                  <c:v>0.142884618704</c:v>
                </c:pt>
                <c:pt idx="89">
                  <c:v>0.153427289146</c:v>
                </c:pt>
                <c:pt idx="90">
                  <c:v>0.164249396456</c:v>
                </c:pt>
                <c:pt idx="91">
                  <c:v>0.175314595974</c:v>
                </c:pt>
                <c:pt idx="92">
                  <c:v>0.186583664939</c:v>
                </c:pt>
                <c:pt idx="93">
                  <c:v>0.198014791127</c:v>
                </c:pt>
                <c:pt idx="94">
                  <c:v>0.209563892577</c:v>
                </c:pt>
                <c:pt idx="95">
                  <c:v>0.221184964142</c:v>
                </c:pt>
                <c:pt idx="96">
                  <c:v>0.232830446238</c:v>
                </c:pt>
                <c:pt idx="97">
                  <c:v>0.244451610917</c:v>
                </c:pt>
                <c:pt idx="98">
                  <c:v>0.255998960258</c:v>
                </c:pt>
                <c:pt idx="99">
                  <c:v>0.267422631942</c:v>
                </c:pt>
                <c:pt idx="100">
                  <c:v>0.278672806927</c:v>
                </c:pt>
                <c:pt idx="101">
                  <c:v>0.289700114229</c:v>
                </c:pt>
                <c:pt idx="102">
                  <c:v>0.300456027967</c:v>
                </c:pt>
                <c:pt idx="103">
                  <c:v>0.310893252092</c:v>
                </c:pt>
                <c:pt idx="104">
                  <c:v>0.32096608851</c:v>
                </c:pt>
                <c:pt idx="105">
                  <c:v>0.330630784683</c:v>
                </c:pt>
                <c:pt idx="106">
                  <c:v>0.33984585718</c:v>
                </c:pt>
                <c:pt idx="107">
                  <c:v>0.348572388099</c:v>
                </c:pt>
                <c:pt idx="108">
                  <c:v>0.35677429176</c:v>
                </c:pt>
                <c:pt idx="109">
                  <c:v>0.364418549525</c:v>
                </c:pt>
                <c:pt idx="110">
                  <c:v>0.371475411134</c:v>
                </c:pt>
                <c:pt idx="111">
                  <c:v>0.377918561402</c:v>
                </c:pt>
                <c:pt idx="112">
                  <c:v>0.383725251635</c:v>
                </c:pt>
                <c:pt idx="113">
                  <c:v>0.388876395583</c:v>
                </c:pt>
                <c:pt idx="114">
                  <c:v>0.393356630198</c:v>
                </c:pt>
                <c:pt idx="115">
                  <c:v>0.397154341876</c:v>
                </c:pt>
                <c:pt idx="116">
                  <c:v>0.400261659277</c:v>
                </c:pt>
                <c:pt idx="117">
                  <c:v>0.40267441413</c:v>
                </c:pt>
                <c:pt idx="118">
                  <c:v>0.404392071781</c:v>
                </c:pt>
                <c:pt idx="119">
                  <c:v>0.405417633477</c:v>
                </c:pt>
                <c:pt idx="120">
                  <c:v>0.405757512636</c:v>
                </c:pt>
                <c:pt idx="121">
                  <c:v>0.405421387518</c:v>
                </c:pt>
                <c:pt idx="122">
                  <c:v>0.404422032853</c:v>
                </c:pt>
                <c:pt idx="123">
                  <c:v>0.402775133096</c:v>
                </c:pt>
                <c:pt idx="124">
                  <c:v>0.400499080012</c:v>
                </c:pt>
                <c:pt idx="125">
                  <c:v>0.39761475734</c:v>
                </c:pt>
                <c:pt idx="126">
                  <c:v>0.394145315246</c:v>
                </c:pt>
                <c:pt idx="127">
                  <c:v>0.390115937229</c:v>
                </c:pt>
                <c:pt idx="128">
                  <c:v>0.385553602086</c:v>
                </c:pt>
                <c:pt idx="129">
                  <c:v>0.380486843399</c:v>
                </c:pt>
                <c:pt idx="130">
                  <c:v>0.374945508903</c:v>
                </c:pt>
                <c:pt idx="131">
                  <c:v>0.368960521943</c:v>
                </c:pt>
                <c:pt idx="132">
                  <c:v>0.362563647052</c:v>
                </c:pt>
                <c:pt idx="133">
                  <c:v>0.355787261512</c:v>
                </c:pt>
                <c:pt idx="134">
                  <c:v>0.348664134572</c:v>
                </c:pt>
                <c:pt idx="135">
                  <c:v>0.341227215808</c:v>
                </c:pt>
                <c:pt idx="136">
                  <c:v>0.333509433913</c:v>
                </c:pt>
                <c:pt idx="137">
                  <c:v>0.325543506995</c:v>
                </c:pt>
                <c:pt idx="138">
                  <c:v>0.317361765305</c:v>
                </c:pt>
                <c:pt idx="139">
                  <c:v>0.308995987081</c:v>
                </c:pt>
                <c:pt idx="140">
                  <c:v>0.300477248063</c:v>
                </c:pt>
                <c:pt idx="141">
                  <c:v>0.291835785007</c:v>
                </c:pt>
                <c:pt idx="142">
                  <c:v>0.283100873421</c:v>
                </c:pt>
                <c:pt idx="143">
                  <c:v>0.274300719539</c:v>
                </c:pt>
                <c:pt idx="144">
                  <c:v>0.265462366457</c:v>
                </c:pt>
                <c:pt idx="145">
                  <c:v>0.256611614184</c:v>
                </c:pt>
                <c:pt idx="146">
                  <c:v>0.247772953286</c:v>
                </c:pt>
                <c:pt idx="147">
                  <c:v>0.238969511674</c:v>
                </c:pt>
                <c:pt idx="148">
                  <c:v>0.230223014</c:v>
                </c:pt>
                <c:pt idx="149">
                  <c:v>0.221553753074</c:v>
                </c:pt>
                <c:pt idx="150">
                  <c:v>0.212980572621</c:v>
                </c:pt>
                <c:pt idx="151">
                  <c:v>0.204520860669</c:v>
                </c:pt>
                <c:pt idx="152">
                  <c:v>0.196190552818</c:v>
                </c:pt>
                <c:pt idx="153">
                  <c:v>0.188004144595</c:v>
                </c:pt>
                <c:pt idx="154">
                  <c:v>0.179974712123</c:v>
                </c:pt>
                <c:pt idx="155">
                  <c:v>0.172113940274</c:v>
                </c:pt>
                <c:pt idx="156">
                  <c:v>0.164432157525</c:v>
                </c:pt>
                <c:pt idx="157">
                  <c:v>0.156938376707</c:v>
                </c:pt>
                <c:pt idx="158">
                  <c:v>0.149640340888</c:v>
                </c:pt>
                <c:pt idx="159">
                  <c:v>0.142544573626</c:v>
                </c:pt>
                <c:pt idx="160">
                  <c:v>0.135656432864</c:v>
                </c:pt>
                <c:pt idx="161">
                  <c:v>0.128980167794</c:v>
                </c:pt>
                <c:pt idx="162">
                  <c:v>0.122518978003</c:v>
                </c:pt>
                <c:pt idx="163">
                  <c:v>0.116275074316</c:v>
                </c:pt>
                <c:pt idx="164">
                  <c:v>0.11024974073</c:v>
                </c:pt>
                <c:pt idx="165">
                  <c:v>0.104443396932</c:v>
                </c:pt>
                <c:pt idx="166">
                  <c:v>0.098855660889</c:v>
                </c:pt>
                <c:pt idx="167">
                  <c:v>0.0934854110797</c:v>
                </c:pt>
                <c:pt idx="168">
                  <c:v>0.088330847955</c:v>
                </c:pt>
                <c:pt idx="169">
                  <c:v>0.0833895542767</c:v>
                </c:pt>
                <c:pt idx="170">
                  <c:v>0.0786585540134</c:v>
                </c:pt>
                <c:pt idx="171">
                  <c:v>0.07413436952</c:v>
                </c:pt>
                <c:pt idx="172">
                  <c:v>0.0698130767639</c:v>
                </c:pt>
                <c:pt idx="173">
                  <c:v>0.0656903584009</c:v>
                </c:pt>
                <c:pt idx="174">
                  <c:v>0.0617615545384</c:v>
                </c:pt>
                <c:pt idx="175">
                  <c:v>0.0580217110557</c:v>
                </c:pt>
                <c:pt idx="176">
                  <c:v>0.0544656253852</c:v>
                </c:pt>
                <c:pt idx="177">
                  <c:v>0.051087889685</c:v>
                </c:pt>
                <c:pt idx="178">
                  <c:v>0.0478829313611</c:v>
                </c:pt>
                <c:pt idx="179">
                  <c:v>0.0448450509212</c:v>
                </c:pt>
                <c:pt idx="180">
                  <c:v>0.0419684571652</c:v>
                </c:pt>
                <c:pt idx="181">
                  <c:v>0.0392472997336</c:v>
                </c:pt>
                <c:pt idx="182">
                  <c:v>0.0366756990578</c:v>
                </c:pt>
                <c:pt idx="183">
                  <c:v>0.0342477737666</c:v>
                </c:pt>
                <c:pt idx="184">
                  <c:v>0.0319576656183</c:v>
                </c:pt>
                <c:pt idx="185">
                  <c:v>0.0297995620402</c:v>
                </c:pt>
                <c:pt idx="186">
                  <c:v>0.0277677163636</c:v>
                </c:pt>
                <c:pt idx="187">
                  <c:v>0.0258564658532</c:v>
                </c:pt>
                <c:pt idx="188">
                  <c:v>0.024060247633</c:v>
                </c:pt>
                <c:pt idx="189">
                  <c:v>0.0223736126175</c:v>
                </c:pt>
                <c:pt idx="190">
                  <c:v>0.0207912375588</c:v>
                </c:pt>
                <c:pt idx="191">
                  <c:v>0.0193079353223</c:v>
                </c:pt>
                <c:pt idx="192">
                  <c:v>0.0179186635047</c:v>
                </c:pt>
                <c:pt idx="193">
                  <c:v>0.016618531508</c:v>
                </c:pt>
                <c:pt idx="194">
                  <c:v>0.0154028061816</c:v>
                </c:pt>
                <c:pt idx="195">
                  <c:v>0.0142669161429</c:v>
                </c:pt>
                <c:pt idx="196">
                  <c:v>0.0132064548838</c:v>
                </c:pt>
                <c:pt idx="197">
                  <c:v>0.0122171827698</c:v>
                </c:pt>
                <c:pt idx="198">
                  <c:v>0.0112950280301</c:v>
                </c:pt>
                <c:pt idx="199">
                  <c:v>0.0104360868383</c:v>
                </c:pt>
                <c:pt idx="200">
                  <c:v>0.00963662257592</c:v>
                </c:pt>
                <c:pt idx="201">
                  <c:v>0.00889306436675</c:v>
                </c:pt>
                <c:pt idx="202">
                  <c:v>0.00820200496668</c:v>
                </c:pt>
                <c:pt idx="203">
                  <c:v>0.00756019808742</c:v>
                </c:pt>
                <c:pt idx="204">
                  <c:v>0.00696455522871</c:v>
                </c:pt>
                <c:pt idx="205">
                  <c:v>0.00641214208803</c:v>
                </c:pt>
                <c:pt idx="206">
                  <c:v>0.00590017461263</c:v>
                </c:pt>
                <c:pt idx="207">
                  <c:v>0.00542601475341</c:v>
                </c:pt>
                <c:pt idx="208">
                  <c:v>0.00498716597587</c:v>
                </c:pt>
                <c:pt idx="209">
                  <c:v>0.00458126857878</c:v>
                </c:pt>
                <c:pt idx="210">
                  <c:v>0.00420609486666</c:v>
                </c:pt>
                <c:pt idx="211">
                  <c:v>0.00385954421817</c:v>
                </c:pt>
                <c:pt idx="212">
                  <c:v>0.00353963808843</c:v>
                </c:pt>
                <c:pt idx="213">
                  <c:v>0.00324451497935</c:v>
                </c:pt>
                <c:pt idx="214">
                  <c:v>0.00297242540851</c:v>
                </c:pt>
                <c:pt idx="215">
                  <c:v>0.00272172690379</c:v>
                </c:pt>
                <c:pt idx="216">
                  <c:v>0.00249087904751</c:v>
                </c:pt>
                <c:pt idx="217">
                  <c:v>0.002278438591</c:v>
                </c:pt>
                <c:pt idx="218">
                  <c:v>0.00208305465769</c:v>
                </c:pt>
                <c:pt idx="219">
                  <c:v>0.00190346405016</c:v>
                </c:pt>
                <c:pt idx="220">
                  <c:v>0.00173848667423</c:v>
                </c:pt>
                <c:pt idx="221">
                  <c:v>0.001587021091</c:v>
                </c:pt>
                <c:pt idx="222">
                  <c:v>0.00144804020552</c:v>
                </c:pt>
                <c:pt idx="223">
                  <c:v>0.00132058709932</c:v>
                </c:pt>
                <c:pt idx="224">
                  <c:v>0.00120377101197</c:v>
                </c:pt>
                <c:pt idx="225">
                  <c:v>0.00109676347555</c:v>
                </c:pt>
                <c:pt idx="226">
                  <c:v>0.000998794604494</c:v>
                </c:pt>
                <c:pt idx="227">
                  <c:v>0.000909149542112</c:v>
                </c:pt>
                <c:pt idx="228">
                  <c:v>0.000827165063962</c:v>
                </c:pt>
                <c:pt idx="229">
                  <c:v>0.00075222633734</c:v>
                </c:pt>
                <c:pt idx="230">
                  <c:v>0.000683763835334</c:v>
                </c:pt>
                <c:pt idx="231">
                  <c:v>0.000621250403179</c:v>
                </c:pt>
                <c:pt idx="232">
                  <c:v>0.000564198474005</c:v>
                </c:pt>
                <c:pt idx="233">
                  <c:v>0.000512157430614</c:v>
                </c:pt>
                <c:pt idx="234">
                  <c:v>0.000464711109419</c:v>
                </c:pt>
                <c:pt idx="235">
                  <c:v>0.000421475442391</c:v>
                </c:pt>
                <c:pt idx="236">
                  <c:v>0.000382096232524</c:v>
                </c:pt>
                <c:pt idx="237">
                  <c:v>0.000346247058137</c:v>
                </c:pt>
                <c:pt idx="238">
                  <c:v>0.000313627301168</c:v>
                </c:pt>
                <c:pt idx="239">
                  <c:v>0.000283960294482</c:v>
                </c:pt>
                <c:pt idx="240">
                  <c:v>0.000256991583177</c:v>
                </c:pt>
                <c:pt idx="241">
                  <c:v>0.00023248729483</c:v>
                </c:pt>
                <c:pt idx="242">
                  <c:v>0.000210232613627</c:v>
                </c:pt>
                <c:pt idx="243">
                  <c:v>0.000190030353382</c:v>
                </c:pt>
                <c:pt idx="244">
                  <c:v>0.000171699624493</c:v>
                </c:pt>
                <c:pt idx="245">
                  <c:v>0.000155074589995</c:v>
                </c:pt>
                <c:pt idx="246">
                  <c:v>0.000140003305948</c:v>
                </c:pt>
                <c:pt idx="247">
                  <c:v>0.000126346641549</c:v>
                </c:pt>
                <c:pt idx="248">
                  <c:v>0.000113977274477</c:v>
                </c:pt>
                <c:pt idx="249">
                  <c:v>0.000102778757136</c:v>
                </c:pt>
                <c:pt idx="250">
                  <c:v>9.26446496013E-05</c:v>
                </c:pt>
                <c:pt idx="251">
                  <c:v>8.34777152522E-05</c:v>
                </c:pt>
                <c:pt idx="252">
                  <c:v>7.51891752268E-05</c:v>
                </c:pt>
                <c:pt idx="253">
                  <c:v>6.76980180039E-05</c:v>
                </c:pt>
                <c:pt idx="254">
                  <c:v>6.0930360588E-05</c:v>
                </c:pt>
                <c:pt idx="255">
                  <c:v>5.48188579356E-05</c:v>
                </c:pt>
                <c:pt idx="256">
                  <c:v>4.93021574314E-05</c:v>
                </c:pt>
                <c:pt idx="257">
                  <c:v>4.43243953842E-05</c:v>
                </c:pt>
                <c:pt idx="258">
                  <c:v>3.98347326744E-05</c:v>
                </c:pt>
                <c:pt idx="259">
                  <c:v>3.57869268403E-05</c:v>
                </c:pt>
                <c:pt idx="260">
                  <c:v>3.21389380454E-05</c:v>
                </c:pt>
                <c:pt idx="261">
                  <c:v>2.88525665137E-05</c:v>
                </c:pt>
                <c:pt idx="262">
                  <c:v>2.58931191658E-05</c:v>
                </c:pt>
                <c:pt idx="263">
                  <c:v>2.32291033242E-05</c:v>
                </c:pt>
                <c:pt idx="264">
                  <c:v>2.08319454901E-05</c:v>
                </c:pt>
                <c:pt idx="265">
                  <c:v>1.86757333166E-05</c:v>
                </c:pt>
                <c:pt idx="266">
                  <c:v>1.67369790302E-05</c:v>
                </c:pt>
                <c:pt idx="267">
                  <c:v>1.49944026602E-05</c:v>
                </c:pt>
                <c:pt idx="268">
                  <c:v>1.34287335515E-05</c:v>
                </c:pt>
                <c:pt idx="269">
                  <c:v>1.20225287355E-05</c:v>
                </c:pt>
                <c:pt idx="270">
                  <c:v>1.07600068336E-05</c:v>
                </c:pt>
                <c:pt idx="271">
                  <c:v>9.62689626178E-06</c:v>
                </c:pt>
                <c:pt idx="272">
                  <c:v>8.61029658975E-06</c:v>
                </c:pt>
                <c:pt idx="273">
                  <c:v>7.69855199291E-06</c:v>
                </c:pt>
                <c:pt idx="274">
                  <c:v>6.88113581137E-06</c:v>
                </c:pt>
                <c:pt idx="275">
                  <c:v>6.14854530376E-06</c:v>
                </c:pt>
                <c:pt idx="276">
                  <c:v>5.4922057516E-06</c:v>
                </c:pt>
                <c:pt idx="277">
                  <c:v>4.90438313374E-06</c:v>
                </c:pt>
                <c:pt idx="278">
                  <c:v>4.37810465008E-06</c:v>
                </c:pt>
                <c:pt idx="279">
                  <c:v>3.90708642969E-06</c:v>
                </c:pt>
                <c:pt idx="280">
                  <c:v>3.4856678099E-06</c:v>
                </c:pt>
                <c:pt idx="281">
                  <c:v>3.10875162197E-06</c:v>
                </c:pt>
                <c:pt idx="282">
                  <c:v>2.77174996317E-06</c:v>
                </c:pt>
                <c:pt idx="283">
                  <c:v>2.47053497759E-06</c:v>
                </c:pt>
                <c:pt idx="284">
                  <c:v>2.20139420621E-06</c:v>
                </c:pt>
                <c:pt idx="285">
                  <c:v>1.96099010306E-06</c:v>
                </c:pt>
                <c:pt idx="286">
                  <c:v>1.74632334745E-06</c:v>
                </c:pt>
                <c:pt idx="287">
                  <c:v>1.55469961307E-06</c:v>
                </c:pt>
                <c:pt idx="288">
                  <c:v>1.3836994831E-06</c:v>
                </c:pt>
                <c:pt idx="289">
                  <c:v>1.23115122701E-06</c:v>
                </c:pt>
                <c:pt idx="290">
                  <c:v>1.09510617868E-06</c:v>
                </c:pt>
                <c:pt idx="291">
                  <c:v>9.73816478021E-07</c:v>
                </c:pt>
                <c:pt idx="292">
                  <c:v>8.65714958617E-07</c:v>
                </c:pt>
                <c:pt idx="293">
                  <c:v>7.69396983143E-07</c:v>
                </c:pt>
                <c:pt idx="294">
                  <c:v>6.83604045377E-07</c:v>
                </c:pt>
                <c:pt idx="295">
                  <c:v>6.07208973829E-07</c:v>
                </c:pt>
                <c:pt idx="296">
                  <c:v>5.39202586564E-07</c:v>
                </c:pt>
                <c:pt idx="297">
                  <c:v>4.78681660261E-07</c:v>
                </c:pt>
                <c:pt idx="298">
                  <c:v>4.24838088873E-07</c:v>
                </c:pt>
                <c:pt idx="299">
                  <c:v>3.76949118529E-07</c:v>
                </c:pt>
                <c:pt idx="300">
                  <c:v>3.34368555635E-07</c:v>
                </c:pt>
                <c:pt idx="301">
                  <c:v>2.96518854556E-07</c:v>
                </c:pt>
                <c:pt idx="302">
                  <c:v>2.62883999896E-07</c:v>
                </c:pt>
                <c:pt idx="303">
                  <c:v>2.33003106262E-07</c:v>
                </c:pt>
                <c:pt idx="304">
                  <c:v>2.06464665545E-07</c:v>
                </c:pt>
                <c:pt idx="305">
                  <c:v>1.82901378345E-07</c:v>
                </c:pt>
                <c:pt idx="306">
                  <c:v>1.61985512093E-07</c:v>
                </c:pt>
                <c:pt idx="307">
                  <c:v>1.43424733869E-07</c:v>
                </c:pt>
                <c:pt idx="308">
                  <c:v>1.26958370859E-07</c:v>
                </c:pt>
                <c:pt idx="309">
                  <c:v>1.12354055882E-07</c:v>
                </c:pt>
                <c:pt idx="310">
                  <c:v>9.94047194936E-08</c:v>
                </c:pt>
                <c:pt idx="311">
                  <c:v>8.79258939197E-08</c:v>
                </c:pt>
                <c:pt idx="312">
                  <c:v>7.77532973866E-08</c:v>
                </c:pt>
                <c:pt idx="313">
                  <c:v>6.87406705202E-08</c:v>
                </c:pt>
                <c:pt idx="314">
                  <c:v>6.07578392257E-08</c:v>
                </c:pt>
                <c:pt idx="315">
                  <c:v>5.36889809858E-08</c:v>
                </c:pt>
                <c:pt idx="316">
                  <c:v>4.74310737821E-08</c:v>
                </c:pt>
                <c:pt idx="317">
                  <c:v>4.18925089068E-08</c:v>
                </c:pt>
                <c:pt idx="318">
                  <c:v>3.6991850794E-08</c:v>
                </c:pt>
                <c:pt idx="319">
                  <c:v>3.26567286817E-08</c:v>
                </c:pt>
                <c:pt idx="320">
                  <c:v>2.88228464421E-08</c:v>
                </c:pt>
                <c:pt idx="321">
                  <c:v>2.54330982884E-08</c:v>
                </c:pt>
                <c:pt idx="322">
                  <c:v>2.24367793116E-08</c:v>
                </c:pt>
                <c:pt idx="323">
                  <c:v>1.97888809186E-08</c:v>
                </c:pt>
                <c:pt idx="324">
                  <c:v>1.74494622554E-08</c:v>
                </c:pt>
                <c:pt idx="325">
                  <c:v>1.53830896092E-08</c:v>
                </c:pt>
                <c:pt idx="326">
                  <c:v>1.35583366038E-08</c:v>
                </c:pt>
                <c:pt idx="327">
                  <c:v>1.19473387446E-08</c:v>
                </c:pt>
                <c:pt idx="328">
                  <c:v>1.05253965316E-08</c:v>
                </c:pt>
                <c:pt idx="329">
                  <c:v>9.27062196038E-09</c:v>
                </c:pt>
                <c:pt idx="330">
                  <c:v>8.16362377036E-09</c:v>
                </c:pt>
                <c:pt idx="331">
                  <c:v>7.18722728106E-09</c:v>
                </c:pt>
                <c:pt idx="332">
                  <c:v>6.3262250955E-09</c:v>
                </c:pt>
                <c:pt idx="333">
                  <c:v>5.56715533917E-09</c:v>
                </c:pt>
                <c:pt idx="334">
                  <c:v>4.89810445469E-09</c:v>
                </c:pt>
                <c:pt idx="335">
                  <c:v>4.30853188713E-09</c:v>
                </c:pt>
                <c:pt idx="336">
                  <c:v>3.7891142777E-09</c:v>
                </c:pt>
                <c:pt idx="337">
                  <c:v>3.3316070371E-09</c:v>
                </c:pt>
                <c:pt idx="338">
                  <c:v>2.9287213968E-09</c:v>
                </c:pt>
                <c:pt idx="339">
                  <c:v>2.5740152402E-09</c:v>
                </c:pt>
                <c:pt idx="340">
                  <c:v>2.26179619801E-09</c:v>
                </c:pt>
                <c:pt idx="341">
                  <c:v>1.98703565522E-09</c:v>
                </c:pt>
                <c:pt idx="342">
                  <c:v>1.74529246329E-09</c:v>
                </c:pt>
                <c:pt idx="343">
                  <c:v>1.53264528176E-09</c:v>
                </c:pt>
                <c:pt idx="344">
                  <c:v>1.34563259025E-09</c:v>
                </c:pt>
                <c:pt idx="345">
                  <c:v>1.18119951655E-09</c:v>
                </c:pt>
                <c:pt idx="346">
                  <c:v>1.03665071945E-09</c:v>
                </c:pt>
                <c:pt idx="347">
                  <c:v>9.09608648627E-10</c:v>
                </c:pt>
                <c:pt idx="348">
                  <c:v>7.97976578221E-10</c:v>
                </c:pt>
                <c:pt idx="349">
                  <c:v>6.99905877081E-10</c:v>
                </c:pt>
                <c:pt idx="350">
                  <c:v>6.13767038137E-10</c:v>
                </c:pt>
                <c:pt idx="351">
                  <c:v>5.38124042047E-10</c:v>
                </c:pt>
                <c:pt idx="352">
                  <c:v>4.71711677501E-10</c:v>
                </c:pt>
                <c:pt idx="353">
                  <c:v>4.13415482526E-10</c:v>
                </c:pt>
                <c:pt idx="354">
                  <c:v>3.62254008623E-10</c:v>
                </c:pt>
                <c:pt idx="355">
                  <c:v>3.17363142843E-10</c:v>
                </c:pt>
                <c:pt idx="356">
                  <c:v>2.77982252655E-10</c:v>
                </c:pt>
                <c:pt idx="357">
                  <c:v>2.43441944839E-10</c:v>
                </c:pt>
                <c:pt idx="358">
                  <c:v>2.13153253171E-10</c:v>
                </c:pt>
                <c:pt idx="359">
                  <c:v>1.86598090558E-10</c:v>
                </c:pt>
                <c:pt idx="360">
                  <c:v>1.63320819899E-10</c:v>
                </c:pt>
                <c:pt idx="361">
                  <c:v>1.42920814456E-10</c:v>
                </c:pt>
                <c:pt idx="362">
                  <c:v>1.25045893216E-10</c:v>
                </c:pt>
                <c:pt idx="363">
                  <c:v>1.09386529773E-10</c:v>
                </c:pt>
                <c:pt idx="364">
                  <c:v>9.56707448344E-11</c:v>
                </c:pt>
                <c:pt idx="365">
                  <c:v>8.36596027663E-11</c:v>
                </c:pt>
                <c:pt idx="366">
                  <c:v>7.3143241691E-11</c:v>
                </c:pt>
                <c:pt idx="367">
                  <c:v>6.3937374774E-11</c:v>
                </c:pt>
                <c:pt idx="368">
                  <c:v>5.58802075106E-11</c:v>
                </c:pt>
                <c:pt idx="369">
                  <c:v>4.88297221938E-11</c:v>
                </c:pt>
                <c:pt idx="370">
                  <c:v>4.26612863936E-11</c:v>
                </c:pt>
                <c:pt idx="371">
                  <c:v>3.72655472807E-11</c:v>
                </c:pt>
                <c:pt idx="372">
                  <c:v>3.25465780595E-11</c:v>
                </c:pt>
                <c:pt idx="373">
                  <c:v>2.84202467041E-11</c:v>
                </c:pt>
                <c:pt idx="374">
                  <c:v>2.4812780664E-11</c:v>
                </c:pt>
                <c:pt idx="375">
                  <c:v>2.16595042851E-11</c:v>
                </c:pt>
                <c:pt idx="376">
                  <c:v>1.89037284139E-11</c:v>
                </c:pt>
                <c:pt idx="377">
                  <c:v>1.64957740609E-11</c:v>
                </c:pt>
                <c:pt idx="378">
                  <c:v>1.43921141298E-11</c:v>
                </c:pt>
                <c:pt idx="379">
                  <c:v>1.25546191022E-11</c:v>
                </c:pt>
                <c:pt idx="380">
                  <c:v>1.09498942329E-11</c:v>
                </c:pt>
                <c:pt idx="381">
                  <c:v>9.54869728149E-12</c:v>
                </c:pt>
                <c:pt idx="382">
                  <c:v>8.32542710446E-12</c:v>
                </c:pt>
                <c:pt idx="383">
                  <c:v>7.25767458308E-12</c:v>
                </c:pt>
                <c:pt idx="384">
                  <c:v>6.32582837196E-12</c:v>
                </c:pt>
                <c:pt idx="385">
                  <c:v>5.51272885049E-12</c:v>
                </c:pt>
                <c:pt idx="386">
                  <c:v>4.80336444772E-12</c:v>
                </c:pt>
                <c:pt idx="387">
                  <c:v>4.18460520826E-12</c:v>
                </c:pt>
                <c:pt idx="388">
                  <c:v>3.6449690808E-12</c:v>
                </c:pt>
                <c:pt idx="389">
                  <c:v>3.17441695314E-12</c:v>
                </c:pt>
                <c:pt idx="390">
                  <c:v>2.76417293478E-12</c:v>
                </c:pt>
                <c:pt idx="391">
                  <c:v>2.40656680951E-12</c:v>
                </c:pt>
                <c:pt idx="392">
                  <c:v>2.09489595112E-12</c:v>
                </c:pt>
                <c:pt idx="393">
                  <c:v>1.82330432238E-12</c:v>
                </c:pt>
                <c:pt idx="394">
                  <c:v>1.58667646501E-12</c:v>
                </c:pt>
                <c:pt idx="395">
                  <c:v>1.38054464205E-12</c:v>
                </c:pt>
                <c:pt idx="396">
                  <c:v>1.20100751689E-12</c:v>
                </c:pt>
                <c:pt idx="397">
                  <c:v>1.0446589498E-12</c:v>
                </c:pt>
                <c:pt idx="398">
                  <c:v>9.0852566531E-13</c:v>
                </c:pt>
                <c:pt idx="399">
                  <c:v>7.90012695963E-13</c:v>
                </c:pt>
                <c:pt idx="400">
                  <c:v>6.86855641558E-13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1"/>
      </c:valAx>
      <c:valAx>
        <c:axId val="48650112"/>
        <c:scaling>
          <c:orientation val="minMax"/>
          <c:max val="1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Average waiting time (minutes)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Dataset 1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Data'!$A$2:$A$1001</c:f>
              <c:numCache>
                <c:formatCode>General</c:formatCode>
                <c:ptCount val="1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</c:numCache>
            </c:numRef>
          </c:xVal>
          <c:yVal>
            <c:numRef>
              <c:f>'Chart Data'!$B$2:$B$1001</c:f>
              <c:numCache>
                <c:formatCode>0</c:formatCode>
                <c:ptCount val="1000"/>
                <c:pt idx="0">
                  <c:v>1.21489831903</c:v>
                </c:pt>
                <c:pt idx="1">
                  <c:v>2.33834322359</c:v>
                </c:pt>
                <c:pt idx="2">
                  <c:v>2.14249234178</c:v>
                </c:pt>
                <c:pt idx="3">
                  <c:v>2.39095408138</c:v>
                </c:pt>
                <c:pt idx="4">
                  <c:v>2.17166843883</c:v>
                </c:pt>
                <c:pt idx="5">
                  <c:v>4.51376933535</c:v>
                </c:pt>
                <c:pt idx="6">
                  <c:v>5.53048174359</c:v>
                </c:pt>
                <c:pt idx="7">
                  <c:v>6.54782342494</c:v>
                </c:pt>
                <c:pt idx="8">
                  <c:v>5.9539964186</c:v>
                </c:pt>
                <c:pt idx="9">
                  <c:v>5.36653407558</c:v>
                </c:pt>
                <c:pt idx="10">
                  <c:v>5.80924573721</c:v>
                </c:pt>
                <c:pt idx="11">
                  <c:v>5.95069878155</c:v>
                </c:pt>
                <c:pt idx="12">
                  <c:v>5.62841669195</c:v>
                </c:pt>
                <c:pt idx="13">
                  <c:v>5.51307803537</c:v>
                </c:pt>
                <c:pt idx="14">
                  <c:v>5.21663328383</c:v>
                </c:pt>
                <c:pt idx="15">
                  <c:v>5.25542575164</c:v>
                </c:pt>
                <c:pt idx="16">
                  <c:v>5.02630368068</c:v>
                </c:pt>
                <c:pt idx="17">
                  <c:v>4.8918709123</c:v>
                </c:pt>
                <c:pt idx="18">
                  <c:v>4.64219682071</c:v>
                </c:pt>
                <c:pt idx="19">
                  <c:v>4.41723884792</c:v>
                </c:pt>
                <c:pt idx="20">
                  <c:v>4.95813120773</c:v>
                </c:pt>
                <c:pt idx="21">
                  <c:v>4.79849655416</c:v>
                </c:pt>
                <c:pt idx="22">
                  <c:v>5.16195474603</c:v>
                </c:pt>
                <c:pt idx="23">
                  <c:v>5.14383868897</c:v>
                </c:pt>
                <c:pt idx="24">
                  <c:v>5.34047877464</c:v>
                </c:pt>
                <c:pt idx="25">
                  <c:v>5.57061888842</c:v>
                </c:pt>
                <c:pt idx="26">
                  <c:v>5.46770926307</c:v>
                </c:pt>
                <c:pt idx="27">
                  <c:v>5.34225858914</c:v>
                </c:pt>
                <c:pt idx="28">
                  <c:v>5.27429937101</c:v>
                </c:pt>
                <c:pt idx="29">
                  <c:v>5.11654545169</c:v>
                </c:pt>
                <c:pt idx="30">
                  <c:v>5.26679527929</c:v>
                </c:pt>
                <c:pt idx="31">
                  <c:v>5.1213871442</c:v>
                </c:pt>
                <c:pt idx="32">
                  <c:v>4.98003132703</c:v>
                </c:pt>
                <c:pt idx="33">
                  <c:v>4.91343326871</c:v>
                </c:pt>
                <c:pt idx="34">
                  <c:v>4.91276921847</c:v>
                </c:pt>
                <c:pt idx="35">
                  <c:v>4.78472826352</c:v>
                </c:pt>
                <c:pt idx="36">
                  <c:v>4.87354317322</c:v>
                </c:pt>
                <c:pt idx="37">
                  <c:v>5.2939114069</c:v>
                </c:pt>
                <c:pt idx="38">
                  <c:v>5.23377939744</c:v>
                </c:pt>
                <c:pt idx="39">
                  <c:v>5.20881477582</c:v>
                </c:pt>
                <c:pt idx="40">
                  <c:v>5.3354331294</c:v>
                </c:pt>
                <c:pt idx="41">
                  <c:v>5.31619382112</c:v>
                </c:pt>
                <c:pt idx="42">
                  <c:v>5.23750346498</c:v>
                </c:pt>
                <c:pt idx="43">
                  <c:v>5.32080304199</c:v>
                </c:pt>
                <c:pt idx="44">
                  <c:v>5.25912969369</c:v>
                </c:pt>
                <c:pt idx="45">
                  <c:v>5.18022855997</c:v>
                </c:pt>
                <c:pt idx="46">
                  <c:v>5.10228308989</c:v>
                </c:pt>
                <c:pt idx="47">
                  <c:v>5.06721791111</c:v>
                </c:pt>
                <c:pt idx="48">
                  <c:v>5.04959252039</c:v>
                </c:pt>
                <c:pt idx="49">
                  <c:v>4.97589879235</c:v>
                </c:pt>
                <c:pt idx="50">
                  <c:v>4.89326885703</c:v>
                </c:pt>
                <c:pt idx="51">
                  <c:v>4.92273131751</c:v>
                </c:pt>
                <c:pt idx="52">
                  <c:v>4.91362565578</c:v>
                </c:pt>
                <c:pt idx="53">
                  <c:v>4.83836548494</c:v>
                </c:pt>
                <c:pt idx="54">
                  <c:v>4.77592587516</c:v>
                </c:pt>
                <c:pt idx="55">
                  <c:v>4.74654610867</c:v>
                </c:pt>
                <c:pt idx="56">
                  <c:v>4.73888444325</c:v>
                </c:pt>
                <c:pt idx="57">
                  <c:v>4.75676284939</c:v>
                </c:pt>
                <c:pt idx="58">
                  <c:v>4.79731828005</c:v>
                </c:pt>
                <c:pt idx="59">
                  <c:v>4.73729206331</c:v>
                </c:pt>
                <c:pt idx="60">
                  <c:v>4.67703114829</c:v>
                </c:pt>
                <c:pt idx="61">
                  <c:v>4.85935002958</c:v>
                </c:pt>
                <c:pt idx="62">
                  <c:v>4.79707534553</c:v>
                </c:pt>
                <c:pt idx="63">
                  <c:v>4.75809738944</c:v>
                </c:pt>
                <c:pt idx="64">
                  <c:v>4.70404091144</c:v>
                </c:pt>
                <c:pt idx="65">
                  <c:v>4.7533964873</c:v>
                </c:pt>
                <c:pt idx="66">
                  <c:v>4.73531743955</c:v>
                </c:pt>
                <c:pt idx="67">
                  <c:v>4.68371457662</c:v>
                </c:pt>
                <c:pt idx="68">
                  <c:v>4.63279906012</c:v>
                </c:pt>
                <c:pt idx="69">
                  <c:v>4.61079041204</c:v>
                </c:pt>
                <c:pt idx="70">
                  <c:v>4.65992466553</c:v>
                </c:pt>
                <c:pt idx="71">
                  <c:v>4.6292222076</c:v>
                </c:pt>
                <c:pt idx="72">
                  <c:v>4.63889664589</c:v>
                </c:pt>
                <c:pt idx="73">
                  <c:v>4.65337316449</c:v>
                </c:pt>
                <c:pt idx="74">
                  <c:v>4.62069728906</c:v>
                </c:pt>
                <c:pt idx="75">
                  <c:v>4.58864971184</c:v>
                </c:pt>
                <c:pt idx="76">
                  <c:v>4.53612150137</c:v>
                </c:pt>
                <c:pt idx="77">
                  <c:v>4.47822297308</c:v>
                </c:pt>
                <c:pt idx="78">
                  <c:v>4.61079690989</c:v>
                </c:pt>
                <c:pt idx="79">
                  <c:v>4.62504281421</c:v>
                </c:pt>
                <c:pt idx="80">
                  <c:v>4.7422605217</c:v>
                </c:pt>
                <c:pt idx="81">
                  <c:v>4.69800646366</c:v>
                </c:pt>
                <c:pt idx="82">
                  <c:v>4.77099533057</c:v>
                </c:pt>
                <c:pt idx="83">
                  <c:v>4.79653407054</c:v>
                </c:pt>
                <c:pt idx="84">
                  <c:v>4.76649708224</c:v>
                </c:pt>
                <c:pt idx="85">
                  <c:v>4.90305673048</c:v>
                </c:pt>
                <c:pt idx="86">
                  <c:v>4.9146088539</c:v>
                </c:pt>
                <c:pt idx="87">
                  <c:v>4.89528581647</c:v>
                </c:pt>
                <c:pt idx="88">
                  <c:v>4.89408707912</c:v>
                </c:pt>
                <c:pt idx="89">
                  <c:v>5.03273399873</c:v>
                </c:pt>
                <c:pt idx="90">
                  <c:v>4.98322457315</c:v>
                </c:pt>
                <c:pt idx="91">
                  <c:v>4.94661578699</c:v>
                </c:pt>
                <c:pt idx="92">
                  <c:v>4.8986813031</c:v>
                </c:pt>
                <c:pt idx="93">
                  <c:v>4.93788918627</c:v>
                </c:pt>
                <c:pt idx="94">
                  <c:v>4.90531165584</c:v>
                </c:pt>
                <c:pt idx="95">
                  <c:v>4.90126657045</c:v>
                </c:pt>
                <c:pt idx="96">
                  <c:v>4.91310254574</c:v>
                </c:pt>
                <c:pt idx="97">
                  <c:v>5.03600827789</c:v>
                </c:pt>
                <c:pt idx="98">
                  <c:v>5.06113981229</c:v>
                </c:pt>
                <c:pt idx="99">
                  <c:v>5.04002150621</c:v>
                </c:pt>
                <c:pt idx="100">
                  <c:v>4.99058204624</c:v>
                </c:pt>
                <c:pt idx="101">
                  <c:v>4.9979310889</c:v>
                </c:pt>
                <c:pt idx="102">
                  <c:v>5.08708405674</c:v>
                </c:pt>
                <c:pt idx="103">
                  <c:v>5.07215920189</c:v>
                </c:pt>
                <c:pt idx="104">
                  <c:v>5.12131035217</c:v>
                </c:pt>
                <c:pt idx="105">
                  <c:v>5.08453237121</c:v>
                </c:pt>
                <c:pt idx="106">
                  <c:v>5.04823634029</c:v>
                </c:pt>
                <c:pt idx="107">
                  <c:v>5.13083182613</c:v>
                </c:pt>
                <c:pt idx="108">
                  <c:v>5.08920770628</c:v>
                </c:pt>
                <c:pt idx="109">
                  <c:v>5.04734580388</c:v>
                </c:pt>
                <c:pt idx="110">
                  <c:v>5.00712607005</c:v>
                </c:pt>
                <c:pt idx="111">
                  <c:v>5.18876987791</c:v>
                </c:pt>
                <c:pt idx="112">
                  <c:v>5.27674855693</c:v>
                </c:pt>
                <c:pt idx="113">
                  <c:v>5.24577428384</c:v>
                </c:pt>
                <c:pt idx="114">
                  <c:v>5.22855328594</c:v>
                </c:pt>
                <c:pt idx="115">
                  <c:v>5.19396160234</c:v>
                </c:pt>
                <c:pt idx="116">
                  <c:v>5.15996373064</c:v>
                </c:pt>
                <c:pt idx="117">
                  <c:v>5.2023350023</c:v>
                </c:pt>
                <c:pt idx="118">
                  <c:v>5.17349974701</c:v>
                </c:pt>
                <c:pt idx="119">
                  <c:v>5.13665034929</c:v>
                </c:pt>
                <c:pt idx="120">
                  <c:v>5.12565407455</c:v>
                </c:pt>
                <c:pt idx="121">
                  <c:v>5.11705134237</c:v>
                </c:pt>
                <c:pt idx="122">
                  <c:v>5.11064427427</c:v>
                </c:pt>
                <c:pt idx="123">
                  <c:v>5.20374255169</c:v>
                </c:pt>
                <c:pt idx="124">
                  <c:v>5.17723834127</c:v>
                </c:pt>
                <c:pt idx="125">
                  <c:v>5.1454398411</c:v>
                </c:pt>
                <c:pt idx="126">
                  <c:v>5.12380646361</c:v>
                </c:pt>
                <c:pt idx="127">
                  <c:v>5.12643829403</c:v>
                </c:pt>
                <c:pt idx="128">
                  <c:v>5.10344384038</c:v>
                </c:pt>
                <c:pt idx="129">
                  <c:v>5.06889716247</c:v>
                </c:pt>
                <c:pt idx="130">
                  <c:v>5.08942148132</c:v>
                </c:pt>
                <c:pt idx="131">
                  <c:v>5.06205291887</c:v>
                </c:pt>
                <c:pt idx="132">
                  <c:v>5.05132774302</c:v>
                </c:pt>
                <c:pt idx="133">
                  <c:v>5.03345852626</c:v>
                </c:pt>
                <c:pt idx="134">
                  <c:v>5.20079467221</c:v>
                </c:pt>
                <c:pt idx="135">
                  <c:v>5.21561939559</c:v>
                </c:pt>
                <c:pt idx="136">
                  <c:v>5.20901590346</c:v>
                </c:pt>
                <c:pt idx="137">
                  <c:v>5.18464895928</c:v>
                </c:pt>
                <c:pt idx="138">
                  <c:v>5.15284423673</c:v>
                </c:pt>
                <c:pt idx="139">
                  <c:v>5.1226097879</c:v>
                </c:pt>
                <c:pt idx="140">
                  <c:v>5.09280349226</c:v>
                </c:pt>
                <c:pt idx="141">
                  <c:v>5.06994670435</c:v>
                </c:pt>
                <c:pt idx="142">
                  <c:v>5.16409045873</c:v>
                </c:pt>
                <c:pt idx="143">
                  <c:v>5.14104534304</c:v>
                </c:pt>
                <c:pt idx="144">
                  <c:v>5.14630471787</c:v>
                </c:pt>
                <c:pt idx="145">
                  <c:v>5.16030937762</c:v>
                </c:pt>
                <c:pt idx="146">
                  <c:v>5.15473825514</c:v>
                </c:pt>
                <c:pt idx="147">
                  <c:v>5.12266863018</c:v>
                </c:pt>
                <c:pt idx="148">
                  <c:v>5.1049443375</c:v>
                </c:pt>
                <c:pt idx="149">
                  <c:v>5.12863134351</c:v>
                </c:pt>
                <c:pt idx="150">
                  <c:v>5.18762782926</c:v>
                </c:pt>
                <c:pt idx="151">
                  <c:v>5.1545393597</c:v>
                </c:pt>
                <c:pt idx="152">
                  <c:v>5.1378559015</c:v>
                </c:pt>
                <c:pt idx="153">
                  <c:v>5.11467250075</c:v>
                </c:pt>
                <c:pt idx="154">
                  <c:v>5.09277343914</c:v>
                </c:pt>
                <c:pt idx="155">
                  <c:v>5.14131316939</c:v>
                </c:pt>
                <c:pt idx="156">
                  <c:v>5.13366902186</c:v>
                </c:pt>
                <c:pt idx="157">
                  <c:v>5.21660212402</c:v>
                </c:pt>
                <c:pt idx="158">
                  <c:v>5.26996458666</c:v>
                </c:pt>
                <c:pt idx="159">
                  <c:v>5.31984071047</c:v>
                </c:pt>
                <c:pt idx="160">
                  <c:v>5.30395999003</c:v>
                </c:pt>
                <c:pt idx="161">
                  <c:v>5.31642169811</c:v>
                </c:pt>
                <c:pt idx="162">
                  <c:v>5.31759581964</c:v>
                </c:pt>
                <c:pt idx="163">
                  <c:v>5.31287143813</c:v>
                </c:pt>
                <c:pt idx="164">
                  <c:v>5.357440059</c:v>
                </c:pt>
                <c:pt idx="165">
                  <c:v>5.33274227346</c:v>
                </c:pt>
                <c:pt idx="166">
                  <c:v>5.33225730593</c:v>
                </c:pt>
                <c:pt idx="167">
                  <c:v>5.37585726064</c:v>
                </c:pt>
                <c:pt idx="168">
                  <c:v>5.35533215313</c:v>
                </c:pt>
                <c:pt idx="169">
                  <c:v>5.37514693571</c:v>
                </c:pt>
                <c:pt idx="170">
                  <c:v>5.35464543793</c:v>
                </c:pt>
                <c:pt idx="171">
                  <c:v>5.33748511408</c:v>
                </c:pt>
                <c:pt idx="172">
                  <c:v>5.33810958471</c:v>
                </c:pt>
                <c:pt idx="173">
                  <c:v>5.3198888135</c:v>
                </c:pt>
                <c:pt idx="174">
                  <c:v>5.31546272152</c:v>
                </c:pt>
                <c:pt idx="175">
                  <c:v>5.33762434565</c:v>
                </c:pt>
                <c:pt idx="176">
                  <c:v>5.38282243768</c:v>
                </c:pt>
                <c:pt idx="177">
                  <c:v>5.35749416324</c:v>
                </c:pt>
                <c:pt idx="178">
                  <c:v>5.33463829465</c:v>
                </c:pt>
                <c:pt idx="179">
                  <c:v>5.36324784087</c:v>
                </c:pt>
                <c:pt idx="180">
                  <c:v>5.4441749083</c:v>
                </c:pt>
                <c:pt idx="181">
                  <c:v>5.45566905133</c:v>
                </c:pt>
                <c:pt idx="182">
                  <c:v>5.43254153317</c:v>
                </c:pt>
                <c:pt idx="183">
                  <c:v>5.42150439813</c:v>
                </c:pt>
                <c:pt idx="184">
                  <c:v>5.48333298319</c:v>
                </c:pt>
                <c:pt idx="185">
                  <c:v>5.4727122199</c:v>
                </c:pt>
                <c:pt idx="186">
                  <c:v>5.51173858142</c:v>
                </c:pt>
                <c:pt idx="187">
                  <c:v>5.48598952258</c:v>
                </c:pt>
                <c:pt idx="188">
                  <c:v>5.46587458504</c:v>
                </c:pt>
                <c:pt idx="189">
                  <c:v>5.44223308698</c:v>
                </c:pt>
                <c:pt idx="190">
                  <c:v>5.42372863443</c:v>
                </c:pt>
                <c:pt idx="191">
                  <c:v>5.39835593819</c:v>
                </c:pt>
                <c:pt idx="192">
                  <c:v>5.40480237593</c:v>
                </c:pt>
                <c:pt idx="193">
                  <c:v>5.41089474274</c:v>
                </c:pt>
                <c:pt idx="194">
                  <c:v>5.39152466186</c:v>
                </c:pt>
                <c:pt idx="195">
                  <c:v>5.37068673485</c:v>
                </c:pt>
                <c:pt idx="196">
                  <c:v>5.36088482441</c:v>
                </c:pt>
                <c:pt idx="197">
                  <c:v>5.39223297379</c:v>
                </c:pt>
                <c:pt idx="198">
                  <c:v>5.40651653203</c:v>
                </c:pt>
                <c:pt idx="199">
                  <c:v>5.43684293107</c:v>
                </c:pt>
                <c:pt idx="200">
                  <c:v>5.41931405418</c:v>
                </c:pt>
                <c:pt idx="201">
                  <c:v>5.40432085453</c:v>
                </c:pt>
                <c:pt idx="202">
                  <c:v>5.38307490303</c:v>
                </c:pt>
                <c:pt idx="203">
                  <c:v>5.42088606523</c:v>
                </c:pt>
                <c:pt idx="204">
                  <c:v>5.46569608597</c:v>
                </c:pt>
                <c:pt idx="205">
                  <c:v>5.4462192437</c:v>
                </c:pt>
                <c:pt idx="206">
                  <c:v>5.44110378467</c:v>
                </c:pt>
                <c:pt idx="207">
                  <c:v>5.42686493938</c:v>
                </c:pt>
                <c:pt idx="208">
                  <c:v>5.44817355318</c:v>
                </c:pt>
                <c:pt idx="209">
                  <c:v>5.42337538845</c:v>
                </c:pt>
                <c:pt idx="210">
                  <c:v>5.4368892388</c:v>
                </c:pt>
                <c:pt idx="211">
                  <c:v>5.41384207796</c:v>
                </c:pt>
                <c:pt idx="212">
                  <c:v>5.38941448827</c:v>
                </c:pt>
                <c:pt idx="213">
                  <c:v>5.36602949977</c:v>
                </c:pt>
                <c:pt idx="214">
                  <c:v>5.341262053</c:v>
                </c:pt>
                <c:pt idx="215">
                  <c:v>5.31701108445</c:v>
                </c:pt>
                <c:pt idx="216">
                  <c:v>5.29728942944</c:v>
                </c:pt>
                <c:pt idx="217">
                  <c:v>5.27316856155</c:v>
                </c:pt>
                <c:pt idx="218">
                  <c:v>5.25975174288</c:v>
                </c:pt>
                <c:pt idx="219">
                  <c:v>5.27595368278</c:v>
                </c:pt>
                <c:pt idx="220">
                  <c:v>5.30159279988</c:v>
                </c:pt>
                <c:pt idx="221">
                  <c:v>5.28358194857</c:v>
                </c:pt>
                <c:pt idx="222">
                  <c:v>5.29760870239</c:v>
                </c:pt>
                <c:pt idx="223">
                  <c:v>5.27551926778</c:v>
                </c:pt>
                <c:pt idx="224">
                  <c:v>5.28310837728</c:v>
                </c:pt>
                <c:pt idx="225">
                  <c:v>5.3452127904</c:v>
                </c:pt>
                <c:pt idx="226">
                  <c:v>5.38505706532</c:v>
                </c:pt>
                <c:pt idx="227">
                  <c:v>5.37392348645</c:v>
                </c:pt>
                <c:pt idx="228">
                  <c:v>5.35575934375</c:v>
                </c:pt>
                <c:pt idx="229">
                  <c:v>5.38317336373</c:v>
                </c:pt>
                <c:pt idx="230">
                  <c:v>5.37128806572</c:v>
                </c:pt>
                <c:pt idx="231">
                  <c:v>5.35754200461</c:v>
                </c:pt>
                <c:pt idx="232">
                  <c:v>5.3498117987</c:v>
                </c:pt>
                <c:pt idx="233">
                  <c:v>5.32729730807</c:v>
                </c:pt>
                <c:pt idx="234">
                  <c:v>5.30603765989</c:v>
                </c:pt>
                <c:pt idx="235">
                  <c:v>5.28762459477</c:v>
                </c:pt>
                <c:pt idx="236">
                  <c:v>5.27320274728</c:v>
                </c:pt>
                <c:pt idx="237">
                  <c:v>5.29397306169</c:v>
                </c:pt>
                <c:pt idx="238">
                  <c:v>5.32866977522</c:v>
                </c:pt>
                <c:pt idx="239">
                  <c:v>5.3390117319</c:v>
                </c:pt>
                <c:pt idx="240">
                  <c:v>5.32917973551</c:v>
                </c:pt>
                <c:pt idx="241">
                  <c:v>5.32176850747</c:v>
                </c:pt>
                <c:pt idx="242">
                  <c:v>5.34933656048</c:v>
                </c:pt>
                <c:pt idx="243">
                  <c:v>5.41611680368</c:v>
                </c:pt>
                <c:pt idx="244">
                  <c:v>5.39947165721</c:v>
                </c:pt>
                <c:pt idx="245">
                  <c:v>5.4407516433</c:v>
                </c:pt>
                <c:pt idx="246">
                  <c:v>5.42632744399</c:v>
                </c:pt>
                <c:pt idx="247">
                  <c:v>5.41102787419</c:v>
                </c:pt>
                <c:pt idx="248">
                  <c:v>5.39430883134</c:v>
                </c:pt>
                <c:pt idx="249">
                  <c:v>5.41668311995</c:v>
                </c:pt>
                <c:pt idx="250">
                  <c:v>5.39775174522</c:v>
                </c:pt>
                <c:pt idx="251">
                  <c:v>5.46186606135</c:v>
                </c:pt>
                <c:pt idx="252">
                  <c:v>5.45966377691</c:v>
                </c:pt>
                <c:pt idx="253">
                  <c:v>5.44531976882</c:v>
                </c:pt>
                <c:pt idx="254">
                  <c:v>5.4298821364</c:v>
                </c:pt>
                <c:pt idx="255">
                  <c:v>5.44025893412</c:v>
                </c:pt>
                <c:pt idx="256">
                  <c:v>5.43404169857</c:v>
                </c:pt>
                <c:pt idx="257">
                  <c:v>5.5590568361</c:v>
                </c:pt>
                <c:pt idx="258">
                  <c:v>5.5378949406</c:v>
                </c:pt>
                <c:pt idx="259">
                  <c:v>5.52852835571</c:v>
                </c:pt>
                <c:pt idx="260">
                  <c:v>5.5770217622</c:v>
                </c:pt>
                <c:pt idx="261">
                  <c:v>5.56071411915</c:v>
                </c:pt>
                <c:pt idx="262">
                  <c:v>5.59130559555</c:v>
                </c:pt>
                <c:pt idx="263">
                  <c:v>5.60561352233</c:v>
                </c:pt>
                <c:pt idx="264">
                  <c:v>5.6130493518</c:v>
                </c:pt>
                <c:pt idx="265">
                  <c:v>5.60053781529</c:v>
                </c:pt>
                <c:pt idx="266">
                  <c:v>5.59319289719</c:v>
                </c:pt>
                <c:pt idx="267">
                  <c:v>5.59474146667</c:v>
                </c:pt>
                <c:pt idx="268">
                  <c:v>5.59466761303</c:v>
                </c:pt>
                <c:pt idx="269">
                  <c:v>5.57882698132</c:v>
                </c:pt>
                <c:pt idx="270">
                  <c:v>5.61086320656</c:v>
                </c:pt>
                <c:pt idx="271">
                  <c:v>5.60191068212</c:v>
                </c:pt>
                <c:pt idx="272">
                  <c:v>5.60100367305</c:v>
                </c:pt>
                <c:pt idx="273">
                  <c:v>5.59045093054</c:v>
                </c:pt>
                <c:pt idx="274">
                  <c:v>5.61176808876</c:v>
                </c:pt>
                <c:pt idx="275">
                  <c:v>5.599032549</c:v>
                </c:pt>
                <c:pt idx="276">
                  <c:v>5.63611577787</c:v>
                </c:pt>
                <c:pt idx="277">
                  <c:v>5.64266676402</c:v>
                </c:pt>
                <c:pt idx="278">
                  <c:v>5.64624075361</c:v>
                </c:pt>
                <c:pt idx="279">
                  <c:v>5.65160416181</c:v>
                </c:pt>
                <c:pt idx="280">
                  <c:v>5.64424441264</c:v>
                </c:pt>
                <c:pt idx="281">
                  <c:v>5.6354936529</c:v>
                </c:pt>
                <c:pt idx="282">
                  <c:v>5.62224678917</c:v>
                </c:pt>
                <c:pt idx="283">
                  <c:v>5.63803435771</c:v>
                </c:pt>
                <c:pt idx="284">
                  <c:v>5.63108779985</c:v>
                </c:pt>
                <c:pt idx="285">
                  <c:v>5.62137343251</c:v>
                </c:pt>
                <c:pt idx="286">
                  <c:v>5.60476698889</c:v>
                </c:pt>
                <c:pt idx="287">
                  <c:v>5.59298228976</c:v>
                </c:pt>
                <c:pt idx="288">
                  <c:v>5.58001332383</c:v>
                </c:pt>
                <c:pt idx="289">
                  <c:v>5.57402084668</c:v>
                </c:pt>
                <c:pt idx="290">
                  <c:v>5.55929785739</c:v>
                </c:pt>
                <c:pt idx="291">
                  <c:v>5.54592511545</c:v>
                </c:pt>
                <c:pt idx="292">
                  <c:v>5.54263759272</c:v>
                </c:pt>
                <c:pt idx="293">
                  <c:v>5.52427108168</c:v>
                </c:pt>
                <c:pt idx="294">
                  <c:v>5.50557364718</c:v>
                </c:pt>
                <c:pt idx="295">
                  <c:v>5.50438491418</c:v>
                </c:pt>
                <c:pt idx="296">
                  <c:v>5.50676693313</c:v>
                </c:pt>
                <c:pt idx="297">
                  <c:v>5.49438287206</c:v>
                </c:pt>
                <c:pt idx="298">
                  <c:v>5.49303836745</c:v>
                </c:pt>
                <c:pt idx="299">
                  <c:v>5.48280880183</c:v>
                </c:pt>
                <c:pt idx="300">
                  <c:v>5.46613110457</c:v>
                </c:pt>
                <c:pt idx="301">
                  <c:v>5.45095939522</c:v>
                </c:pt>
                <c:pt idx="302">
                  <c:v>5.44283043041</c:v>
                </c:pt>
                <c:pt idx="303">
                  <c:v>5.42646957894</c:v>
                </c:pt>
                <c:pt idx="304">
                  <c:v>5.41697881891</c:v>
                </c:pt>
                <c:pt idx="305">
                  <c:v>5.40458941311</c:v>
                </c:pt>
                <c:pt idx="306">
                  <c:v>5.39081426285</c:v>
                </c:pt>
                <c:pt idx="307">
                  <c:v>5.37650707589</c:v>
                </c:pt>
                <c:pt idx="308">
                  <c:v>5.37110542985</c:v>
                </c:pt>
                <c:pt idx="309">
                  <c:v>5.36945231235</c:v>
                </c:pt>
                <c:pt idx="310">
                  <c:v>5.35885554726</c:v>
                </c:pt>
                <c:pt idx="311">
                  <c:v>5.35420342082</c:v>
                </c:pt>
                <c:pt idx="312">
                  <c:v>5.3959174106</c:v>
                </c:pt>
                <c:pt idx="313">
                  <c:v>5.42993849376</c:v>
                </c:pt>
                <c:pt idx="314">
                  <c:v>5.41544752209</c:v>
                </c:pt>
                <c:pt idx="315">
                  <c:v>5.40251366345</c:v>
                </c:pt>
                <c:pt idx="316">
                  <c:v>5.38683701925</c:v>
                </c:pt>
                <c:pt idx="317">
                  <c:v>5.3790892803</c:v>
                </c:pt>
                <c:pt idx="318">
                  <c:v>5.36655362209</c:v>
                </c:pt>
                <c:pt idx="319">
                  <c:v>5.35519047146</c:v>
                </c:pt>
                <c:pt idx="320">
                  <c:v>5.3434531591</c:v>
                </c:pt>
                <c:pt idx="321">
                  <c:v>5.33955844415</c:v>
                </c:pt>
                <c:pt idx="322">
                  <c:v>5.33495084739</c:v>
                </c:pt>
                <c:pt idx="323">
                  <c:v>5.3383725155</c:v>
                </c:pt>
                <c:pt idx="324">
                  <c:v>5.34600720982</c:v>
                </c:pt>
                <c:pt idx="325">
                  <c:v>5.35853919497</c:v>
                </c:pt>
                <c:pt idx="326">
                  <c:v>5.34343952446</c:v>
                </c:pt>
                <c:pt idx="327">
                  <c:v>5.35214008427</c:v>
                </c:pt>
                <c:pt idx="328">
                  <c:v>5.35067282898</c:v>
                </c:pt>
                <c:pt idx="329">
                  <c:v>5.34628137166</c:v>
                </c:pt>
                <c:pt idx="330">
                  <c:v>5.3540975074</c:v>
                </c:pt>
                <c:pt idx="331">
                  <c:v>5.35869014894</c:v>
                </c:pt>
                <c:pt idx="332">
                  <c:v>5.36405696614</c:v>
                </c:pt>
                <c:pt idx="333">
                  <c:v>5.36626807556</c:v>
                </c:pt>
                <c:pt idx="334">
                  <c:v>5.36369037048</c:v>
                </c:pt>
                <c:pt idx="335">
                  <c:v>5.34875176644</c:v>
                </c:pt>
                <c:pt idx="336">
                  <c:v>5.33509684967</c:v>
                </c:pt>
                <c:pt idx="337">
                  <c:v>5.32554700397</c:v>
                </c:pt>
                <c:pt idx="338">
                  <c:v>5.3103647314</c:v>
                </c:pt>
                <c:pt idx="339">
                  <c:v>5.35395383138</c:v>
                </c:pt>
                <c:pt idx="340">
                  <c:v>5.34258275817</c:v>
                </c:pt>
                <c:pt idx="341">
                  <c:v>5.34137258324</c:v>
                </c:pt>
                <c:pt idx="342">
                  <c:v>5.36858634879</c:v>
                </c:pt>
                <c:pt idx="343">
                  <c:v>5.35487338434</c:v>
                </c:pt>
                <c:pt idx="344">
                  <c:v>5.39336089624</c:v>
                </c:pt>
                <c:pt idx="345">
                  <c:v>5.38048150871</c:v>
                </c:pt>
                <c:pt idx="346">
                  <c:v>5.39207218144</c:v>
                </c:pt>
                <c:pt idx="347">
                  <c:v>5.40962032884</c:v>
                </c:pt>
                <c:pt idx="348">
                  <c:v>5.39626792904</c:v>
                </c:pt>
                <c:pt idx="349">
                  <c:v>5.45302840598</c:v>
                </c:pt>
                <c:pt idx="350">
                  <c:v>5.453712918</c:v>
                </c:pt>
                <c:pt idx="351">
                  <c:v>5.45567025047</c:v>
                </c:pt>
                <c:pt idx="352">
                  <c:v>5.44406736603</c:v>
                </c:pt>
                <c:pt idx="353">
                  <c:v>5.43077228131</c:v>
                </c:pt>
                <c:pt idx="354">
                  <c:v>5.41644442027</c:v>
                </c:pt>
                <c:pt idx="355">
                  <c:v>5.4115851827</c:v>
                </c:pt>
                <c:pt idx="356">
                  <c:v>5.40357648989</c:v>
                </c:pt>
                <c:pt idx="357">
                  <c:v>5.39001364602</c:v>
                </c:pt>
                <c:pt idx="358">
                  <c:v>5.37998947633</c:v>
                </c:pt>
                <c:pt idx="359">
                  <c:v>5.37369649154</c:v>
                </c:pt>
                <c:pt idx="360">
                  <c:v>5.35985128224</c:v>
                </c:pt>
                <c:pt idx="361">
                  <c:v>5.35798220397</c:v>
                </c:pt>
                <c:pt idx="362">
                  <c:v>5.37940627869</c:v>
                </c:pt>
                <c:pt idx="363">
                  <c:v>5.37146914787</c:v>
                </c:pt>
                <c:pt idx="364">
                  <c:v>5.35698142056</c:v>
                </c:pt>
                <c:pt idx="365">
                  <c:v>5.3448440624</c:v>
                </c:pt>
                <c:pt idx="366">
                  <c:v>5.33960501257</c:v>
                </c:pt>
                <c:pt idx="367">
                  <c:v>5.33342945141</c:v>
                </c:pt>
                <c:pt idx="368">
                  <c:v>5.32389693768</c:v>
                </c:pt>
                <c:pt idx="369">
                  <c:v>5.32187371044</c:v>
                </c:pt>
                <c:pt idx="370">
                  <c:v>5.30962244705</c:v>
                </c:pt>
                <c:pt idx="371">
                  <c:v>5.31039940635</c:v>
                </c:pt>
                <c:pt idx="372">
                  <c:v>5.30872347781</c:v>
                </c:pt>
                <c:pt idx="373">
                  <c:v>5.29855183335</c:v>
                </c:pt>
                <c:pt idx="374">
                  <c:v>5.29380100181</c:v>
                </c:pt>
                <c:pt idx="375">
                  <c:v>5.32111228546</c:v>
                </c:pt>
                <c:pt idx="376">
                  <c:v>5.31094397179</c:v>
                </c:pt>
                <c:pt idx="377">
                  <c:v>5.30267588618</c:v>
                </c:pt>
                <c:pt idx="378">
                  <c:v>5.29946200201</c:v>
                </c:pt>
                <c:pt idx="379">
                  <c:v>5.32649491359</c:v>
                </c:pt>
                <c:pt idx="380">
                  <c:v>5.35966469619</c:v>
                </c:pt>
                <c:pt idx="381">
                  <c:v>5.34709328358</c:v>
                </c:pt>
                <c:pt idx="382">
                  <c:v>5.34408140983</c:v>
                </c:pt>
                <c:pt idx="383">
                  <c:v>5.33323308752</c:v>
                </c:pt>
                <c:pt idx="384">
                  <c:v>5.32383826168</c:v>
                </c:pt>
                <c:pt idx="385">
                  <c:v>5.32411401473</c:v>
                </c:pt>
                <c:pt idx="386">
                  <c:v>5.31381156698</c:v>
                </c:pt>
                <c:pt idx="387">
                  <c:v>5.30325528703</c:v>
                </c:pt>
                <c:pt idx="388">
                  <c:v>5.29110798244</c:v>
                </c:pt>
                <c:pt idx="389">
                  <c:v>5.2830391279</c:v>
                </c:pt>
                <c:pt idx="390">
                  <c:v>5.27673438629</c:v>
                </c:pt>
                <c:pt idx="391">
                  <c:v>5.2671688239</c:v>
                </c:pt>
                <c:pt idx="392">
                  <c:v>5.26423733341</c:v>
                </c:pt>
                <c:pt idx="393">
                  <c:v>5.25731730931</c:v>
                </c:pt>
                <c:pt idx="394">
                  <c:v>5.24411621026</c:v>
                </c:pt>
                <c:pt idx="395">
                  <c:v>5.23640754823</c:v>
                </c:pt>
                <c:pt idx="396">
                  <c:v>5.23484652087</c:v>
                </c:pt>
                <c:pt idx="397">
                  <c:v>5.23466511008</c:v>
                </c:pt>
                <c:pt idx="398">
                  <c:v>5.23672096906</c:v>
                </c:pt>
                <c:pt idx="399">
                  <c:v>5.22932439115</c:v>
                </c:pt>
                <c:pt idx="400">
                  <c:v>5.21759540242</c:v>
                </c:pt>
                <c:pt idx="401">
                  <c:v>5.20537697015</c:v>
                </c:pt>
                <c:pt idx="402">
                  <c:v>5.19259369469</c:v>
                </c:pt>
                <c:pt idx="403">
                  <c:v>5.18242422595</c:v>
                </c:pt>
                <c:pt idx="404">
                  <c:v>5.19650806841</c:v>
                </c:pt>
                <c:pt idx="405">
                  <c:v>5.20711546767</c:v>
                </c:pt>
                <c:pt idx="406">
                  <c:v>5.20566279409</c:v>
                </c:pt>
                <c:pt idx="407">
                  <c:v>5.20448302724</c:v>
                </c:pt>
                <c:pt idx="408">
                  <c:v>5.19638129554</c:v>
                </c:pt>
                <c:pt idx="409">
                  <c:v>5.2028701584</c:v>
                </c:pt>
                <c:pt idx="410">
                  <c:v>5.19304497407</c:v>
                </c:pt>
                <c:pt idx="411">
                  <c:v>5.20983771133</c:v>
                </c:pt>
                <c:pt idx="412">
                  <c:v>5.19755938764</c:v>
                </c:pt>
                <c:pt idx="413">
                  <c:v>5.21928969878</c:v>
                </c:pt>
                <c:pt idx="414">
                  <c:v>5.26302277449</c:v>
                </c:pt>
                <c:pt idx="415">
                  <c:v>5.27460761485</c:v>
                </c:pt>
                <c:pt idx="416">
                  <c:v>5.26806934626</c:v>
                </c:pt>
                <c:pt idx="417">
                  <c:v>5.26881926495</c:v>
                </c:pt>
                <c:pt idx="418">
                  <c:v>5.2982157168</c:v>
                </c:pt>
                <c:pt idx="419">
                  <c:v>5.29195157901</c:v>
                </c:pt>
                <c:pt idx="420">
                  <c:v>5.28240104155</c:v>
                </c:pt>
                <c:pt idx="421">
                  <c:v>5.27309552067</c:v>
                </c:pt>
                <c:pt idx="422">
                  <c:v>5.30421779251</c:v>
                </c:pt>
                <c:pt idx="423">
                  <c:v>5.30621256013</c:v>
                </c:pt>
                <c:pt idx="424">
                  <c:v>5.29765113185</c:v>
                </c:pt>
                <c:pt idx="425">
                  <c:v>5.33619129956</c:v>
                </c:pt>
                <c:pt idx="426">
                  <c:v>5.32450382199</c:v>
                </c:pt>
                <c:pt idx="427">
                  <c:v>5.31282294182</c:v>
                </c:pt>
                <c:pt idx="428">
                  <c:v>5.30633292828</c:v>
                </c:pt>
                <c:pt idx="429">
                  <c:v>5.31366589312</c:v>
                </c:pt>
                <c:pt idx="430">
                  <c:v>5.30888623923</c:v>
                </c:pt>
                <c:pt idx="431">
                  <c:v>5.29812425353</c:v>
                </c:pt>
                <c:pt idx="432">
                  <c:v>5.29556267619</c:v>
                </c:pt>
                <c:pt idx="433">
                  <c:v>5.29445234881</c:v>
                </c:pt>
                <c:pt idx="434">
                  <c:v>5.28653414079</c:v>
                </c:pt>
                <c:pt idx="435">
                  <c:v>5.27530822348</c:v>
                </c:pt>
                <c:pt idx="436">
                  <c:v>5.2672901835</c:v>
                </c:pt>
                <c:pt idx="437">
                  <c:v>5.2670290398</c:v>
                </c:pt>
                <c:pt idx="438">
                  <c:v>5.26282491276</c:v>
                </c:pt>
                <c:pt idx="439">
                  <c:v>5.25941020006</c:v>
                </c:pt>
                <c:pt idx="440">
                  <c:v>5.25209293928</c:v>
                </c:pt>
                <c:pt idx="441">
                  <c:v>5.25542021585</c:v>
                </c:pt>
                <c:pt idx="442">
                  <c:v>5.25894039997</c:v>
                </c:pt>
                <c:pt idx="443">
                  <c:v>5.25227583352</c:v>
                </c:pt>
                <c:pt idx="444">
                  <c:v>5.24796772735</c:v>
                </c:pt>
                <c:pt idx="445">
                  <c:v>5.25098945996</c:v>
                </c:pt>
                <c:pt idx="446">
                  <c:v>5.25961262387</c:v>
                </c:pt>
                <c:pt idx="447">
                  <c:v>5.26296753743</c:v>
                </c:pt>
                <c:pt idx="448">
                  <c:v>5.26492816689</c:v>
                </c:pt>
                <c:pt idx="449">
                  <c:v>5.25829888101</c:v>
                </c:pt>
                <c:pt idx="450">
                  <c:v>5.24800666177</c:v>
                </c:pt>
                <c:pt idx="451">
                  <c:v>5.23990150947</c:v>
                </c:pt>
                <c:pt idx="452">
                  <c:v>5.23577854615</c:v>
                </c:pt>
                <c:pt idx="453">
                  <c:v>5.2269609289</c:v>
                </c:pt>
                <c:pt idx="454">
                  <c:v>5.2155328649</c:v>
                </c:pt>
                <c:pt idx="455">
                  <c:v>5.22001848358</c:v>
                </c:pt>
                <c:pt idx="456">
                  <c:v>5.21447870182</c:v>
                </c:pt>
                <c:pt idx="457">
                  <c:v>5.21436772681</c:v>
                </c:pt>
                <c:pt idx="458">
                  <c:v>5.21015409483</c:v>
                </c:pt>
                <c:pt idx="459">
                  <c:v>5.20582224424</c:v>
                </c:pt>
                <c:pt idx="460">
                  <c:v>5.19711473997</c:v>
                </c:pt>
                <c:pt idx="461">
                  <c:v>5.19629948294</c:v>
                </c:pt>
                <c:pt idx="462">
                  <c:v>5.19397261798</c:v>
                </c:pt>
                <c:pt idx="463">
                  <c:v>5.19061184232</c:v>
                </c:pt>
                <c:pt idx="464">
                  <c:v>5.18743957639</c:v>
                </c:pt>
                <c:pt idx="465">
                  <c:v>5.1820573488</c:v>
                </c:pt>
                <c:pt idx="466">
                  <c:v>5.17202408742</c:v>
                </c:pt>
                <c:pt idx="467">
                  <c:v>5.16181520231</c:v>
                </c:pt>
                <c:pt idx="468">
                  <c:v>5.16103072153</c:v>
                </c:pt>
                <c:pt idx="469">
                  <c:v>5.1699483689</c:v>
                </c:pt>
                <c:pt idx="470">
                  <c:v>5.18686448443</c:v>
                </c:pt>
                <c:pt idx="471">
                  <c:v>5.19564556672</c:v>
                </c:pt>
                <c:pt idx="472">
                  <c:v>5.19348420167</c:v>
                </c:pt>
                <c:pt idx="473">
                  <c:v>5.18990730189</c:v>
                </c:pt>
                <c:pt idx="474">
                  <c:v>5.18888379773</c:v>
                </c:pt>
                <c:pt idx="475">
                  <c:v>5.17850228622</c:v>
                </c:pt>
                <c:pt idx="476">
                  <c:v>5.17467805433</c:v>
                </c:pt>
                <c:pt idx="477">
                  <c:v>5.16392011895</c:v>
                </c:pt>
                <c:pt idx="478">
                  <c:v>5.18601999665</c:v>
                </c:pt>
                <c:pt idx="479">
                  <c:v>5.20115852139</c:v>
                </c:pt>
                <c:pt idx="480">
                  <c:v>5.21047637617</c:v>
                </c:pt>
                <c:pt idx="481">
                  <c:v>5.20666270864</c:v>
                </c:pt>
                <c:pt idx="482">
                  <c:v>5.2055963168</c:v>
                </c:pt>
                <c:pt idx="483">
                  <c:v>5.20097136849</c:v>
                </c:pt>
                <c:pt idx="484">
                  <c:v>5.20449256002</c:v>
                </c:pt>
                <c:pt idx="485">
                  <c:v>5.1962796352</c:v>
                </c:pt>
                <c:pt idx="486">
                  <c:v>5.18935590423</c:v>
                </c:pt>
                <c:pt idx="487">
                  <c:v>5.18631339802</c:v>
                </c:pt>
                <c:pt idx="488">
                  <c:v>5.2080900359</c:v>
                </c:pt>
                <c:pt idx="489">
                  <c:v>5.20304549546</c:v>
                </c:pt>
                <c:pt idx="490">
                  <c:v>5.2038242367</c:v>
                </c:pt>
                <c:pt idx="491">
                  <c:v>5.21276676423</c:v>
                </c:pt>
                <c:pt idx="492">
                  <c:v>5.21186880563</c:v>
                </c:pt>
                <c:pt idx="493">
                  <c:v>5.20214474142</c:v>
                </c:pt>
                <c:pt idx="494">
                  <c:v>5.19306609546</c:v>
                </c:pt>
                <c:pt idx="495">
                  <c:v>5.21009962023</c:v>
                </c:pt>
                <c:pt idx="496">
                  <c:v>5.22156128906</c:v>
                </c:pt>
                <c:pt idx="497">
                  <c:v>5.21157950852</c:v>
                </c:pt>
                <c:pt idx="498">
                  <c:v>5.21375725159</c:v>
                </c:pt>
                <c:pt idx="499">
                  <c:v>5.21033426159</c:v>
                </c:pt>
                <c:pt idx="500">
                  <c:v>5.2122234582</c:v>
                </c:pt>
                <c:pt idx="501">
                  <c:v>5.22597005555</c:v>
                </c:pt>
                <c:pt idx="502">
                  <c:v>5.217331116</c:v>
                </c:pt>
                <c:pt idx="503">
                  <c:v>5.21367228944</c:v>
                </c:pt>
                <c:pt idx="504">
                  <c:v>5.21990901239</c:v>
                </c:pt>
                <c:pt idx="505">
                  <c:v>5.21351656058</c:v>
                </c:pt>
                <c:pt idx="506">
                  <c:v>5.21130119155</c:v>
                </c:pt>
                <c:pt idx="507">
                  <c:v>5.22003670054</c:v>
                </c:pt>
                <c:pt idx="508">
                  <c:v>5.22445444881</c:v>
                </c:pt>
                <c:pt idx="509">
                  <c:v>5.2268121746</c:v>
                </c:pt>
                <c:pt idx="510">
                  <c:v>5.23432675827</c:v>
                </c:pt>
                <c:pt idx="511">
                  <c:v>5.2336949154</c:v>
                </c:pt>
                <c:pt idx="512">
                  <c:v>5.24043789225</c:v>
                </c:pt>
                <c:pt idx="513">
                  <c:v>5.23388527614</c:v>
                </c:pt>
                <c:pt idx="514">
                  <c:v>5.22581223915</c:v>
                </c:pt>
                <c:pt idx="515">
                  <c:v>5.21785309792</c:v>
                </c:pt>
                <c:pt idx="516">
                  <c:v>5.20973920486</c:v>
                </c:pt>
                <c:pt idx="517">
                  <c:v>5.20045471731</c:v>
                </c:pt>
                <c:pt idx="518">
                  <c:v>5.20663869549</c:v>
                </c:pt>
                <c:pt idx="519">
                  <c:v>5.25403457084</c:v>
                </c:pt>
                <c:pt idx="520">
                  <c:v>5.25819931039</c:v>
                </c:pt>
                <c:pt idx="521">
                  <c:v>5.25447278227</c:v>
                </c:pt>
                <c:pt idx="522">
                  <c:v>5.2513649547</c:v>
                </c:pt>
                <c:pt idx="523">
                  <c:v>5.24796989832</c:v>
                </c:pt>
                <c:pt idx="524">
                  <c:v>5.26639250097</c:v>
                </c:pt>
                <c:pt idx="525">
                  <c:v>5.25751974517</c:v>
                </c:pt>
                <c:pt idx="526">
                  <c:v>5.27007303518</c:v>
                </c:pt>
                <c:pt idx="527">
                  <c:v>5.26734013484</c:v>
                </c:pt>
                <c:pt idx="528">
                  <c:v>5.25913472559</c:v>
                </c:pt>
                <c:pt idx="529">
                  <c:v>5.27475966243</c:v>
                </c:pt>
                <c:pt idx="530">
                  <c:v>5.26756813982</c:v>
                </c:pt>
                <c:pt idx="531">
                  <c:v>5.27713096709</c:v>
                </c:pt>
                <c:pt idx="532">
                  <c:v>5.27446363314</c:v>
                </c:pt>
                <c:pt idx="533">
                  <c:v>5.28351676226</c:v>
                </c:pt>
                <c:pt idx="534">
                  <c:v>5.2868876042</c:v>
                </c:pt>
                <c:pt idx="535">
                  <c:v>5.27879828365</c:v>
                </c:pt>
                <c:pt idx="536">
                  <c:v>5.27466582549</c:v>
                </c:pt>
                <c:pt idx="537">
                  <c:v>5.27644593077</c:v>
                </c:pt>
                <c:pt idx="538">
                  <c:v>5.27351281339</c:v>
                </c:pt>
                <c:pt idx="539">
                  <c:v>5.27096055782</c:v>
                </c:pt>
                <c:pt idx="540">
                  <c:v>5.2672939486</c:v>
                </c:pt>
                <c:pt idx="541">
                  <c:v>5.26345397402</c:v>
                </c:pt>
                <c:pt idx="542">
                  <c:v>5.25389068188</c:v>
                </c:pt>
                <c:pt idx="543">
                  <c:v>5.24763720144</c:v>
                </c:pt>
                <c:pt idx="544">
                  <c:v>5.25126683424</c:v>
                </c:pt>
                <c:pt idx="545">
                  <c:v>5.24586722958</c:v>
                </c:pt>
                <c:pt idx="546">
                  <c:v>5.24979650732</c:v>
                </c:pt>
                <c:pt idx="547">
                  <c:v>5.24351192278</c:v>
                </c:pt>
                <c:pt idx="548">
                  <c:v>5.23815445714</c:v>
                </c:pt>
                <c:pt idx="549">
                  <c:v>5.2459913434</c:v>
                </c:pt>
                <c:pt idx="550">
                  <c:v>5.25370449982</c:v>
                </c:pt>
                <c:pt idx="551">
                  <c:v>5.2488900958</c:v>
                </c:pt>
                <c:pt idx="552">
                  <c:v>5.23953401802</c:v>
                </c:pt>
                <c:pt idx="553">
                  <c:v>5.24428906482</c:v>
                </c:pt>
                <c:pt idx="554">
                  <c:v>5.2359153961</c:v>
                </c:pt>
                <c:pt idx="555">
                  <c:v>5.22885874954</c:v>
                </c:pt>
                <c:pt idx="556">
                  <c:v>5.24748925603</c:v>
                </c:pt>
                <c:pt idx="557">
                  <c:v>5.23831894465</c:v>
                </c:pt>
                <c:pt idx="558">
                  <c:v>5.22922237154</c:v>
                </c:pt>
                <c:pt idx="559">
                  <c:v>5.22071809803</c:v>
                </c:pt>
                <c:pt idx="560">
                  <c:v>5.21524483888</c:v>
                </c:pt>
                <c:pt idx="561">
                  <c:v>5.20887490939</c:v>
                </c:pt>
                <c:pt idx="562">
                  <c:v>5.20277332765</c:v>
                </c:pt>
                <c:pt idx="563">
                  <c:v>5.21291226</c:v>
                </c:pt>
                <c:pt idx="564">
                  <c:v>5.20571373181</c:v>
                </c:pt>
                <c:pt idx="565">
                  <c:v>5.20070817849</c:v>
                </c:pt>
                <c:pt idx="566">
                  <c:v>5.21690742522</c:v>
                </c:pt>
                <c:pt idx="567">
                  <c:v>5.20824789704</c:v>
                </c:pt>
                <c:pt idx="568">
                  <c:v>5.20610704756</c:v>
                </c:pt>
                <c:pt idx="569">
                  <c:v>5.20971019346</c:v>
                </c:pt>
                <c:pt idx="570">
                  <c:v>5.2042678259</c:v>
                </c:pt>
                <c:pt idx="571">
                  <c:v>5.20027140662</c:v>
                </c:pt>
                <c:pt idx="572">
                  <c:v>5.19697897268</c:v>
                </c:pt>
                <c:pt idx="573">
                  <c:v>5.1884251219</c:v>
                </c:pt>
                <c:pt idx="574">
                  <c:v>5.18136154727</c:v>
                </c:pt>
                <c:pt idx="575">
                  <c:v>5.17713316133</c:v>
                </c:pt>
                <c:pt idx="576">
                  <c:v>5.17805909382</c:v>
                </c:pt>
                <c:pt idx="577">
                  <c:v>5.17539280066</c:v>
                </c:pt>
                <c:pt idx="578">
                  <c:v>5.16897755319</c:v>
                </c:pt>
                <c:pt idx="579">
                  <c:v>5.16396576541</c:v>
                </c:pt>
                <c:pt idx="580">
                  <c:v>5.16277581442</c:v>
                </c:pt>
                <c:pt idx="581">
                  <c:v>5.15530907564</c:v>
                </c:pt>
                <c:pt idx="582">
                  <c:v>5.18126795444</c:v>
                </c:pt>
                <c:pt idx="583">
                  <c:v>5.1725166742</c:v>
                </c:pt>
                <c:pt idx="584">
                  <c:v>5.17667165669</c:v>
                </c:pt>
                <c:pt idx="585">
                  <c:v>5.17287005497</c:v>
                </c:pt>
                <c:pt idx="586">
                  <c:v>5.1671406402</c:v>
                </c:pt>
                <c:pt idx="587">
                  <c:v>5.15938099421</c:v>
                </c:pt>
                <c:pt idx="588">
                  <c:v>5.16787536715</c:v>
                </c:pt>
                <c:pt idx="589">
                  <c:v>5.16189135554</c:v>
                </c:pt>
                <c:pt idx="590">
                  <c:v>5.15615526247</c:v>
                </c:pt>
                <c:pt idx="591">
                  <c:v>5.14911742441</c:v>
                </c:pt>
                <c:pt idx="592">
                  <c:v>5.14612510032</c:v>
                </c:pt>
                <c:pt idx="593">
                  <c:v>5.13897194568</c:v>
                </c:pt>
                <c:pt idx="594">
                  <c:v>5.13413091546</c:v>
                </c:pt>
                <c:pt idx="595">
                  <c:v>5.12692847387</c:v>
                </c:pt>
                <c:pt idx="596">
                  <c:v>5.15002262403</c:v>
                </c:pt>
                <c:pt idx="597">
                  <c:v>5.14461834762</c:v>
                </c:pt>
                <c:pt idx="598">
                  <c:v>5.1393582888</c:v>
                </c:pt>
                <c:pt idx="599">
                  <c:v>5.13108998789</c:v>
                </c:pt>
                <c:pt idx="600">
                  <c:v>5.13024125676</c:v>
                </c:pt>
                <c:pt idx="601">
                  <c:v>5.12864329135</c:v>
                </c:pt>
                <c:pt idx="602">
                  <c:v>5.12670094707</c:v>
                </c:pt>
                <c:pt idx="603">
                  <c:v>5.12609121032</c:v>
                </c:pt>
                <c:pt idx="604">
                  <c:v>5.11836753756</c:v>
                </c:pt>
                <c:pt idx="605">
                  <c:v>5.11214983791</c:v>
                </c:pt>
                <c:pt idx="606">
                  <c:v>5.10889763803</c:v>
                </c:pt>
                <c:pt idx="607">
                  <c:v>5.1064210006</c:v>
                </c:pt>
                <c:pt idx="608">
                  <c:v>5.10182524035</c:v>
                </c:pt>
                <c:pt idx="609">
                  <c:v>5.09602588293</c:v>
                </c:pt>
                <c:pt idx="610">
                  <c:v>5.09398482081</c:v>
                </c:pt>
                <c:pt idx="611">
                  <c:v>5.09221299932</c:v>
                </c:pt>
                <c:pt idx="612">
                  <c:v>5.08728347446</c:v>
                </c:pt>
                <c:pt idx="613">
                  <c:v>5.08060614892</c:v>
                </c:pt>
                <c:pt idx="614">
                  <c:v>5.07863133937</c:v>
                </c:pt>
                <c:pt idx="615">
                  <c:v>5.07141113111</c:v>
                </c:pt>
                <c:pt idx="616">
                  <c:v>5.06466865646</c:v>
                </c:pt>
                <c:pt idx="617">
                  <c:v>5.05686734396</c:v>
                </c:pt>
                <c:pt idx="618">
                  <c:v>5.05446017039</c:v>
                </c:pt>
                <c:pt idx="619">
                  <c:v>5.04633407735</c:v>
                </c:pt>
                <c:pt idx="620">
                  <c:v>5.03902572183</c:v>
                </c:pt>
                <c:pt idx="621">
                  <c:v>5.03436778559</c:v>
                </c:pt>
                <c:pt idx="622">
                  <c:v>5.02987725886</c:v>
                </c:pt>
                <c:pt idx="623">
                  <c:v>5.06323479172</c:v>
                </c:pt>
                <c:pt idx="624">
                  <c:v>5.07082389672</c:v>
                </c:pt>
                <c:pt idx="625">
                  <c:v>5.07018655549</c:v>
                </c:pt>
                <c:pt idx="626">
                  <c:v>5.06458439726</c:v>
                </c:pt>
                <c:pt idx="627">
                  <c:v>5.06519654124</c:v>
                </c:pt>
                <c:pt idx="628">
                  <c:v>5.06362605475</c:v>
                </c:pt>
                <c:pt idx="629">
                  <c:v>5.06727225905</c:v>
                </c:pt>
                <c:pt idx="630">
                  <c:v>5.06200173398</c:v>
                </c:pt>
                <c:pt idx="631">
                  <c:v>5.05438808703</c:v>
                </c:pt>
                <c:pt idx="632">
                  <c:v>5.04874814279</c:v>
                </c:pt>
                <c:pt idx="633">
                  <c:v>5.04547992552</c:v>
                </c:pt>
                <c:pt idx="634">
                  <c:v>5.06625997032</c:v>
                </c:pt>
                <c:pt idx="635">
                  <c:v>5.07897013603</c:v>
                </c:pt>
                <c:pt idx="636">
                  <c:v>5.08189513899</c:v>
                </c:pt>
                <c:pt idx="637">
                  <c:v>5.08020590556</c:v>
                </c:pt>
                <c:pt idx="638">
                  <c:v>5.07947376371</c:v>
                </c:pt>
                <c:pt idx="639">
                  <c:v>5.08310124045</c:v>
                </c:pt>
                <c:pt idx="640">
                  <c:v>5.07657116175</c:v>
                </c:pt>
                <c:pt idx="641">
                  <c:v>5.08776661091</c:v>
                </c:pt>
                <c:pt idx="642">
                  <c:v>5.08735106014</c:v>
                </c:pt>
                <c:pt idx="643">
                  <c:v>5.08573080483</c:v>
                </c:pt>
                <c:pt idx="644">
                  <c:v>5.07841805475</c:v>
                </c:pt>
                <c:pt idx="645">
                  <c:v>5.07208364208</c:v>
                </c:pt>
                <c:pt idx="646">
                  <c:v>5.07580815848</c:v>
                </c:pt>
                <c:pt idx="647">
                  <c:v>5.07276683506</c:v>
                </c:pt>
                <c:pt idx="648">
                  <c:v>5.07322036093</c:v>
                </c:pt>
                <c:pt idx="649">
                  <c:v>5.06980924911</c:v>
                </c:pt>
                <c:pt idx="650">
                  <c:v>5.06229917473</c:v>
                </c:pt>
                <c:pt idx="651">
                  <c:v>5.05851254478</c:v>
                </c:pt>
                <c:pt idx="652">
                  <c:v>5.05088594464</c:v>
                </c:pt>
                <c:pt idx="653">
                  <c:v>5.04815009566</c:v>
                </c:pt>
                <c:pt idx="654">
                  <c:v>5.05853068072</c:v>
                </c:pt>
                <c:pt idx="655">
                  <c:v>5.05349463921</c:v>
                </c:pt>
                <c:pt idx="656">
                  <c:v>5.04710447635</c:v>
                </c:pt>
                <c:pt idx="657">
                  <c:v>5.04522015406</c:v>
                </c:pt>
                <c:pt idx="658">
                  <c:v>5.04204654721</c:v>
                </c:pt>
                <c:pt idx="659">
                  <c:v>5.03821142128</c:v>
                </c:pt>
                <c:pt idx="660">
                  <c:v>5.03154913567</c:v>
                </c:pt>
                <c:pt idx="661">
                  <c:v>5.042522024</c:v>
                </c:pt>
                <c:pt idx="662">
                  <c:v>5.03832007855</c:v>
                </c:pt>
                <c:pt idx="663">
                  <c:v>5.0402832935</c:v>
                </c:pt>
                <c:pt idx="664">
                  <c:v>5.04670301177</c:v>
                </c:pt>
                <c:pt idx="665">
                  <c:v>5.04931098374</c:v>
                </c:pt>
                <c:pt idx="666">
                  <c:v>5.04933806028</c:v>
                </c:pt>
                <c:pt idx="667">
                  <c:v>5.06269287326</c:v>
                </c:pt>
                <c:pt idx="668">
                  <c:v>5.05585517624</c:v>
                </c:pt>
                <c:pt idx="669">
                  <c:v>5.04959769151</c:v>
                </c:pt>
                <c:pt idx="670">
                  <c:v>5.05790149238</c:v>
                </c:pt>
                <c:pt idx="671">
                  <c:v>5.05128416147</c:v>
                </c:pt>
                <c:pt idx="672">
                  <c:v>5.05831573479</c:v>
                </c:pt>
                <c:pt idx="673">
                  <c:v>5.05414030397</c:v>
                </c:pt>
                <c:pt idx="674">
                  <c:v>5.06586133153</c:v>
                </c:pt>
                <c:pt idx="675">
                  <c:v>5.07499636624</c:v>
                </c:pt>
                <c:pt idx="676">
                  <c:v>5.07455250397</c:v>
                </c:pt>
                <c:pt idx="677">
                  <c:v>5.06776578605</c:v>
                </c:pt>
                <c:pt idx="678">
                  <c:v>5.06223207465</c:v>
                </c:pt>
                <c:pt idx="679">
                  <c:v>5.05926759514</c:v>
                </c:pt>
                <c:pt idx="680">
                  <c:v>5.06441188805</c:v>
                </c:pt>
                <c:pt idx="681">
                  <c:v>5.06084157609</c:v>
                </c:pt>
                <c:pt idx="682">
                  <c:v>5.05355531468</c:v>
                </c:pt>
                <c:pt idx="683">
                  <c:v>5.0611204802</c:v>
                </c:pt>
                <c:pt idx="684">
                  <c:v>5.07404133112</c:v>
                </c:pt>
                <c:pt idx="685">
                  <c:v>5.07554932025</c:v>
                </c:pt>
                <c:pt idx="686">
                  <c:v>5.07540881179</c:v>
                </c:pt>
                <c:pt idx="687">
                  <c:v>5.06922281651</c:v>
                </c:pt>
                <c:pt idx="688">
                  <c:v>5.0638318391</c:v>
                </c:pt>
                <c:pt idx="689">
                  <c:v>5.05788524863</c:v>
                </c:pt>
                <c:pt idx="690">
                  <c:v>5.05402046028</c:v>
                </c:pt>
                <c:pt idx="691">
                  <c:v>5.07822907471</c:v>
                </c:pt>
                <c:pt idx="692">
                  <c:v>5.09282621976</c:v>
                </c:pt>
                <c:pt idx="693">
                  <c:v>5.10393278649</c:v>
                </c:pt>
                <c:pt idx="694">
                  <c:v>5.10094886444</c:v>
                </c:pt>
                <c:pt idx="695">
                  <c:v>5.10403981202</c:v>
                </c:pt>
                <c:pt idx="696">
                  <c:v>5.0995152898</c:v>
                </c:pt>
                <c:pt idx="697">
                  <c:v>5.09891684043</c:v>
                </c:pt>
                <c:pt idx="698">
                  <c:v>5.10995633011</c:v>
                </c:pt>
                <c:pt idx="699">
                  <c:v>5.10715694718</c:v>
                </c:pt>
                <c:pt idx="700">
                  <c:v>5.10082653563</c:v>
                </c:pt>
                <c:pt idx="701">
                  <c:v>5.09554143117</c:v>
                </c:pt>
                <c:pt idx="702">
                  <c:v>5.09821821326</c:v>
                </c:pt>
                <c:pt idx="703">
                  <c:v>5.0963477658</c:v>
                </c:pt>
                <c:pt idx="704">
                  <c:v>5.09471831171</c:v>
                </c:pt>
                <c:pt idx="705">
                  <c:v>5.09050301042</c:v>
                </c:pt>
                <c:pt idx="706">
                  <c:v>5.08470717199</c:v>
                </c:pt>
                <c:pt idx="707">
                  <c:v>5.07855237116</c:v>
                </c:pt>
                <c:pt idx="708">
                  <c:v>5.07308552779</c:v>
                </c:pt>
                <c:pt idx="709">
                  <c:v>5.07434254165</c:v>
                </c:pt>
                <c:pt idx="710">
                  <c:v>5.07113494758</c:v>
                </c:pt>
                <c:pt idx="711">
                  <c:v>5.07162783749</c:v>
                </c:pt>
                <c:pt idx="712">
                  <c:v>5.08689558041</c:v>
                </c:pt>
                <c:pt idx="713">
                  <c:v>5.07982589342</c:v>
                </c:pt>
                <c:pt idx="714">
                  <c:v>5.07435125681</c:v>
                </c:pt>
                <c:pt idx="715">
                  <c:v>5.06788613538</c:v>
                </c:pt>
                <c:pt idx="716">
                  <c:v>5.07547045842</c:v>
                </c:pt>
                <c:pt idx="717">
                  <c:v>5.06910047099</c:v>
                </c:pt>
                <c:pt idx="718">
                  <c:v>5.06392860262</c:v>
                </c:pt>
                <c:pt idx="719">
                  <c:v>5.06652385115</c:v>
                </c:pt>
                <c:pt idx="720">
                  <c:v>5.06484943102</c:v>
                </c:pt>
                <c:pt idx="721">
                  <c:v>5.06417200009</c:v>
                </c:pt>
                <c:pt idx="722">
                  <c:v>5.0600612537</c:v>
                </c:pt>
                <c:pt idx="723">
                  <c:v>5.07128564717</c:v>
                </c:pt>
                <c:pt idx="724">
                  <c:v>5.06936124513</c:v>
                </c:pt>
                <c:pt idx="725">
                  <c:v>5.06491829464</c:v>
                </c:pt>
                <c:pt idx="726">
                  <c:v>5.05989354942</c:v>
                </c:pt>
                <c:pt idx="727">
                  <c:v>5.07122090216</c:v>
                </c:pt>
                <c:pt idx="728">
                  <c:v>5.0673442204</c:v>
                </c:pt>
                <c:pt idx="729">
                  <c:v>5.06067031721</c:v>
                </c:pt>
                <c:pt idx="730">
                  <c:v>5.05644096262</c:v>
                </c:pt>
                <c:pt idx="731">
                  <c:v>5.0539626947</c:v>
                </c:pt>
                <c:pt idx="732">
                  <c:v>5.04823416563</c:v>
                </c:pt>
                <c:pt idx="733">
                  <c:v>5.04699443855</c:v>
                </c:pt>
                <c:pt idx="734">
                  <c:v>5.04263399396</c:v>
                </c:pt>
                <c:pt idx="735">
                  <c:v>5.0492800356</c:v>
                </c:pt>
                <c:pt idx="736">
                  <c:v>5.04586219648</c:v>
                </c:pt>
                <c:pt idx="737">
                  <c:v>5.04722379261</c:v>
                </c:pt>
                <c:pt idx="738">
                  <c:v>5.04406330851</c:v>
                </c:pt>
                <c:pt idx="739">
                  <c:v>5.03944609686</c:v>
                </c:pt>
                <c:pt idx="740">
                  <c:v>5.04507215239</c:v>
                </c:pt>
                <c:pt idx="741">
                  <c:v>5.04753621928</c:v>
                </c:pt>
                <c:pt idx="742">
                  <c:v>5.04980807522</c:v>
                </c:pt>
                <c:pt idx="743">
                  <c:v>5.05011506258</c:v>
                </c:pt>
                <c:pt idx="744">
                  <c:v>5.04977630901</c:v>
                </c:pt>
                <c:pt idx="745">
                  <c:v>5.04659323227</c:v>
                </c:pt>
                <c:pt idx="746">
                  <c:v>5.08027075072</c:v>
                </c:pt>
                <c:pt idx="747">
                  <c:v>5.08108525653</c:v>
                </c:pt>
                <c:pt idx="748">
                  <c:v>5.08718194613</c:v>
                </c:pt>
                <c:pt idx="749">
                  <c:v>5.1009489564</c:v>
                </c:pt>
                <c:pt idx="750">
                  <c:v>5.09923867312</c:v>
                </c:pt>
                <c:pt idx="751">
                  <c:v>5.0972044569</c:v>
                </c:pt>
                <c:pt idx="752">
                  <c:v>5.09868568316</c:v>
                </c:pt>
                <c:pt idx="753">
                  <c:v>5.09241029478</c:v>
                </c:pt>
                <c:pt idx="754">
                  <c:v>5.08702540752</c:v>
                </c:pt>
                <c:pt idx="755">
                  <c:v>5.08116277368</c:v>
                </c:pt>
                <c:pt idx="756">
                  <c:v>5.07617168208</c:v>
                </c:pt>
                <c:pt idx="757">
                  <c:v>5.07430677017</c:v>
                </c:pt>
                <c:pt idx="758">
                  <c:v>5.06882470368</c:v>
                </c:pt>
                <c:pt idx="759">
                  <c:v>5.06497394554</c:v>
                </c:pt>
                <c:pt idx="760">
                  <c:v>5.06597566275</c:v>
                </c:pt>
                <c:pt idx="761">
                  <c:v>5.06246331718</c:v>
                </c:pt>
                <c:pt idx="762">
                  <c:v>5.06906774912</c:v>
                </c:pt>
                <c:pt idx="763">
                  <c:v>5.06994410338</c:v>
                </c:pt>
                <c:pt idx="764">
                  <c:v>5.08389377842</c:v>
                </c:pt>
                <c:pt idx="765">
                  <c:v>5.08098251183</c:v>
                </c:pt>
                <c:pt idx="766">
                  <c:v>5.08337184113</c:v>
                </c:pt>
                <c:pt idx="767">
                  <c:v>5.07861734067</c:v>
                </c:pt>
                <c:pt idx="768">
                  <c:v>5.07453723691</c:v>
                </c:pt>
                <c:pt idx="769">
                  <c:v>5.0683465597</c:v>
                </c:pt>
                <c:pt idx="770">
                  <c:v>5.0634532808</c:v>
                </c:pt>
                <c:pt idx="771">
                  <c:v>5.06195321894</c:v>
                </c:pt>
                <c:pt idx="772">
                  <c:v>5.06214082168</c:v>
                </c:pt>
                <c:pt idx="773">
                  <c:v>5.06442250358</c:v>
                </c:pt>
                <c:pt idx="774">
                  <c:v>5.06272954603</c:v>
                </c:pt>
                <c:pt idx="775">
                  <c:v>5.06812560772</c:v>
                </c:pt>
                <c:pt idx="776">
                  <c:v>5.07829396879</c:v>
                </c:pt>
                <c:pt idx="777">
                  <c:v>5.07935866912</c:v>
                </c:pt>
                <c:pt idx="778">
                  <c:v>5.0764712744</c:v>
                </c:pt>
                <c:pt idx="779">
                  <c:v>5.07455260916</c:v>
                </c:pt>
                <c:pt idx="780">
                  <c:v>5.07844987268</c:v>
                </c:pt>
                <c:pt idx="781">
                  <c:v>5.07840678297</c:v>
                </c:pt>
                <c:pt idx="782">
                  <c:v>5.07658753657</c:v>
                </c:pt>
                <c:pt idx="783">
                  <c:v>5.07740132938</c:v>
                </c:pt>
                <c:pt idx="784">
                  <c:v>5.07482789213</c:v>
                </c:pt>
                <c:pt idx="785">
                  <c:v>5.09147315124</c:v>
                </c:pt>
                <c:pt idx="786">
                  <c:v>5.08513208717</c:v>
                </c:pt>
                <c:pt idx="787">
                  <c:v>5.08923634592</c:v>
                </c:pt>
                <c:pt idx="788">
                  <c:v>5.08406427743</c:v>
                </c:pt>
                <c:pt idx="789">
                  <c:v>5.0861406854</c:v>
                </c:pt>
                <c:pt idx="790">
                  <c:v>5.09096075185</c:v>
                </c:pt>
                <c:pt idx="791">
                  <c:v>5.09077818682</c:v>
                </c:pt>
                <c:pt idx="792">
                  <c:v>5.08710438726</c:v>
                </c:pt>
                <c:pt idx="793">
                  <c:v>5.09500332138</c:v>
                </c:pt>
                <c:pt idx="794">
                  <c:v>5.08886566934</c:v>
                </c:pt>
                <c:pt idx="795">
                  <c:v>5.08352427095</c:v>
                </c:pt>
                <c:pt idx="796">
                  <c:v>5.08555712272</c:v>
                </c:pt>
                <c:pt idx="797">
                  <c:v>5.08250267191</c:v>
                </c:pt>
                <c:pt idx="798">
                  <c:v>5.07931174741</c:v>
                </c:pt>
                <c:pt idx="799">
                  <c:v>5.07755323007</c:v>
                </c:pt>
                <c:pt idx="800">
                  <c:v>5.07299261266</c:v>
                </c:pt>
                <c:pt idx="801">
                  <c:v>5.07200398002</c:v>
                </c:pt>
                <c:pt idx="802">
                  <c:v>5.0812822296</c:v>
                </c:pt>
                <c:pt idx="803">
                  <c:v>5.08813124457</c:v>
                </c:pt>
                <c:pt idx="804">
                  <c:v>5.08673921101</c:v>
                </c:pt>
                <c:pt idx="805">
                  <c:v>5.08844457171</c:v>
                </c:pt>
                <c:pt idx="806">
                  <c:v>5.08252513542</c:v>
                </c:pt>
                <c:pt idx="807">
                  <c:v>5.0796569785</c:v>
                </c:pt>
                <c:pt idx="808">
                  <c:v>5.08107688046</c:v>
                </c:pt>
                <c:pt idx="809">
                  <c:v>5.07487527798</c:v>
                </c:pt>
                <c:pt idx="810">
                  <c:v>5.08757274467</c:v>
                </c:pt>
                <c:pt idx="811">
                  <c:v>5.08531772348</c:v>
                </c:pt>
                <c:pt idx="812">
                  <c:v>5.08420835337</c:v>
                </c:pt>
                <c:pt idx="813">
                  <c:v>5.08549496094</c:v>
                </c:pt>
                <c:pt idx="814">
                  <c:v>5.08393751377</c:v>
                </c:pt>
                <c:pt idx="815">
                  <c:v>5.08139176211</c:v>
                </c:pt>
                <c:pt idx="816">
                  <c:v>5.08160505845</c:v>
                </c:pt>
                <c:pt idx="817">
                  <c:v>5.08767459437</c:v>
                </c:pt>
                <c:pt idx="818">
                  <c:v>5.08475838781</c:v>
                </c:pt>
                <c:pt idx="819">
                  <c:v>5.08000327717</c:v>
                </c:pt>
                <c:pt idx="820">
                  <c:v>5.0957182366</c:v>
                </c:pt>
                <c:pt idx="821">
                  <c:v>5.09631943431</c:v>
                </c:pt>
                <c:pt idx="822">
                  <c:v>5.09068580462</c:v>
                </c:pt>
                <c:pt idx="823">
                  <c:v>5.08587630805</c:v>
                </c:pt>
                <c:pt idx="824">
                  <c:v>5.08199130066</c:v>
                </c:pt>
                <c:pt idx="825">
                  <c:v>5.07607829915</c:v>
                </c:pt>
                <c:pt idx="826">
                  <c:v>5.0706681443</c:v>
                </c:pt>
                <c:pt idx="827">
                  <c:v>5.06657756276</c:v>
                </c:pt>
                <c:pt idx="828">
                  <c:v>5.06558232927</c:v>
                </c:pt>
                <c:pt idx="829">
                  <c:v>5.06799991261</c:v>
                </c:pt>
                <c:pt idx="830">
                  <c:v>5.06659869349</c:v>
                </c:pt>
                <c:pt idx="831">
                  <c:v>5.07068658558</c:v>
                </c:pt>
                <c:pt idx="832">
                  <c:v>5.0746149042</c:v>
                </c:pt>
                <c:pt idx="833">
                  <c:v>5.06949645632</c:v>
                </c:pt>
                <c:pt idx="834">
                  <c:v>5.06916028345</c:v>
                </c:pt>
                <c:pt idx="835">
                  <c:v>5.07220648676</c:v>
                </c:pt>
                <c:pt idx="836">
                  <c:v>5.07550737721</c:v>
                </c:pt>
                <c:pt idx="837">
                  <c:v>5.07376438194</c:v>
                </c:pt>
                <c:pt idx="838">
                  <c:v>5.07314001752</c:v>
                </c:pt>
                <c:pt idx="839">
                  <c:v>5.0770778018</c:v>
                </c:pt>
                <c:pt idx="840">
                  <c:v>5.07417541153</c:v>
                </c:pt>
                <c:pt idx="841">
                  <c:v>5.0724781228</c:v>
                </c:pt>
                <c:pt idx="842">
                  <c:v>5.07970577844</c:v>
                </c:pt>
                <c:pt idx="843">
                  <c:v>5.08841994813</c:v>
                </c:pt>
                <c:pt idx="844">
                  <c:v>5.09865290389</c:v>
                </c:pt>
                <c:pt idx="845">
                  <c:v>5.11365095903</c:v>
                </c:pt>
                <c:pt idx="846">
                  <c:v>5.11333512765</c:v>
                </c:pt>
                <c:pt idx="847">
                  <c:v>5.12838255</c:v>
                </c:pt>
                <c:pt idx="848">
                  <c:v>5.12533964097</c:v>
                </c:pt>
                <c:pt idx="849">
                  <c:v>5.11994955325</c:v>
                </c:pt>
                <c:pt idx="850">
                  <c:v>5.11442705631</c:v>
                </c:pt>
                <c:pt idx="851">
                  <c:v>5.13234886997</c:v>
                </c:pt>
                <c:pt idx="852">
                  <c:v>5.13144843475</c:v>
                </c:pt>
                <c:pt idx="853">
                  <c:v>5.12664264031</c:v>
                </c:pt>
                <c:pt idx="854">
                  <c:v>5.13420806746</c:v>
                </c:pt>
                <c:pt idx="855">
                  <c:v>5.13148024415</c:v>
                </c:pt>
                <c:pt idx="856">
                  <c:v>5.13041525827</c:v>
                </c:pt>
                <c:pt idx="857">
                  <c:v>5.1503699525</c:v>
                </c:pt>
                <c:pt idx="858">
                  <c:v>5.14867017377</c:v>
                </c:pt>
                <c:pt idx="859">
                  <c:v>5.14470215131</c:v>
                </c:pt>
                <c:pt idx="860">
                  <c:v>5.14343896092</c:v>
                </c:pt>
                <c:pt idx="861">
                  <c:v>5.14043221704</c:v>
                </c:pt>
                <c:pt idx="862">
                  <c:v>5.14306219734</c:v>
                </c:pt>
                <c:pt idx="863">
                  <c:v>5.14948666446</c:v>
                </c:pt>
                <c:pt idx="864">
                  <c:v>5.15684361482</c:v>
                </c:pt>
                <c:pt idx="865">
                  <c:v>5.15123151914</c:v>
                </c:pt>
                <c:pt idx="866">
                  <c:v>5.15078036326</c:v>
                </c:pt>
                <c:pt idx="867">
                  <c:v>5.14642057294</c:v>
                </c:pt>
                <c:pt idx="868">
                  <c:v>5.14685400926</c:v>
                </c:pt>
                <c:pt idx="869">
                  <c:v>5.14149682137</c:v>
                </c:pt>
                <c:pt idx="870">
                  <c:v>5.13781565399</c:v>
                </c:pt>
                <c:pt idx="871">
                  <c:v>5.14675438593</c:v>
                </c:pt>
                <c:pt idx="872">
                  <c:v>5.16274835463</c:v>
                </c:pt>
                <c:pt idx="873">
                  <c:v>5.15910013909</c:v>
                </c:pt>
                <c:pt idx="874">
                  <c:v>5.15660637866</c:v>
                </c:pt>
                <c:pt idx="875">
                  <c:v>5.15310281092</c:v>
                </c:pt>
                <c:pt idx="876">
                  <c:v>5.1537390854</c:v>
                </c:pt>
                <c:pt idx="877">
                  <c:v>5.14797889175</c:v>
                </c:pt>
                <c:pt idx="878">
                  <c:v>5.1424252015</c:v>
                </c:pt>
                <c:pt idx="879">
                  <c:v>5.13795578029</c:v>
                </c:pt>
                <c:pt idx="880">
                  <c:v>5.13347592473</c:v>
                </c:pt>
                <c:pt idx="881">
                  <c:v>5.12772427521</c:v>
                </c:pt>
                <c:pt idx="882">
                  <c:v>5.1222121972</c:v>
                </c:pt>
                <c:pt idx="883">
                  <c:v>5.13511019413</c:v>
                </c:pt>
                <c:pt idx="884">
                  <c:v>5.12956004261</c:v>
                </c:pt>
                <c:pt idx="885">
                  <c:v>5.12385157483</c:v>
                </c:pt>
                <c:pt idx="886">
                  <c:v>5.12729840838</c:v>
                </c:pt>
                <c:pt idx="887">
                  <c:v>5.12372128836</c:v>
                </c:pt>
                <c:pt idx="888">
                  <c:v>5.11967287769</c:v>
                </c:pt>
                <c:pt idx="889">
                  <c:v>5.11785872943</c:v>
                </c:pt>
                <c:pt idx="890">
                  <c:v>5.1186148194</c:v>
                </c:pt>
                <c:pt idx="891">
                  <c:v>5.11593528132</c:v>
                </c:pt>
                <c:pt idx="892">
                  <c:v>5.14155188215</c:v>
                </c:pt>
                <c:pt idx="893">
                  <c:v>5.13931812976</c:v>
                </c:pt>
                <c:pt idx="894">
                  <c:v>5.13888735297</c:v>
                </c:pt>
                <c:pt idx="895">
                  <c:v>5.13322097244</c:v>
                </c:pt>
                <c:pt idx="896">
                  <c:v>5.12840589082</c:v>
                </c:pt>
                <c:pt idx="897">
                  <c:v>5.12960185893</c:v>
                </c:pt>
                <c:pt idx="898">
                  <c:v>5.12505542449</c:v>
                </c:pt>
                <c:pt idx="899">
                  <c:v>5.12400252066</c:v>
                </c:pt>
                <c:pt idx="900">
                  <c:v>5.12028854927</c:v>
                </c:pt>
                <c:pt idx="901">
                  <c:v>5.11609013805</c:v>
                </c:pt>
                <c:pt idx="902">
                  <c:v>5.11142004552</c:v>
                </c:pt>
                <c:pt idx="903">
                  <c:v>5.10627609602</c:v>
                </c:pt>
                <c:pt idx="904">
                  <c:v>5.11454103049</c:v>
                </c:pt>
                <c:pt idx="905">
                  <c:v>5.11039480825</c:v>
                </c:pt>
                <c:pt idx="906">
                  <c:v>5.11167856561</c:v>
                </c:pt>
                <c:pt idx="907">
                  <c:v>5.1062063628</c:v>
                </c:pt>
                <c:pt idx="908">
                  <c:v>5.10964566238</c:v>
                </c:pt>
                <c:pt idx="909">
                  <c:v>5.10835197178</c:v>
                </c:pt>
                <c:pt idx="910">
                  <c:v>5.10508977128</c:v>
                </c:pt>
                <c:pt idx="911">
                  <c:v>5.10819851825</c:v>
                </c:pt>
                <c:pt idx="912">
                  <c:v>5.10581286484</c:v>
                </c:pt>
                <c:pt idx="913">
                  <c:v>5.10090861841</c:v>
                </c:pt>
                <c:pt idx="914">
                  <c:v>5.09986800654</c:v>
                </c:pt>
                <c:pt idx="915">
                  <c:v>5.09985455714</c:v>
                </c:pt>
                <c:pt idx="916">
                  <c:v>5.09576362388</c:v>
                </c:pt>
                <c:pt idx="917">
                  <c:v>5.09056598328</c:v>
                </c:pt>
                <c:pt idx="918">
                  <c:v>5.09241242392</c:v>
                </c:pt>
                <c:pt idx="919">
                  <c:v>5.09329692974</c:v>
                </c:pt>
                <c:pt idx="920">
                  <c:v>5.0894982759</c:v>
                </c:pt>
                <c:pt idx="921">
                  <c:v>5.08466206358</c:v>
                </c:pt>
                <c:pt idx="922">
                  <c:v>5.08209351915</c:v>
                </c:pt>
                <c:pt idx="923">
                  <c:v>5.0770409582</c:v>
                </c:pt>
                <c:pt idx="924">
                  <c:v>5.07190715724</c:v>
                </c:pt>
                <c:pt idx="925">
                  <c:v>5.06738494038</c:v>
                </c:pt>
                <c:pt idx="926">
                  <c:v>5.06253914245</c:v>
                </c:pt>
                <c:pt idx="927">
                  <c:v>5.0734209036</c:v>
                </c:pt>
                <c:pt idx="928">
                  <c:v>5.08367951115</c:v>
                </c:pt>
                <c:pt idx="929">
                  <c:v>5.08364621198</c:v>
                </c:pt>
                <c:pt idx="930">
                  <c:v>5.08760141755</c:v>
                </c:pt>
                <c:pt idx="931">
                  <c:v>5.09186450873</c:v>
                </c:pt>
                <c:pt idx="932">
                  <c:v>5.09267274895</c:v>
                </c:pt>
                <c:pt idx="933">
                  <c:v>5.0900590826</c:v>
                </c:pt>
                <c:pt idx="934">
                  <c:v>5.08843954542</c:v>
                </c:pt>
                <c:pt idx="935">
                  <c:v>5.08411149061</c:v>
                </c:pt>
                <c:pt idx="936">
                  <c:v>5.08072074352</c:v>
                </c:pt>
                <c:pt idx="937">
                  <c:v>5.08152050792</c:v>
                </c:pt>
                <c:pt idx="938">
                  <c:v>5.07950241317</c:v>
                </c:pt>
                <c:pt idx="939">
                  <c:v>5.07423796609</c:v>
                </c:pt>
                <c:pt idx="940">
                  <c:v>5.08193149955</c:v>
                </c:pt>
                <c:pt idx="941">
                  <c:v>5.07842047785</c:v>
                </c:pt>
                <c:pt idx="942">
                  <c:v>5.07392885898</c:v>
                </c:pt>
                <c:pt idx="943">
                  <c:v>5.07145191168</c:v>
                </c:pt>
                <c:pt idx="944">
                  <c:v>5.07217899583</c:v>
                </c:pt>
                <c:pt idx="945">
                  <c:v>5.07776249985</c:v>
                </c:pt>
                <c:pt idx="946">
                  <c:v>5.07795464618</c:v>
                </c:pt>
                <c:pt idx="947">
                  <c:v>5.07689828355</c:v>
                </c:pt>
                <c:pt idx="948">
                  <c:v>5.08005783778</c:v>
                </c:pt>
                <c:pt idx="949">
                  <c:v>5.08450843196</c:v>
                </c:pt>
                <c:pt idx="950">
                  <c:v>5.08951464685</c:v>
                </c:pt>
                <c:pt idx="951">
                  <c:v>5.08452155073</c:v>
                </c:pt>
                <c:pt idx="952">
                  <c:v>5.08416765776</c:v>
                </c:pt>
                <c:pt idx="953">
                  <c:v>5.08319115627</c:v>
                </c:pt>
                <c:pt idx="954">
                  <c:v>5.07800996909</c:v>
                </c:pt>
                <c:pt idx="955">
                  <c:v>5.07594009023</c:v>
                </c:pt>
                <c:pt idx="956">
                  <c:v>5.07300237713</c:v>
                </c:pt>
                <c:pt idx="957">
                  <c:v>5.07246547527</c:v>
                </c:pt>
                <c:pt idx="958">
                  <c:v>5.07335449203</c:v>
                </c:pt>
                <c:pt idx="959">
                  <c:v>5.08043484801</c:v>
                </c:pt>
                <c:pt idx="960">
                  <c:v>5.08687429833</c:v>
                </c:pt>
                <c:pt idx="961">
                  <c:v>5.08628983476</c:v>
                </c:pt>
                <c:pt idx="962">
                  <c:v>5.08286176849</c:v>
                </c:pt>
                <c:pt idx="963">
                  <c:v>5.07913374538</c:v>
                </c:pt>
                <c:pt idx="964">
                  <c:v>5.07805878799</c:v>
                </c:pt>
                <c:pt idx="965">
                  <c:v>5.07628260337</c:v>
                </c:pt>
                <c:pt idx="966">
                  <c:v>5.0746502317</c:v>
                </c:pt>
                <c:pt idx="967">
                  <c:v>5.07723229646</c:v>
                </c:pt>
                <c:pt idx="968">
                  <c:v>5.07474219102</c:v>
                </c:pt>
                <c:pt idx="969">
                  <c:v>5.07485079607</c:v>
                </c:pt>
                <c:pt idx="970">
                  <c:v>5.07235578655</c:v>
                </c:pt>
                <c:pt idx="971">
                  <c:v>5.07134176801</c:v>
                </c:pt>
                <c:pt idx="972">
                  <c:v>5.07157310779</c:v>
                </c:pt>
                <c:pt idx="973">
                  <c:v>5.06911333928</c:v>
                </c:pt>
                <c:pt idx="974">
                  <c:v>5.06937223839</c:v>
                </c:pt>
                <c:pt idx="975">
                  <c:v>5.0684171118</c:v>
                </c:pt>
                <c:pt idx="976">
                  <c:v>5.06716310928</c:v>
                </c:pt>
                <c:pt idx="977">
                  <c:v>5.06340124078</c:v>
                </c:pt>
                <c:pt idx="978">
                  <c:v>5.06806916165</c:v>
                </c:pt>
                <c:pt idx="979">
                  <c:v>5.06676752417</c:v>
                </c:pt>
                <c:pt idx="980">
                  <c:v>5.06284152937</c:v>
                </c:pt>
                <c:pt idx="981">
                  <c:v>5.05976267793</c:v>
                </c:pt>
                <c:pt idx="982">
                  <c:v>5.05556558185</c:v>
                </c:pt>
                <c:pt idx="983">
                  <c:v>5.05710661495</c:v>
                </c:pt>
                <c:pt idx="984">
                  <c:v>5.05383562121</c:v>
                </c:pt>
                <c:pt idx="985">
                  <c:v>5.04945458335</c:v>
                </c:pt>
                <c:pt idx="986">
                  <c:v>5.04540738504</c:v>
                </c:pt>
                <c:pt idx="987">
                  <c:v>5.04832966974</c:v>
                </c:pt>
                <c:pt idx="988">
                  <c:v>5.04592052501</c:v>
                </c:pt>
                <c:pt idx="989">
                  <c:v>5.04182914834</c:v>
                </c:pt>
                <c:pt idx="990">
                  <c:v>5.04333708551</c:v>
                </c:pt>
                <c:pt idx="991">
                  <c:v>5.04268159417</c:v>
                </c:pt>
                <c:pt idx="992">
                  <c:v>5.05428341431</c:v>
                </c:pt>
                <c:pt idx="993">
                  <c:v>5.05959785344</c:v>
                </c:pt>
                <c:pt idx="994">
                  <c:v>5.0660389876</c:v>
                </c:pt>
                <c:pt idx="995">
                  <c:v>5.0611380269</c:v>
                </c:pt>
                <c:pt idx="996">
                  <c:v>5.05695838255</c:v>
                </c:pt>
                <c:pt idx="997">
                  <c:v>5.06149208602</c:v>
                </c:pt>
                <c:pt idx="998">
                  <c:v>5.05704076862</c:v>
                </c:pt>
                <c:pt idx="999">
                  <c:v>5.05364118021</c:v>
                </c:pt>
              </c:numCache>
            </c:numRef>
          </c:yVal>
          <c:smooth val="0"/>
        </c:ser>
        <c:ser>
          <c:idx val="1"/>
          <c:order val="1"/>
          <c:tx>
            <c:v>Dataset 2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Data'!$C$2:$C$1001</c:f>
              <c:numCache>
                <c:formatCode>General</c:formatCode>
                <c:ptCount val="1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</c:numCache>
            </c:numRef>
          </c:xVal>
          <c:yVal>
            <c:numRef>
              <c:f>'Chart Data'!$D$2:$D$1001</c:f>
              <c:numCache>
                <c:formatCode>0</c:formatCode>
                <c:ptCount val="1000"/>
                <c:pt idx="0">
                  <c:v>6.5429638151</c:v>
                </c:pt>
                <c:pt idx="1">
                  <c:v>7.94960465567</c:v>
                </c:pt>
                <c:pt idx="2">
                  <c:v>6.48170727115</c:v>
                </c:pt>
                <c:pt idx="3">
                  <c:v>6.4720579243</c:v>
                </c:pt>
                <c:pt idx="4">
                  <c:v>6.57668680733</c:v>
                </c:pt>
                <c:pt idx="5">
                  <c:v>6.07733548102</c:v>
                </c:pt>
                <c:pt idx="6">
                  <c:v>5.40942415433</c:v>
                </c:pt>
                <c:pt idx="7">
                  <c:v>4.79748502318</c:v>
                </c:pt>
                <c:pt idx="8">
                  <c:v>4.42695522401</c:v>
                </c:pt>
                <c:pt idx="9">
                  <c:v>4.12164946689</c:v>
                </c:pt>
                <c:pt idx="10">
                  <c:v>4.49472258613</c:v>
                </c:pt>
                <c:pt idx="11">
                  <c:v>4.27134585541</c:v>
                </c:pt>
                <c:pt idx="12">
                  <c:v>4.27254103193</c:v>
                </c:pt>
                <c:pt idx="13">
                  <c:v>4.4192487474</c:v>
                </c:pt>
                <c:pt idx="14">
                  <c:v>4.1534798507</c:v>
                </c:pt>
                <c:pt idx="15">
                  <c:v>4.03784996034</c:v>
                </c:pt>
                <c:pt idx="16">
                  <c:v>3.83595549516</c:v>
                </c:pt>
                <c:pt idx="17">
                  <c:v>3.64605521934</c:v>
                </c:pt>
                <c:pt idx="18">
                  <c:v>3.55020016404</c:v>
                </c:pt>
                <c:pt idx="19">
                  <c:v>3.62518996668</c:v>
                </c:pt>
                <c:pt idx="20">
                  <c:v>3.61150171425</c:v>
                </c:pt>
                <c:pt idx="21">
                  <c:v>3.51938764577</c:v>
                </c:pt>
                <c:pt idx="22">
                  <c:v>3.4240161128</c:v>
                </c:pt>
                <c:pt idx="23">
                  <c:v>3.46008175616</c:v>
                </c:pt>
                <c:pt idx="24">
                  <c:v>3.44885144389</c:v>
                </c:pt>
                <c:pt idx="25">
                  <c:v>3.47632086224</c:v>
                </c:pt>
                <c:pt idx="26">
                  <c:v>3.42250995281</c:v>
                </c:pt>
                <c:pt idx="27">
                  <c:v>3.30181245283</c:v>
                </c:pt>
                <c:pt idx="28">
                  <c:v>3.30563780964</c:v>
                </c:pt>
                <c:pt idx="29">
                  <c:v>3.33029719201</c:v>
                </c:pt>
                <c:pt idx="30">
                  <c:v>3.32876204668</c:v>
                </c:pt>
                <c:pt idx="31">
                  <c:v>3.29966139957</c:v>
                </c:pt>
                <c:pt idx="32">
                  <c:v>3.2674075404</c:v>
                </c:pt>
                <c:pt idx="33">
                  <c:v>3.39100969434</c:v>
                </c:pt>
                <c:pt idx="34">
                  <c:v>3.34639838565</c:v>
                </c:pt>
                <c:pt idx="35">
                  <c:v>3.30206168891</c:v>
                </c:pt>
                <c:pt idx="36">
                  <c:v>3.31706911562</c:v>
                </c:pt>
                <c:pt idx="37">
                  <c:v>3.38265546071</c:v>
                </c:pt>
                <c:pt idx="38">
                  <c:v>3.38413745294</c:v>
                </c:pt>
                <c:pt idx="39">
                  <c:v>3.76195077339</c:v>
                </c:pt>
                <c:pt idx="40">
                  <c:v>3.77379940782</c:v>
                </c:pt>
                <c:pt idx="41">
                  <c:v>3.95972746447</c:v>
                </c:pt>
                <c:pt idx="42">
                  <c:v>4.10807830154</c:v>
                </c:pt>
                <c:pt idx="43">
                  <c:v>4.08941800264</c:v>
                </c:pt>
                <c:pt idx="44">
                  <c:v>4.1697053467</c:v>
                </c:pt>
                <c:pt idx="45">
                  <c:v>4.09978367888</c:v>
                </c:pt>
                <c:pt idx="46">
                  <c:v>4.12223409943</c:v>
                </c:pt>
                <c:pt idx="47">
                  <c:v>4.07400790213</c:v>
                </c:pt>
                <c:pt idx="48">
                  <c:v>4.02721873088</c:v>
                </c:pt>
                <c:pt idx="49">
                  <c:v>4.31973823418</c:v>
                </c:pt>
                <c:pt idx="50">
                  <c:v>4.38584769322</c:v>
                </c:pt>
                <c:pt idx="51">
                  <c:v>4.36255949241</c:v>
                </c:pt>
                <c:pt idx="52">
                  <c:v>4.34007226136</c:v>
                </c:pt>
                <c:pt idx="53">
                  <c:v>4.29853039282</c:v>
                </c:pt>
                <c:pt idx="54">
                  <c:v>4.25794343349</c:v>
                </c:pt>
                <c:pt idx="55">
                  <c:v>4.24099467957</c:v>
                </c:pt>
                <c:pt idx="56">
                  <c:v>4.23635489428</c:v>
                </c:pt>
                <c:pt idx="57">
                  <c:v>4.21230933306</c:v>
                </c:pt>
                <c:pt idx="58">
                  <c:v>4.17460742463</c:v>
                </c:pt>
                <c:pt idx="59">
                  <c:v>4.25430538324</c:v>
                </c:pt>
                <c:pt idx="60">
                  <c:v>4.19225345956</c:v>
                </c:pt>
                <c:pt idx="61">
                  <c:v>4.12534555006</c:v>
                </c:pt>
                <c:pt idx="62">
                  <c:v>4.20528416227</c:v>
                </c:pt>
                <c:pt idx="63">
                  <c:v>4.46194585127</c:v>
                </c:pt>
                <c:pt idx="64">
                  <c:v>4.43614175894</c:v>
                </c:pt>
                <c:pt idx="65">
                  <c:v>4.45710343444</c:v>
                </c:pt>
                <c:pt idx="66">
                  <c:v>4.69579824859</c:v>
                </c:pt>
                <c:pt idx="67">
                  <c:v>4.71032654322</c:v>
                </c:pt>
                <c:pt idx="68">
                  <c:v>4.70572114682</c:v>
                </c:pt>
                <c:pt idx="69">
                  <c:v>4.69625153517</c:v>
                </c:pt>
                <c:pt idx="70">
                  <c:v>4.94255162969</c:v>
                </c:pt>
                <c:pt idx="71">
                  <c:v>5.03086924786</c:v>
                </c:pt>
                <c:pt idx="72">
                  <c:v>4.96411873699</c:v>
                </c:pt>
                <c:pt idx="73">
                  <c:v>4.9027489469</c:v>
                </c:pt>
                <c:pt idx="74">
                  <c:v>5.04433127523</c:v>
                </c:pt>
                <c:pt idx="75">
                  <c:v>4.98566101566</c:v>
                </c:pt>
                <c:pt idx="76">
                  <c:v>4.94578953633</c:v>
                </c:pt>
                <c:pt idx="77">
                  <c:v>5.07128184741</c:v>
                </c:pt>
                <c:pt idx="78">
                  <c:v>5.0884492155</c:v>
                </c:pt>
                <c:pt idx="79">
                  <c:v>5.03522358004</c:v>
                </c:pt>
                <c:pt idx="80">
                  <c:v>4.97353269152</c:v>
                </c:pt>
                <c:pt idx="81">
                  <c:v>4.93272362531</c:v>
                </c:pt>
                <c:pt idx="82">
                  <c:v>4.89611640757</c:v>
                </c:pt>
                <c:pt idx="83">
                  <c:v>4.90104595879</c:v>
                </c:pt>
                <c:pt idx="84">
                  <c:v>4.92547940617</c:v>
                </c:pt>
                <c:pt idx="85">
                  <c:v>4.88147883952</c:v>
                </c:pt>
                <c:pt idx="86">
                  <c:v>4.83993057156</c:v>
                </c:pt>
                <c:pt idx="87">
                  <c:v>4.80927943009</c:v>
                </c:pt>
                <c:pt idx="88">
                  <c:v>4.85111314546</c:v>
                </c:pt>
                <c:pt idx="89">
                  <c:v>4.87775897664</c:v>
                </c:pt>
                <c:pt idx="90">
                  <c:v>4.82438269969</c:v>
                </c:pt>
                <c:pt idx="91">
                  <c:v>4.84552445259</c:v>
                </c:pt>
                <c:pt idx="92">
                  <c:v>5.04496467132</c:v>
                </c:pt>
                <c:pt idx="93">
                  <c:v>5.07751326573</c:v>
                </c:pt>
                <c:pt idx="94">
                  <c:v>5.11530148042</c:v>
                </c:pt>
                <c:pt idx="95">
                  <c:v>5.09199725641</c:v>
                </c:pt>
                <c:pt idx="96">
                  <c:v>5.08665355534</c:v>
                </c:pt>
                <c:pt idx="97">
                  <c:v>5.07862725064</c:v>
                </c:pt>
                <c:pt idx="98">
                  <c:v>5.02980715491</c:v>
                </c:pt>
                <c:pt idx="99">
                  <c:v>4.98777894249</c:v>
                </c:pt>
                <c:pt idx="100">
                  <c:v>4.94838352361</c:v>
                </c:pt>
                <c:pt idx="101">
                  <c:v>4.95131807159</c:v>
                </c:pt>
                <c:pt idx="102">
                  <c:v>4.97176919842</c:v>
                </c:pt>
                <c:pt idx="103">
                  <c:v>4.97850191906</c:v>
                </c:pt>
                <c:pt idx="104">
                  <c:v>5.1415596415</c:v>
                </c:pt>
                <c:pt idx="105">
                  <c:v>5.11226781502</c:v>
                </c:pt>
                <c:pt idx="106">
                  <c:v>5.06564245174</c:v>
                </c:pt>
                <c:pt idx="107">
                  <c:v>5.02020674943</c:v>
                </c:pt>
                <c:pt idx="108">
                  <c:v>4.98058284657</c:v>
                </c:pt>
                <c:pt idx="109">
                  <c:v>4.96443119022</c:v>
                </c:pt>
                <c:pt idx="110">
                  <c:v>4.97741387215</c:v>
                </c:pt>
                <c:pt idx="111">
                  <c:v>4.95434895373</c:v>
                </c:pt>
                <c:pt idx="112">
                  <c:v>4.94428724827</c:v>
                </c:pt>
                <c:pt idx="113">
                  <c:v>4.91026276525</c:v>
                </c:pt>
                <c:pt idx="114">
                  <c:v>4.91729402851</c:v>
                </c:pt>
                <c:pt idx="115">
                  <c:v>4.97641199994</c:v>
                </c:pt>
                <c:pt idx="116">
                  <c:v>4.97317909063</c:v>
                </c:pt>
                <c:pt idx="117">
                  <c:v>4.99796996279</c:v>
                </c:pt>
                <c:pt idx="118">
                  <c:v>4.96170024245</c:v>
                </c:pt>
                <c:pt idx="119">
                  <c:v>4.9668867542</c:v>
                </c:pt>
                <c:pt idx="120">
                  <c:v>4.95479664658</c:v>
                </c:pt>
                <c:pt idx="121">
                  <c:v>5.00283778308</c:v>
                </c:pt>
                <c:pt idx="122">
                  <c:v>4.9739505989</c:v>
                </c:pt>
                <c:pt idx="123">
                  <c:v>5.03442476291</c:v>
                </c:pt>
                <c:pt idx="124">
                  <c:v>5.11588871155</c:v>
                </c:pt>
                <c:pt idx="125">
                  <c:v>5.10999336203</c:v>
                </c:pt>
                <c:pt idx="126">
                  <c:v>5.10299229248</c:v>
                </c:pt>
                <c:pt idx="127">
                  <c:v>5.11802957171</c:v>
                </c:pt>
                <c:pt idx="128">
                  <c:v>5.08313701209</c:v>
                </c:pt>
                <c:pt idx="129">
                  <c:v>5.09086319165</c:v>
                </c:pt>
                <c:pt idx="130">
                  <c:v>5.12284791589</c:v>
                </c:pt>
                <c:pt idx="131">
                  <c:v>5.10669323845</c:v>
                </c:pt>
                <c:pt idx="132">
                  <c:v>5.13455675494</c:v>
                </c:pt>
                <c:pt idx="133">
                  <c:v>5.11019215318</c:v>
                </c:pt>
                <c:pt idx="134">
                  <c:v>5.1184439828</c:v>
                </c:pt>
                <c:pt idx="135">
                  <c:v>5.1108554165</c:v>
                </c:pt>
                <c:pt idx="136">
                  <c:v>5.15610138238</c:v>
                </c:pt>
                <c:pt idx="137">
                  <c:v>5.15974447949</c:v>
                </c:pt>
                <c:pt idx="138">
                  <c:v>5.16702532962</c:v>
                </c:pt>
                <c:pt idx="139">
                  <c:v>5.23285343622</c:v>
                </c:pt>
                <c:pt idx="140">
                  <c:v>5.22148123481</c:v>
                </c:pt>
                <c:pt idx="141">
                  <c:v>5.20949721838</c:v>
                </c:pt>
                <c:pt idx="142">
                  <c:v>5.18187236207</c:v>
                </c:pt>
                <c:pt idx="143">
                  <c:v>5.18491308053</c:v>
                </c:pt>
                <c:pt idx="144">
                  <c:v>5.15686736391</c:v>
                </c:pt>
                <c:pt idx="145">
                  <c:v>5.1378552469</c:v>
                </c:pt>
                <c:pt idx="146">
                  <c:v>5.11481450778</c:v>
                </c:pt>
                <c:pt idx="147">
                  <c:v>5.08068679516</c:v>
                </c:pt>
                <c:pt idx="148">
                  <c:v>5.05394992436</c:v>
                </c:pt>
                <c:pt idx="149">
                  <c:v>5.04932576899</c:v>
                </c:pt>
                <c:pt idx="150">
                  <c:v>5.01779823225</c:v>
                </c:pt>
                <c:pt idx="151">
                  <c:v>5.00111170665</c:v>
                </c:pt>
                <c:pt idx="152">
                  <c:v>5.01612548031</c:v>
                </c:pt>
                <c:pt idx="153">
                  <c:v>5.05587766731</c:v>
                </c:pt>
                <c:pt idx="154">
                  <c:v>5.08989952654</c:v>
                </c:pt>
                <c:pt idx="155">
                  <c:v>5.06553656307</c:v>
                </c:pt>
                <c:pt idx="156">
                  <c:v>5.05782048676</c:v>
                </c:pt>
                <c:pt idx="157">
                  <c:v>5.03139755359</c:v>
                </c:pt>
                <c:pt idx="158">
                  <c:v>5.03065569018</c:v>
                </c:pt>
                <c:pt idx="159">
                  <c:v>5.09309241969</c:v>
                </c:pt>
                <c:pt idx="160">
                  <c:v>5.08267412883</c:v>
                </c:pt>
                <c:pt idx="161">
                  <c:v>5.07508625894</c:v>
                </c:pt>
                <c:pt idx="162">
                  <c:v>5.05877751093</c:v>
                </c:pt>
                <c:pt idx="163">
                  <c:v>5.03578224474</c:v>
                </c:pt>
                <c:pt idx="164">
                  <c:v>5.05105081058</c:v>
                </c:pt>
                <c:pt idx="165">
                  <c:v>5.02318324705</c:v>
                </c:pt>
                <c:pt idx="166">
                  <c:v>4.99403122943</c:v>
                </c:pt>
                <c:pt idx="167">
                  <c:v>4.98318675955</c:v>
                </c:pt>
                <c:pt idx="168">
                  <c:v>5.14183843037</c:v>
                </c:pt>
                <c:pt idx="169">
                  <c:v>5.12410690378</c:v>
                </c:pt>
                <c:pt idx="170">
                  <c:v>5.10452508244</c:v>
                </c:pt>
                <c:pt idx="171">
                  <c:v>5.07932011968</c:v>
                </c:pt>
                <c:pt idx="172">
                  <c:v>5.05875669154</c:v>
                </c:pt>
                <c:pt idx="173">
                  <c:v>5.05481659434</c:v>
                </c:pt>
                <c:pt idx="174">
                  <c:v>5.04222524974</c:v>
                </c:pt>
                <c:pt idx="175">
                  <c:v>5.01611140039</c:v>
                </c:pt>
                <c:pt idx="176">
                  <c:v>5.05091383528</c:v>
                </c:pt>
                <c:pt idx="177">
                  <c:v>5.02719591548</c:v>
                </c:pt>
                <c:pt idx="178">
                  <c:v>5.0139354253</c:v>
                </c:pt>
                <c:pt idx="179">
                  <c:v>5.01786512004</c:v>
                </c:pt>
                <c:pt idx="180">
                  <c:v>5.02366506943</c:v>
                </c:pt>
                <c:pt idx="181">
                  <c:v>5.01894438625</c:v>
                </c:pt>
                <c:pt idx="182">
                  <c:v>4.99618701626</c:v>
                </c:pt>
                <c:pt idx="183">
                  <c:v>4.98632405227</c:v>
                </c:pt>
                <c:pt idx="184">
                  <c:v>5.01346141786</c:v>
                </c:pt>
                <c:pt idx="185">
                  <c:v>5.02250313902</c:v>
                </c:pt>
                <c:pt idx="186">
                  <c:v>5.04279790811</c:v>
                </c:pt>
                <c:pt idx="187">
                  <c:v>5.05737864279</c:v>
                </c:pt>
                <c:pt idx="188">
                  <c:v>5.06572733152</c:v>
                </c:pt>
                <c:pt idx="189">
                  <c:v>5.08304052408</c:v>
                </c:pt>
                <c:pt idx="190">
                  <c:v>5.07485048446</c:v>
                </c:pt>
                <c:pt idx="191">
                  <c:v>5.06766027336</c:v>
                </c:pt>
                <c:pt idx="192">
                  <c:v>5.0437406065</c:v>
                </c:pt>
                <c:pt idx="193">
                  <c:v>5.02880772981</c:v>
                </c:pt>
                <c:pt idx="194">
                  <c:v>5.00517378779</c:v>
                </c:pt>
                <c:pt idx="195">
                  <c:v>5.00116163572</c:v>
                </c:pt>
                <c:pt idx="196">
                  <c:v>4.98231305144</c:v>
                </c:pt>
                <c:pt idx="197">
                  <c:v>4.95936646338</c:v>
                </c:pt>
                <c:pt idx="198">
                  <c:v>5.03856835371</c:v>
                </c:pt>
                <c:pt idx="199">
                  <c:v>5.07812602481</c:v>
                </c:pt>
                <c:pt idx="200">
                  <c:v>5.05560171527</c:v>
                </c:pt>
                <c:pt idx="201">
                  <c:v>5.05367398735</c:v>
                </c:pt>
                <c:pt idx="202">
                  <c:v>5.02901336237</c:v>
                </c:pt>
                <c:pt idx="203">
                  <c:v>5.03306256522</c:v>
                </c:pt>
                <c:pt idx="204">
                  <c:v>5.02290935069</c:v>
                </c:pt>
                <c:pt idx="205">
                  <c:v>5.00557313585</c:v>
                </c:pt>
                <c:pt idx="206">
                  <c:v>4.98419061399</c:v>
                </c:pt>
                <c:pt idx="207">
                  <c:v>4.97886797082</c:v>
                </c:pt>
                <c:pt idx="208">
                  <c:v>4.95869154048</c:v>
                </c:pt>
                <c:pt idx="209">
                  <c:v>4.94078661668</c:v>
                </c:pt>
                <c:pt idx="210">
                  <c:v>4.93951645821</c:v>
                </c:pt>
                <c:pt idx="211">
                  <c:v>4.93572229799</c:v>
                </c:pt>
                <c:pt idx="212">
                  <c:v>4.95428300691</c:v>
                </c:pt>
                <c:pt idx="213">
                  <c:v>4.95163637699</c:v>
                </c:pt>
                <c:pt idx="214">
                  <c:v>4.95149945136</c:v>
                </c:pt>
                <c:pt idx="215">
                  <c:v>4.95311217228</c:v>
                </c:pt>
                <c:pt idx="216">
                  <c:v>4.93777077251</c:v>
                </c:pt>
                <c:pt idx="217">
                  <c:v>4.98598948811</c:v>
                </c:pt>
                <c:pt idx="218">
                  <c:v>4.96351773418</c:v>
                </c:pt>
                <c:pt idx="219">
                  <c:v>4.96493508202</c:v>
                </c:pt>
                <c:pt idx="220">
                  <c:v>4.94878726994</c:v>
                </c:pt>
                <c:pt idx="221">
                  <c:v>4.98097482454</c:v>
                </c:pt>
                <c:pt idx="222">
                  <c:v>4.96415120436</c:v>
                </c:pt>
                <c:pt idx="223">
                  <c:v>4.94792291045</c:v>
                </c:pt>
                <c:pt idx="224">
                  <c:v>4.95400884246</c:v>
                </c:pt>
                <c:pt idx="225">
                  <c:v>4.93426101599</c:v>
                </c:pt>
                <c:pt idx="226">
                  <c:v>4.94110562211</c:v>
                </c:pt>
                <c:pt idx="227">
                  <c:v>4.92823273468</c:v>
                </c:pt>
                <c:pt idx="228">
                  <c:v>4.91077065729</c:v>
                </c:pt>
                <c:pt idx="229">
                  <c:v>4.95274078174</c:v>
                </c:pt>
                <c:pt idx="230">
                  <c:v>4.94607510108</c:v>
                </c:pt>
                <c:pt idx="231">
                  <c:v>4.94406204524</c:v>
                </c:pt>
                <c:pt idx="232">
                  <c:v>4.98648433427</c:v>
                </c:pt>
                <c:pt idx="233">
                  <c:v>5.01046457562</c:v>
                </c:pt>
                <c:pt idx="234">
                  <c:v>5.03531344532</c:v>
                </c:pt>
                <c:pt idx="235">
                  <c:v>5.01540128957</c:v>
                </c:pt>
                <c:pt idx="236">
                  <c:v>5.01263214225</c:v>
                </c:pt>
                <c:pt idx="237">
                  <c:v>4.99493659296</c:v>
                </c:pt>
                <c:pt idx="238">
                  <c:v>4.99589474305</c:v>
                </c:pt>
                <c:pt idx="239">
                  <c:v>4.9830575483</c:v>
                </c:pt>
                <c:pt idx="240">
                  <c:v>4.97488497711</c:v>
                </c:pt>
                <c:pt idx="241">
                  <c:v>5.001977572</c:v>
                </c:pt>
                <c:pt idx="242">
                  <c:v>5.00981503081</c:v>
                </c:pt>
                <c:pt idx="243">
                  <c:v>5.01847583716</c:v>
                </c:pt>
                <c:pt idx="244">
                  <c:v>5.02039341674</c:v>
                </c:pt>
                <c:pt idx="245">
                  <c:v>5.00644852524</c:v>
                </c:pt>
                <c:pt idx="246">
                  <c:v>4.99112216577</c:v>
                </c:pt>
                <c:pt idx="247">
                  <c:v>4.98164475022</c:v>
                </c:pt>
                <c:pt idx="248">
                  <c:v>4.97061693996</c:v>
                </c:pt>
                <c:pt idx="249">
                  <c:v>4.97593669302</c:v>
                </c:pt>
                <c:pt idx="250">
                  <c:v>4.96844859507</c:v>
                </c:pt>
                <c:pt idx="251">
                  <c:v>5.04193993412</c:v>
                </c:pt>
                <c:pt idx="252">
                  <c:v>5.03092338081</c:v>
                </c:pt>
                <c:pt idx="253">
                  <c:v>5.02746855442</c:v>
                </c:pt>
                <c:pt idx="254">
                  <c:v>5.03438033067</c:v>
                </c:pt>
                <c:pt idx="255">
                  <c:v>5.03836027332</c:v>
                </c:pt>
                <c:pt idx="256">
                  <c:v>5.026697253</c:v>
                </c:pt>
                <c:pt idx="257">
                  <c:v>5.0209068342</c:v>
                </c:pt>
                <c:pt idx="258">
                  <c:v>5.01754447553</c:v>
                </c:pt>
                <c:pt idx="259">
                  <c:v>4.99967308215</c:v>
                </c:pt>
                <c:pt idx="260">
                  <c:v>4.99105065921</c:v>
                </c:pt>
                <c:pt idx="261">
                  <c:v>5.03960884752</c:v>
                </c:pt>
                <c:pt idx="262">
                  <c:v>5.02715713483</c:v>
                </c:pt>
                <c:pt idx="263">
                  <c:v>5.02837326919</c:v>
                </c:pt>
                <c:pt idx="264">
                  <c:v>5.02054973118</c:v>
                </c:pt>
                <c:pt idx="265">
                  <c:v>5.00594337809</c:v>
                </c:pt>
                <c:pt idx="266">
                  <c:v>4.99195819524</c:v>
                </c:pt>
                <c:pt idx="267">
                  <c:v>4.98236457641</c:v>
                </c:pt>
                <c:pt idx="268">
                  <c:v>4.97689917568</c:v>
                </c:pt>
                <c:pt idx="269">
                  <c:v>4.95869608891</c:v>
                </c:pt>
                <c:pt idx="270">
                  <c:v>4.96403673804</c:v>
                </c:pt>
                <c:pt idx="271">
                  <c:v>4.95162826846</c:v>
                </c:pt>
                <c:pt idx="272">
                  <c:v>4.95011300963</c:v>
                </c:pt>
                <c:pt idx="273">
                  <c:v>4.96303980023</c:v>
                </c:pt>
                <c:pt idx="274">
                  <c:v>4.98202627634</c:v>
                </c:pt>
                <c:pt idx="275">
                  <c:v>4.9676649584</c:v>
                </c:pt>
                <c:pt idx="276">
                  <c:v>4.95049615746</c:v>
                </c:pt>
                <c:pt idx="277">
                  <c:v>4.93461458822</c:v>
                </c:pt>
                <c:pt idx="278">
                  <c:v>4.94809159535</c:v>
                </c:pt>
                <c:pt idx="279">
                  <c:v>4.95575255469</c:v>
                </c:pt>
                <c:pt idx="280">
                  <c:v>4.94712296175</c:v>
                </c:pt>
                <c:pt idx="281">
                  <c:v>4.9304479711</c:v>
                </c:pt>
                <c:pt idx="282">
                  <c:v>4.92034979963</c:v>
                </c:pt>
                <c:pt idx="283">
                  <c:v>4.933003376</c:v>
                </c:pt>
                <c:pt idx="284">
                  <c:v>4.92048098964</c:v>
                </c:pt>
                <c:pt idx="285">
                  <c:v>4.90869069051</c:v>
                </c:pt>
                <c:pt idx="286">
                  <c:v>4.93645187897</c:v>
                </c:pt>
                <c:pt idx="287">
                  <c:v>4.92265748269</c:v>
                </c:pt>
                <c:pt idx="288">
                  <c:v>4.9213607977</c:v>
                </c:pt>
                <c:pt idx="289">
                  <c:v>4.92815317638</c:v>
                </c:pt>
                <c:pt idx="290">
                  <c:v>4.96886692233</c:v>
                </c:pt>
                <c:pt idx="291">
                  <c:v>4.96475771189</c:v>
                </c:pt>
                <c:pt idx="292">
                  <c:v>4.95147223597</c:v>
                </c:pt>
                <c:pt idx="293">
                  <c:v>4.94122678565</c:v>
                </c:pt>
                <c:pt idx="294">
                  <c:v>4.92713870977</c:v>
                </c:pt>
                <c:pt idx="295">
                  <c:v>4.91282899042</c:v>
                </c:pt>
                <c:pt idx="296">
                  <c:v>4.91226673781</c:v>
                </c:pt>
                <c:pt idx="297">
                  <c:v>4.90013835523</c:v>
                </c:pt>
                <c:pt idx="298">
                  <c:v>4.8947960601</c:v>
                </c:pt>
                <c:pt idx="299">
                  <c:v>4.8903654094</c:v>
                </c:pt>
                <c:pt idx="300">
                  <c:v>4.89433842987</c:v>
                </c:pt>
                <c:pt idx="301">
                  <c:v>4.90439232503</c:v>
                </c:pt>
                <c:pt idx="302">
                  <c:v>4.92047293009</c:v>
                </c:pt>
                <c:pt idx="303">
                  <c:v>4.93119031883</c:v>
                </c:pt>
                <c:pt idx="304">
                  <c:v>4.92786678263</c:v>
                </c:pt>
                <c:pt idx="305">
                  <c:v>4.94116315529</c:v>
                </c:pt>
                <c:pt idx="306">
                  <c:v>4.93361478854</c:v>
                </c:pt>
                <c:pt idx="307">
                  <c:v>4.93149889724</c:v>
                </c:pt>
                <c:pt idx="308">
                  <c:v>4.91825642529</c:v>
                </c:pt>
                <c:pt idx="309">
                  <c:v>4.91495441269</c:v>
                </c:pt>
                <c:pt idx="310">
                  <c:v>4.91507967677</c:v>
                </c:pt>
                <c:pt idx="311">
                  <c:v>4.89938641186</c:v>
                </c:pt>
                <c:pt idx="312">
                  <c:v>4.89658488735</c:v>
                </c:pt>
                <c:pt idx="313">
                  <c:v>4.88218805384</c:v>
                </c:pt>
                <c:pt idx="314">
                  <c:v>4.86728625961</c:v>
                </c:pt>
                <c:pt idx="315">
                  <c:v>4.88008048146</c:v>
                </c:pt>
                <c:pt idx="316">
                  <c:v>4.8769861029</c:v>
                </c:pt>
                <c:pt idx="317">
                  <c:v>4.88642490358</c:v>
                </c:pt>
                <c:pt idx="318">
                  <c:v>4.87873221078</c:v>
                </c:pt>
                <c:pt idx="319">
                  <c:v>4.8732281556</c:v>
                </c:pt>
                <c:pt idx="320">
                  <c:v>4.89115416053</c:v>
                </c:pt>
                <c:pt idx="321">
                  <c:v>4.90458892602</c:v>
                </c:pt>
                <c:pt idx="322">
                  <c:v>4.92247584192</c:v>
                </c:pt>
                <c:pt idx="323">
                  <c:v>4.9147904179</c:v>
                </c:pt>
                <c:pt idx="324">
                  <c:v>4.90456042217</c:v>
                </c:pt>
                <c:pt idx="325">
                  <c:v>4.92464370141</c:v>
                </c:pt>
                <c:pt idx="326">
                  <c:v>4.91512941624</c:v>
                </c:pt>
                <c:pt idx="327">
                  <c:v>4.90480880987</c:v>
                </c:pt>
                <c:pt idx="328">
                  <c:v>4.89584669529</c:v>
                </c:pt>
                <c:pt idx="329">
                  <c:v>4.92776659754</c:v>
                </c:pt>
                <c:pt idx="330">
                  <c:v>4.91554725516</c:v>
                </c:pt>
                <c:pt idx="331">
                  <c:v>4.913158241</c:v>
                </c:pt>
                <c:pt idx="332">
                  <c:v>4.90847756581</c:v>
                </c:pt>
                <c:pt idx="333">
                  <c:v>4.89691224638</c:v>
                </c:pt>
                <c:pt idx="334">
                  <c:v>4.88555280425</c:v>
                </c:pt>
                <c:pt idx="335">
                  <c:v>4.8744481907</c:v>
                </c:pt>
                <c:pt idx="336">
                  <c:v>4.86155256987</c:v>
                </c:pt>
                <c:pt idx="337">
                  <c:v>4.86271384022</c:v>
                </c:pt>
                <c:pt idx="338">
                  <c:v>4.86906000272</c:v>
                </c:pt>
                <c:pt idx="339">
                  <c:v>4.85962115412</c:v>
                </c:pt>
                <c:pt idx="340">
                  <c:v>4.84678498302</c:v>
                </c:pt>
                <c:pt idx="341">
                  <c:v>4.85605739946</c:v>
                </c:pt>
                <c:pt idx="342">
                  <c:v>4.85582782632</c:v>
                </c:pt>
                <c:pt idx="343">
                  <c:v>4.855061428</c:v>
                </c:pt>
                <c:pt idx="344">
                  <c:v>4.84700012112</c:v>
                </c:pt>
                <c:pt idx="345">
                  <c:v>4.84506211301</c:v>
                </c:pt>
                <c:pt idx="346">
                  <c:v>4.85206179728</c:v>
                </c:pt>
                <c:pt idx="347">
                  <c:v>4.85228258413</c:v>
                </c:pt>
                <c:pt idx="348">
                  <c:v>4.84202654864</c:v>
                </c:pt>
                <c:pt idx="349">
                  <c:v>4.84999221354</c:v>
                </c:pt>
                <c:pt idx="350">
                  <c:v>4.8408174466</c:v>
                </c:pt>
                <c:pt idx="351">
                  <c:v>4.83759476659</c:v>
                </c:pt>
                <c:pt idx="352">
                  <c:v>4.82947242751</c:v>
                </c:pt>
                <c:pt idx="353">
                  <c:v>4.81598351241</c:v>
                </c:pt>
                <c:pt idx="354">
                  <c:v>4.82210005005</c:v>
                </c:pt>
                <c:pt idx="355">
                  <c:v>4.81233896821</c:v>
                </c:pt>
                <c:pt idx="356">
                  <c:v>4.80820582294</c:v>
                </c:pt>
                <c:pt idx="357">
                  <c:v>4.80866363632</c:v>
                </c:pt>
                <c:pt idx="358">
                  <c:v>4.81585647426</c:v>
                </c:pt>
                <c:pt idx="359">
                  <c:v>4.81207091688</c:v>
                </c:pt>
                <c:pt idx="360">
                  <c:v>4.79974304266</c:v>
                </c:pt>
                <c:pt idx="361">
                  <c:v>4.79838062032</c:v>
                </c:pt>
                <c:pt idx="362">
                  <c:v>4.78657101375</c:v>
                </c:pt>
                <c:pt idx="363">
                  <c:v>4.77759009758</c:v>
                </c:pt>
                <c:pt idx="364">
                  <c:v>4.7983829778</c:v>
                </c:pt>
                <c:pt idx="365">
                  <c:v>4.78971691048</c:v>
                </c:pt>
                <c:pt idx="366">
                  <c:v>4.82782968989</c:v>
                </c:pt>
                <c:pt idx="367">
                  <c:v>4.82449156135</c:v>
                </c:pt>
                <c:pt idx="368">
                  <c:v>4.82890181876</c:v>
                </c:pt>
                <c:pt idx="369">
                  <c:v>4.85707683917</c:v>
                </c:pt>
                <c:pt idx="370">
                  <c:v>4.84893551128</c:v>
                </c:pt>
                <c:pt idx="371">
                  <c:v>4.84535849833</c:v>
                </c:pt>
                <c:pt idx="372">
                  <c:v>4.88657560859</c:v>
                </c:pt>
                <c:pt idx="373">
                  <c:v>4.87756159312</c:v>
                </c:pt>
                <c:pt idx="374">
                  <c:v>4.91277865632</c:v>
                </c:pt>
                <c:pt idx="375">
                  <c:v>4.90404539073</c:v>
                </c:pt>
                <c:pt idx="376">
                  <c:v>4.89218541042</c:v>
                </c:pt>
                <c:pt idx="377">
                  <c:v>4.87935032053</c:v>
                </c:pt>
                <c:pt idx="378">
                  <c:v>4.87025716722</c:v>
                </c:pt>
                <c:pt idx="379">
                  <c:v>4.86957094574</c:v>
                </c:pt>
                <c:pt idx="380">
                  <c:v>4.85825897765</c:v>
                </c:pt>
                <c:pt idx="381">
                  <c:v>4.84971563112</c:v>
                </c:pt>
                <c:pt idx="382">
                  <c:v>4.83749179561</c:v>
                </c:pt>
                <c:pt idx="383">
                  <c:v>4.83803032377</c:v>
                </c:pt>
                <c:pt idx="384">
                  <c:v>4.84371365965</c:v>
                </c:pt>
                <c:pt idx="385">
                  <c:v>4.84237097119</c:v>
                </c:pt>
                <c:pt idx="386">
                  <c:v>4.83632379953</c:v>
                </c:pt>
                <c:pt idx="387">
                  <c:v>4.83529085502</c:v>
                </c:pt>
                <c:pt idx="388">
                  <c:v>4.82774487243</c:v>
                </c:pt>
                <c:pt idx="389">
                  <c:v>4.8382234761</c:v>
                </c:pt>
                <c:pt idx="390">
                  <c:v>4.83293370263</c:v>
                </c:pt>
                <c:pt idx="391">
                  <c:v>4.83832605231</c:v>
                </c:pt>
                <c:pt idx="392">
                  <c:v>4.83984849113</c:v>
                </c:pt>
                <c:pt idx="393">
                  <c:v>4.8414528115</c:v>
                </c:pt>
                <c:pt idx="394">
                  <c:v>4.8317595082</c:v>
                </c:pt>
                <c:pt idx="395">
                  <c:v>4.86064055071</c:v>
                </c:pt>
                <c:pt idx="396">
                  <c:v>4.86826325168</c:v>
                </c:pt>
                <c:pt idx="397">
                  <c:v>4.86035804116</c:v>
                </c:pt>
                <c:pt idx="398">
                  <c:v>4.85538137273</c:v>
                </c:pt>
                <c:pt idx="399">
                  <c:v>4.87653730336</c:v>
                </c:pt>
                <c:pt idx="400">
                  <c:v>4.87994674862</c:v>
                </c:pt>
                <c:pt idx="401">
                  <c:v>4.87274683603</c:v>
                </c:pt>
                <c:pt idx="402">
                  <c:v>4.86497474405</c:v>
                </c:pt>
                <c:pt idx="403">
                  <c:v>4.87102928685</c:v>
                </c:pt>
                <c:pt idx="404">
                  <c:v>4.86243429858</c:v>
                </c:pt>
                <c:pt idx="405">
                  <c:v>4.85366681714</c:v>
                </c:pt>
                <c:pt idx="406">
                  <c:v>4.85684546787</c:v>
                </c:pt>
                <c:pt idx="407">
                  <c:v>4.86643031121</c:v>
                </c:pt>
                <c:pt idx="408">
                  <c:v>4.87597872159</c:v>
                </c:pt>
                <c:pt idx="409">
                  <c:v>4.88038927498</c:v>
                </c:pt>
                <c:pt idx="410">
                  <c:v>4.87078697929</c:v>
                </c:pt>
                <c:pt idx="411">
                  <c:v>4.87714011214</c:v>
                </c:pt>
                <c:pt idx="412">
                  <c:v>4.87259019876</c:v>
                </c:pt>
                <c:pt idx="413">
                  <c:v>4.86812948706</c:v>
                </c:pt>
                <c:pt idx="414">
                  <c:v>4.867946911</c:v>
                </c:pt>
                <c:pt idx="415">
                  <c:v>4.8690821352</c:v>
                </c:pt>
                <c:pt idx="416">
                  <c:v>4.86815769191</c:v>
                </c:pt>
                <c:pt idx="417">
                  <c:v>4.86667765473</c:v>
                </c:pt>
                <c:pt idx="418">
                  <c:v>4.86639092947</c:v>
                </c:pt>
                <c:pt idx="419">
                  <c:v>4.87321733748</c:v>
                </c:pt>
                <c:pt idx="420">
                  <c:v>4.87809410743</c:v>
                </c:pt>
                <c:pt idx="421">
                  <c:v>4.87689541499</c:v>
                </c:pt>
                <c:pt idx="422">
                  <c:v>4.86867119327</c:v>
                </c:pt>
                <c:pt idx="423">
                  <c:v>4.89574066878</c:v>
                </c:pt>
                <c:pt idx="424">
                  <c:v>4.88551513771</c:v>
                </c:pt>
                <c:pt idx="425">
                  <c:v>4.8925422928</c:v>
                </c:pt>
                <c:pt idx="426">
                  <c:v>4.88429287077</c:v>
                </c:pt>
                <c:pt idx="427">
                  <c:v>4.87935143096</c:v>
                </c:pt>
                <c:pt idx="428">
                  <c:v>4.88245447461</c:v>
                </c:pt>
                <c:pt idx="429">
                  <c:v>4.8910302413</c:v>
                </c:pt>
                <c:pt idx="430">
                  <c:v>4.89198023573</c:v>
                </c:pt>
                <c:pt idx="431">
                  <c:v>4.88638512028</c:v>
                </c:pt>
                <c:pt idx="432">
                  <c:v>4.88163289677</c:v>
                </c:pt>
                <c:pt idx="433">
                  <c:v>4.87989206742</c:v>
                </c:pt>
                <c:pt idx="434">
                  <c:v>4.87192716823</c:v>
                </c:pt>
                <c:pt idx="435">
                  <c:v>4.86276469128</c:v>
                </c:pt>
                <c:pt idx="436">
                  <c:v>4.89044683512</c:v>
                </c:pt>
                <c:pt idx="437">
                  <c:v>4.8911451383</c:v>
                </c:pt>
                <c:pt idx="438">
                  <c:v>4.90183254503</c:v>
                </c:pt>
                <c:pt idx="439">
                  <c:v>4.89518903683</c:v>
                </c:pt>
                <c:pt idx="440">
                  <c:v>4.89045543048</c:v>
                </c:pt>
                <c:pt idx="441">
                  <c:v>4.91165403179</c:v>
                </c:pt>
                <c:pt idx="442">
                  <c:v>4.9243989502</c:v>
                </c:pt>
                <c:pt idx="443">
                  <c:v>4.92311686999</c:v>
                </c:pt>
                <c:pt idx="444">
                  <c:v>4.91324078831</c:v>
                </c:pt>
                <c:pt idx="445">
                  <c:v>4.90245724597</c:v>
                </c:pt>
                <c:pt idx="446">
                  <c:v>4.89321719049</c:v>
                </c:pt>
                <c:pt idx="447">
                  <c:v>4.91340838416</c:v>
                </c:pt>
                <c:pt idx="448">
                  <c:v>4.90853115755</c:v>
                </c:pt>
                <c:pt idx="449">
                  <c:v>4.9266259822</c:v>
                </c:pt>
                <c:pt idx="450">
                  <c:v>4.92592532716</c:v>
                </c:pt>
                <c:pt idx="451">
                  <c:v>4.92247988566</c:v>
                </c:pt>
                <c:pt idx="452">
                  <c:v>4.93166866938</c:v>
                </c:pt>
                <c:pt idx="453">
                  <c:v>4.93145340194</c:v>
                </c:pt>
                <c:pt idx="454">
                  <c:v>4.92584341209</c:v>
                </c:pt>
                <c:pt idx="455">
                  <c:v>4.91796216215</c:v>
                </c:pt>
                <c:pt idx="456">
                  <c:v>4.90999016907</c:v>
                </c:pt>
                <c:pt idx="457">
                  <c:v>4.90518241521</c:v>
                </c:pt>
                <c:pt idx="458">
                  <c:v>4.89533712616</c:v>
                </c:pt>
                <c:pt idx="459">
                  <c:v>4.89469019295</c:v>
                </c:pt>
                <c:pt idx="460">
                  <c:v>4.89009717853</c:v>
                </c:pt>
                <c:pt idx="461">
                  <c:v>4.89653557171</c:v>
                </c:pt>
                <c:pt idx="462">
                  <c:v>4.88703371051</c:v>
                </c:pt>
                <c:pt idx="463">
                  <c:v>4.8800013015</c:v>
                </c:pt>
                <c:pt idx="464">
                  <c:v>4.87335267072</c:v>
                </c:pt>
                <c:pt idx="465">
                  <c:v>4.87117682924</c:v>
                </c:pt>
                <c:pt idx="466">
                  <c:v>4.87387344844</c:v>
                </c:pt>
                <c:pt idx="467">
                  <c:v>4.8661991743</c:v>
                </c:pt>
                <c:pt idx="468">
                  <c:v>4.86739367209</c:v>
                </c:pt>
                <c:pt idx="469">
                  <c:v>4.86428011557</c:v>
                </c:pt>
                <c:pt idx="470">
                  <c:v>4.87030443281</c:v>
                </c:pt>
                <c:pt idx="471">
                  <c:v>4.87097665331</c:v>
                </c:pt>
                <c:pt idx="472">
                  <c:v>4.86562534137</c:v>
                </c:pt>
                <c:pt idx="473">
                  <c:v>4.85702894696</c:v>
                </c:pt>
                <c:pt idx="474">
                  <c:v>4.85765919527</c:v>
                </c:pt>
                <c:pt idx="475">
                  <c:v>4.85759411185</c:v>
                </c:pt>
                <c:pt idx="476">
                  <c:v>4.86512529967</c:v>
                </c:pt>
                <c:pt idx="477">
                  <c:v>4.868178729</c:v>
                </c:pt>
                <c:pt idx="478">
                  <c:v>4.8741363358</c:v>
                </c:pt>
                <c:pt idx="479">
                  <c:v>4.86433057985</c:v>
                </c:pt>
                <c:pt idx="480">
                  <c:v>4.86018611587</c:v>
                </c:pt>
                <c:pt idx="481">
                  <c:v>4.86936392864</c:v>
                </c:pt>
                <c:pt idx="482">
                  <c:v>4.86513173046</c:v>
                </c:pt>
                <c:pt idx="483">
                  <c:v>4.85865053553</c:v>
                </c:pt>
                <c:pt idx="484">
                  <c:v>4.85786544892</c:v>
                </c:pt>
                <c:pt idx="485">
                  <c:v>4.87211945687</c:v>
                </c:pt>
                <c:pt idx="486">
                  <c:v>4.87188957362</c:v>
                </c:pt>
                <c:pt idx="487">
                  <c:v>4.87470799011</c:v>
                </c:pt>
                <c:pt idx="488">
                  <c:v>4.86508677403</c:v>
                </c:pt>
                <c:pt idx="489">
                  <c:v>4.87448245651</c:v>
                </c:pt>
                <c:pt idx="490">
                  <c:v>4.87256776297</c:v>
                </c:pt>
                <c:pt idx="491">
                  <c:v>4.86550612591</c:v>
                </c:pt>
                <c:pt idx="492">
                  <c:v>4.8586740571</c:v>
                </c:pt>
                <c:pt idx="493">
                  <c:v>4.85134030617</c:v>
                </c:pt>
                <c:pt idx="494">
                  <c:v>4.86584194862</c:v>
                </c:pt>
                <c:pt idx="495">
                  <c:v>4.8735102004</c:v>
                </c:pt>
                <c:pt idx="496">
                  <c:v>4.87487819945</c:v>
                </c:pt>
                <c:pt idx="497">
                  <c:v>4.87125560542</c:v>
                </c:pt>
                <c:pt idx="498">
                  <c:v>4.88216266531</c:v>
                </c:pt>
                <c:pt idx="499">
                  <c:v>4.88432801158</c:v>
                </c:pt>
                <c:pt idx="500">
                  <c:v>4.8811632294</c:v>
                </c:pt>
                <c:pt idx="501">
                  <c:v>4.8790378554</c:v>
                </c:pt>
                <c:pt idx="502">
                  <c:v>4.87157570243</c:v>
                </c:pt>
                <c:pt idx="503">
                  <c:v>4.86791591513</c:v>
                </c:pt>
                <c:pt idx="504">
                  <c:v>4.86560928337</c:v>
                </c:pt>
                <c:pt idx="505">
                  <c:v>4.86983634644</c:v>
                </c:pt>
                <c:pt idx="506">
                  <c:v>4.87298633095</c:v>
                </c:pt>
                <c:pt idx="507">
                  <c:v>4.87167397559</c:v>
                </c:pt>
                <c:pt idx="508">
                  <c:v>4.86230409702</c:v>
                </c:pt>
                <c:pt idx="509">
                  <c:v>4.86379131979</c:v>
                </c:pt>
                <c:pt idx="510">
                  <c:v>4.85825298856</c:v>
                </c:pt>
                <c:pt idx="511">
                  <c:v>4.87263134291</c:v>
                </c:pt>
                <c:pt idx="512">
                  <c:v>4.86861104885</c:v>
                </c:pt>
                <c:pt idx="513">
                  <c:v>4.87832840289</c:v>
                </c:pt>
                <c:pt idx="514">
                  <c:v>4.87723119252</c:v>
                </c:pt>
                <c:pt idx="515">
                  <c:v>4.86890300593</c:v>
                </c:pt>
                <c:pt idx="516">
                  <c:v>4.86011704959</c:v>
                </c:pt>
                <c:pt idx="517">
                  <c:v>4.85361060139</c:v>
                </c:pt>
                <c:pt idx="518">
                  <c:v>4.85437129944</c:v>
                </c:pt>
                <c:pt idx="519">
                  <c:v>4.85384141368</c:v>
                </c:pt>
                <c:pt idx="520">
                  <c:v>4.85006388355</c:v>
                </c:pt>
                <c:pt idx="521">
                  <c:v>4.85172123147</c:v>
                </c:pt>
                <c:pt idx="522">
                  <c:v>4.84794680551</c:v>
                </c:pt>
                <c:pt idx="523">
                  <c:v>4.86334392371</c:v>
                </c:pt>
                <c:pt idx="524">
                  <c:v>4.85916423615</c:v>
                </c:pt>
                <c:pt idx="525">
                  <c:v>4.87248821851</c:v>
                </c:pt>
                <c:pt idx="526">
                  <c:v>4.86452622481</c:v>
                </c:pt>
                <c:pt idx="527">
                  <c:v>4.86978622673</c:v>
                </c:pt>
                <c:pt idx="528">
                  <c:v>4.89040437022</c:v>
                </c:pt>
                <c:pt idx="529">
                  <c:v>4.88441738761</c:v>
                </c:pt>
                <c:pt idx="530">
                  <c:v>4.88580252621</c:v>
                </c:pt>
                <c:pt idx="531">
                  <c:v>4.88452819308</c:v>
                </c:pt>
                <c:pt idx="532">
                  <c:v>4.88269836529</c:v>
                </c:pt>
                <c:pt idx="533">
                  <c:v>4.87737439961</c:v>
                </c:pt>
                <c:pt idx="534">
                  <c:v>4.89019911677</c:v>
                </c:pt>
                <c:pt idx="535">
                  <c:v>4.89951375886</c:v>
                </c:pt>
                <c:pt idx="536">
                  <c:v>4.90585982818</c:v>
                </c:pt>
                <c:pt idx="537">
                  <c:v>4.90237016496</c:v>
                </c:pt>
                <c:pt idx="538">
                  <c:v>4.90002455674</c:v>
                </c:pt>
                <c:pt idx="539">
                  <c:v>4.89782575444</c:v>
                </c:pt>
                <c:pt idx="540">
                  <c:v>4.89971766179</c:v>
                </c:pt>
                <c:pt idx="541">
                  <c:v>4.89073943053</c:v>
                </c:pt>
                <c:pt idx="542">
                  <c:v>4.88904328255</c:v>
                </c:pt>
                <c:pt idx="543">
                  <c:v>4.88437432971</c:v>
                </c:pt>
                <c:pt idx="544">
                  <c:v>4.89773268712</c:v>
                </c:pt>
                <c:pt idx="545">
                  <c:v>4.903659159</c:v>
                </c:pt>
                <c:pt idx="546">
                  <c:v>4.89892840806</c:v>
                </c:pt>
                <c:pt idx="547">
                  <c:v>4.89164031034</c:v>
                </c:pt>
                <c:pt idx="548">
                  <c:v>4.88330860013</c:v>
                </c:pt>
                <c:pt idx="549">
                  <c:v>4.89348106883</c:v>
                </c:pt>
                <c:pt idx="550">
                  <c:v>4.90087654429</c:v>
                </c:pt>
                <c:pt idx="551">
                  <c:v>4.89219266714</c:v>
                </c:pt>
                <c:pt idx="552">
                  <c:v>4.91108896621</c:v>
                </c:pt>
                <c:pt idx="553">
                  <c:v>4.91970115783</c:v>
                </c:pt>
                <c:pt idx="554">
                  <c:v>4.93160229168</c:v>
                </c:pt>
                <c:pt idx="555">
                  <c:v>4.92571565703</c:v>
                </c:pt>
                <c:pt idx="556">
                  <c:v>4.94451467535</c:v>
                </c:pt>
                <c:pt idx="557">
                  <c:v>4.94997423282</c:v>
                </c:pt>
                <c:pt idx="558">
                  <c:v>4.94307680596</c:v>
                </c:pt>
                <c:pt idx="559">
                  <c:v>4.94554714384</c:v>
                </c:pt>
                <c:pt idx="560">
                  <c:v>4.94335615075</c:v>
                </c:pt>
                <c:pt idx="561">
                  <c:v>4.93611920945</c:v>
                </c:pt>
                <c:pt idx="562">
                  <c:v>4.9343779012</c:v>
                </c:pt>
                <c:pt idx="563">
                  <c:v>4.92829889337</c:v>
                </c:pt>
                <c:pt idx="564">
                  <c:v>4.94736463084</c:v>
                </c:pt>
                <c:pt idx="565">
                  <c:v>4.95471998325</c:v>
                </c:pt>
                <c:pt idx="566">
                  <c:v>4.96416998918</c:v>
                </c:pt>
                <c:pt idx="567">
                  <c:v>4.96163190539</c:v>
                </c:pt>
                <c:pt idx="568">
                  <c:v>4.98073650544</c:v>
                </c:pt>
                <c:pt idx="569">
                  <c:v>4.97868430095</c:v>
                </c:pt>
                <c:pt idx="570">
                  <c:v>4.97292168202</c:v>
                </c:pt>
                <c:pt idx="571">
                  <c:v>4.97275076444</c:v>
                </c:pt>
                <c:pt idx="572">
                  <c:v>4.9786435594</c:v>
                </c:pt>
                <c:pt idx="573">
                  <c:v>4.98041075716</c:v>
                </c:pt>
                <c:pt idx="574">
                  <c:v>4.99946505825</c:v>
                </c:pt>
                <c:pt idx="575">
                  <c:v>4.99165897903</c:v>
                </c:pt>
                <c:pt idx="576">
                  <c:v>4.98672183343</c:v>
                </c:pt>
                <c:pt idx="577">
                  <c:v>4.98073257168</c:v>
                </c:pt>
                <c:pt idx="578">
                  <c:v>4.99841568842</c:v>
                </c:pt>
                <c:pt idx="579">
                  <c:v>4.99204192175</c:v>
                </c:pt>
                <c:pt idx="580">
                  <c:v>4.99211075718</c:v>
                </c:pt>
                <c:pt idx="581">
                  <c:v>4.99540148009</c:v>
                </c:pt>
                <c:pt idx="582">
                  <c:v>4.99067026195</c:v>
                </c:pt>
                <c:pt idx="583">
                  <c:v>4.98735671485</c:v>
                </c:pt>
                <c:pt idx="584">
                  <c:v>4.98077478508</c:v>
                </c:pt>
                <c:pt idx="585">
                  <c:v>4.97838401926</c:v>
                </c:pt>
                <c:pt idx="586">
                  <c:v>4.98349659299</c:v>
                </c:pt>
                <c:pt idx="587">
                  <c:v>4.98183581371</c:v>
                </c:pt>
                <c:pt idx="588">
                  <c:v>4.97742251084</c:v>
                </c:pt>
                <c:pt idx="589">
                  <c:v>4.96963943633</c:v>
                </c:pt>
                <c:pt idx="590">
                  <c:v>4.96227490882</c:v>
                </c:pt>
                <c:pt idx="591">
                  <c:v>4.97230434675</c:v>
                </c:pt>
                <c:pt idx="592">
                  <c:v>4.96890867433</c:v>
                </c:pt>
                <c:pt idx="593">
                  <c:v>4.96424265126</c:v>
                </c:pt>
                <c:pt idx="594">
                  <c:v>4.97531814197</c:v>
                </c:pt>
                <c:pt idx="595">
                  <c:v>4.98100911299</c:v>
                </c:pt>
                <c:pt idx="596">
                  <c:v>4.9764385409</c:v>
                </c:pt>
                <c:pt idx="597">
                  <c:v>4.97398501922</c:v>
                </c:pt>
                <c:pt idx="598">
                  <c:v>4.96800315436</c:v>
                </c:pt>
                <c:pt idx="599">
                  <c:v>4.97001323328</c:v>
                </c:pt>
                <c:pt idx="600">
                  <c:v>4.96794854984</c:v>
                </c:pt>
                <c:pt idx="601">
                  <c:v>4.9609942212</c:v>
                </c:pt>
                <c:pt idx="602">
                  <c:v>4.95280608512</c:v>
                </c:pt>
                <c:pt idx="603">
                  <c:v>4.94545344987</c:v>
                </c:pt>
                <c:pt idx="604">
                  <c:v>4.95278525931</c:v>
                </c:pt>
                <c:pt idx="605">
                  <c:v>4.96796321791</c:v>
                </c:pt>
                <c:pt idx="606">
                  <c:v>4.96325345533</c:v>
                </c:pt>
                <c:pt idx="607">
                  <c:v>4.97783071107</c:v>
                </c:pt>
                <c:pt idx="608">
                  <c:v>4.97358851776</c:v>
                </c:pt>
                <c:pt idx="609">
                  <c:v>4.97834659454</c:v>
                </c:pt>
                <c:pt idx="610">
                  <c:v>4.97118932651</c:v>
                </c:pt>
                <c:pt idx="611">
                  <c:v>4.97176688398</c:v>
                </c:pt>
                <c:pt idx="612">
                  <c:v>4.97028373348</c:v>
                </c:pt>
                <c:pt idx="613">
                  <c:v>4.96245088011</c:v>
                </c:pt>
                <c:pt idx="614">
                  <c:v>4.96776031016</c:v>
                </c:pt>
                <c:pt idx="615">
                  <c:v>4.98057917168</c:v>
                </c:pt>
                <c:pt idx="616">
                  <c:v>4.9753144048</c:v>
                </c:pt>
                <c:pt idx="617">
                  <c:v>4.97604092681</c:v>
                </c:pt>
                <c:pt idx="618">
                  <c:v>4.96820957476</c:v>
                </c:pt>
                <c:pt idx="619">
                  <c:v>4.96328363164</c:v>
                </c:pt>
                <c:pt idx="620">
                  <c:v>4.95943642235</c:v>
                </c:pt>
                <c:pt idx="621">
                  <c:v>4.96482685602</c:v>
                </c:pt>
                <c:pt idx="622">
                  <c:v>4.95813650513</c:v>
                </c:pt>
                <c:pt idx="623">
                  <c:v>4.95898725346</c:v>
                </c:pt>
                <c:pt idx="624">
                  <c:v>4.95704064225</c:v>
                </c:pt>
                <c:pt idx="625">
                  <c:v>4.95918937885</c:v>
                </c:pt>
                <c:pt idx="626">
                  <c:v>4.95728268623</c:v>
                </c:pt>
                <c:pt idx="627">
                  <c:v>4.95552571168</c:v>
                </c:pt>
                <c:pt idx="628">
                  <c:v>4.95059659389</c:v>
                </c:pt>
                <c:pt idx="629">
                  <c:v>4.94999820715</c:v>
                </c:pt>
                <c:pt idx="630">
                  <c:v>4.95809060182</c:v>
                </c:pt>
                <c:pt idx="631">
                  <c:v>4.9523485812</c:v>
                </c:pt>
                <c:pt idx="632">
                  <c:v>4.94943403689</c:v>
                </c:pt>
                <c:pt idx="633">
                  <c:v>4.94517878381</c:v>
                </c:pt>
                <c:pt idx="634">
                  <c:v>4.94439120307</c:v>
                </c:pt>
                <c:pt idx="635">
                  <c:v>4.95708178094</c:v>
                </c:pt>
                <c:pt idx="636">
                  <c:v>4.9530164906</c:v>
                </c:pt>
                <c:pt idx="637">
                  <c:v>4.9522765251</c:v>
                </c:pt>
                <c:pt idx="638">
                  <c:v>4.94597925035</c:v>
                </c:pt>
                <c:pt idx="639">
                  <c:v>4.94219979496</c:v>
                </c:pt>
                <c:pt idx="640">
                  <c:v>4.94067345859</c:v>
                </c:pt>
                <c:pt idx="641">
                  <c:v>4.95071855784</c:v>
                </c:pt>
                <c:pt idx="642">
                  <c:v>4.95571351014</c:v>
                </c:pt>
                <c:pt idx="643">
                  <c:v>4.96461344596</c:v>
                </c:pt>
                <c:pt idx="644">
                  <c:v>4.95989741432</c:v>
                </c:pt>
                <c:pt idx="645">
                  <c:v>4.96318528795</c:v>
                </c:pt>
                <c:pt idx="646">
                  <c:v>4.95757122948</c:v>
                </c:pt>
                <c:pt idx="647">
                  <c:v>4.95735592506</c:v>
                </c:pt>
                <c:pt idx="648">
                  <c:v>4.95690247382</c:v>
                </c:pt>
                <c:pt idx="649">
                  <c:v>4.95404519046</c:v>
                </c:pt>
                <c:pt idx="650">
                  <c:v>4.9515128416</c:v>
                </c:pt>
                <c:pt idx="651">
                  <c:v>4.94617520589</c:v>
                </c:pt>
                <c:pt idx="652">
                  <c:v>4.93860704636</c:v>
                </c:pt>
                <c:pt idx="653">
                  <c:v>4.94021335614</c:v>
                </c:pt>
                <c:pt idx="654">
                  <c:v>4.93574412607</c:v>
                </c:pt>
                <c:pt idx="655">
                  <c:v>4.9373595183</c:v>
                </c:pt>
                <c:pt idx="656">
                  <c:v>4.95177973337</c:v>
                </c:pt>
                <c:pt idx="657">
                  <c:v>4.95241609535</c:v>
                </c:pt>
                <c:pt idx="658">
                  <c:v>4.95027947708</c:v>
                </c:pt>
                <c:pt idx="659">
                  <c:v>4.94680863772</c:v>
                </c:pt>
                <c:pt idx="660">
                  <c:v>4.94304437899</c:v>
                </c:pt>
                <c:pt idx="661">
                  <c:v>4.93974893471</c:v>
                </c:pt>
                <c:pt idx="662">
                  <c:v>4.93295837129</c:v>
                </c:pt>
                <c:pt idx="663">
                  <c:v>4.9379698757</c:v>
                </c:pt>
                <c:pt idx="664">
                  <c:v>4.93269571931</c:v>
                </c:pt>
                <c:pt idx="665">
                  <c:v>4.95066906128</c:v>
                </c:pt>
                <c:pt idx="666">
                  <c:v>4.94537133199</c:v>
                </c:pt>
                <c:pt idx="667">
                  <c:v>4.94002360594</c:v>
                </c:pt>
                <c:pt idx="668">
                  <c:v>4.93820990253</c:v>
                </c:pt>
                <c:pt idx="669">
                  <c:v>4.94222261189</c:v>
                </c:pt>
                <c:pt idx="670">
                  <c:v>4.93582843086</c:v>
                </c:pt>
                <c:pt idx="671">
                  <c:v>4.93802866095</c:v>
                </c:pt>
                <c:pt idx="672">
                  <c:v>4.93496113993</c:v>
                </c:pt>
                <c:pt idx="673">
                  <c:v>4.92802572626</c:v>
                </c:pt>
                <c:pt idx="674">
                  <c:v>4.92107913298</c:v>
                </c:pt>
                <c:pt idx="675">
                  <c:v>4.91528162479</c:v>
                </c:pt>
                <c:pt idx="676">
                  <c:v>4.90878161084</c:v>
                </c:pt>
                <c:pt idx="677">
                  <c:v>4.90216189931</c:v>
                </c:pt>
                <c:pt idx="678">
                  <c:v>4.89586570554</c:v>
                </c:pt>
                <c:pt idx="679">
                  <c:v>4.8956967607</c:v>
                </c:pt>
                <c:pt idx="680">
                  <c:v>4.92656017593</c:v>
                </c:pt>
                <c:pt idx="681">
                  <c:v>4.92123651935</c:v>
                </c:pt>
                <c:pt idx="682">
                  <c:v>4.93552045742</c:v>
                </c:pt>
                <c:pt idx="683">
                  <c:v>4.93917588979</c:v>
                </c:pt>
                <c:pt idx="684">
                  <c:v>4.93316677125</c:v>
                </c:pt>
                <c:pt idx="685">
                  <c:v>4.92917617264</c:v>
                </c:pt>
                <c:pt idx="686">
                  <c:v>4.92315024973</c:v>
                </c:pt>
                <c:pt idx="687">
                  <c:v>4.93846264794</c:v>
                </c:pt>
                <c:pt idx="688">
                  <c:v>4.93376540565</c:v>
                </c:pt>
                <c:pt idx="689">
                  <c:v>4.92760668043</c:v>
                </c:pt>
                <c:pt idx="690">
                  <c:v>4.93066907387</c:v>
                </c:pt>
                <c:pt idx="691">
                  <c:v>4.92845384367</c:v>
                </c:pt>
                <c:pt idx="692">
                  <c:v>4.9335531938</c:v>
                </c:pt>
                <c:pt idx="693">
                  <c:v>4.94450829653</c:v>
                </c:pt>
                <c:pt idx="694">
                  <c:v>4.93992089342</c:v>
                </c:pt>
                <c:pt idx="695">
                  <c:v>4.93666553159</c:v>
                </c:pt>
                <c:pt idx="696">
                  <c:v>4.9311632655</c:v>
                </c:pt>
                <c:pt idx="697">
                  <c:v>4.92617892133</c:v>
                </c:pt>
                <c:pt idx="698">
                  <c:v>4.92341760789</c:v>
                </c:pt>
                <c:pt idx="699">
                  <c:v>4.92027451271</c:v>
                </c:pt>
                <c:pt idx="700">
                  <c:v>4.91337584959</c:v>
                </c:pt>
                <c:pt idx="701">
                  <c:v>4.91077953167</c:v>
                </c:pt>
                <c:pt idx="702">
                  <c:v>4.9072741409</c:v>
                </c:pt>
                <c:pt idx="703">
                  <c:v>4.90571232006</c:v>
                </c:pt>
                <c:pt idx="704">
                  <c:v>4.91992793333</c:v>
                </c:pt>
                <c:pt idx="705">
                  <c:v>4.93136822589</c:v>
                </c:pt>
                <c:pt idx="706">
                  <c:v>4.92971693061</c:v>
                </c:pt>
                <c:pt idx="707">
                  <c:v>4.93944351533</c:v>
                </c:pt>
                <c:pt idx="708">
                  <c:v>4.9346696992</c:v>
                </c:pt>
                <c:pt idx="709">
                  <c:v>4.93485438825</c:v>
                </c:pt>
                <c:pt idx="710">
                  <c:v>4.94404008376</c:v>
                </c:pt>
                <c:pt idx="711">
                  <c:v>4.93865956361</c:v>
                </c:pt>
                <c:pt idx="712">
                  <c:v>4.93305815141</c:v>
                </c:pt>
                <c:pt idx="713">
                  <c:v>4.93378361092</c:v>
                </c:pt>
                <c:pt idx="714">
                  <c:v>4.94384844143</c:v>
                </c:pt>
                <c:pt idx="715">
                  <c:v>4.93742148843</c:v>
                </c:pt>
                <c:pt idx="716">
                  <c:v>4.937221805</c:v>
                </c:pt>
                <c:pt idx="717">
                  <c:v>4.93547973183</c:v>
                </c:pt>
                <c:pt idx="718">
                  <c:v>4.93671036764</c:v>
                </c:pt>
                <c:pt idx="719">
                  <c:v>4.93402623075</c:v>
                </c:pt>
                <c:pt idx="720">
                  <c:v>4.92895666007</c:v>
                </c:pt>
                <c:pt idx="721">
                  <c:v>4.92365933885</c:v>
                </c:pt>
                <c:pt idx="722">
                  <c:v>4.92971032822</c:v>
                </c:pt>
                <c:pt idx="723">
                  <c:v>4.93339734195</c:v>
                </c:pt>
                <c:pt idx="724">
                  <c:v>4.93141652663</c:v>
                </c:pt>
                <c:pt idx="725">
                  <c:v>4.92814854039</c:v>
                </c:pt>
                <c:pt idx="726">
                  <c:v>4.93017782641</c:v>
                </c:pt>
                <c:pt idx="727">
                  <c:v>4.9364595116</c:v>
                </c:pt>
                <c:pt idx="728">
                  <c:v>4.9341515978</c:v>
                </c:pt>
                <c:pt idx="729">
                  <c:v>4.93251579086</c:v>
                </c:pt>
                <c:pt idx="730">
                  <c:v>4.93633235227</c:v>
                </c:pt>
                <c:pt idx="731">
                  <c:v>4.93185571526</c:v>
                </c:pt>
                <c:pt idx="732">
                  <c:v>4.92600440692</c:v>
                </c:pt>
                <c:pt idx="733">
                  <c:v>4.92469120121</c:v>
                </c:pt>
                <c:pt idx="734">
                  <c:v>4.9310512934</c:v>
                </c:pt>
                <c:pt idx="735">
                  <c:v>4.92539533593</c:v>
                </c:pt>
                <c:pt idx="736">
                  <c:v>4.92182822953</c:v>
                </c:pt>
                <c:pt idx="737">
                  <c:v>4.91762170505</c:v>
                </c:pt>
                <c:pt idx="738">
                  <c:v>4.92512449002</c:v>
                </c:pt>
                <c:pt idx="739">
                  <c:v>4.92873026092</c:v>
                </c:pt>
                <c:pt idx="740">
                  <c:v>4.92779355198</c:v>
                </c:pt>
                <c:pt idx="741">
                  <c:v>4.92563426734</c:v>
                </c:pt>
                <c:pt idx="742">
                  <c:v>4.93812398965</c:v>
                </c:pt>
                <c:pt idx="743">
                  <c:v>4.96714532284</c:v>
                </c:pt>
                <c:pt idx="744">
                  <c:v>4.97898169587</c:v>
                </c:pt>
                <c:pt idx="745">
                  <c:v>4.97681709235</c:v>
                </c:pt>
                <c:pt idx="746">
                  <c:v>4.97190350909</c:v>
                </c:pt>
                <c:pt idx="747">
                  <c:v>4.97908766376</c:v>
                </c:pt>
                <c:pt idx="748">
                  <c:v>4.97946763298</c:v>
                </c:pt>
                <c:pt idx="749">
                  <c:v>4.98012489773</c:v>
                </c:pt>
                <c:pt idx="750">
                  <c:v>4.97358699853</c:v>
                </c:pt>
                <c:pt idx="751">
                  <c:v>4.96707080866</c:v>
                </c:pt>
                <c:pt idx="752">
                  <c:v>4.97197089239</c:v>
                </c:pt>
                <c:pt idx="753">
                  <c:v>4.98311392619</c:v>
                </c:pt>
                <c:pt idx="754">
                  <c:v>4.9843839379</c:v>
                </c:pt>
                <c:pt idx="755">
                  <c:v>4.97880370682</c:v>
                </c:pt>
                <c:pt idx="756">
                  <c:v>4.9753547073</c:v>
                </c:pt>
                <c:pt idx="757">
                  <c:v>4.97401766441</c:v>
                </c:pt>
                <c:pt idx="758">
                  <c:v>4.97195911706</c:v>
                </c:pt>
                <c:pt idx="759">
                  <c:v>4.97214075706</c:v>
                </c:pt>
                <c:pt idx="760">
                  <c:v>4.96753026111</c:v>
                </c:pt>
                <c:pt idx="761">
                  <c:v>4.97084845009</c:v>
                </c:pt>
                <c:pt idx="762">
                  <c:v>4.96537580462</c:v>
                </c:pt>
                <c:pt idx="763">
                  <c:v>4.96333794786</c:v>
                </c:pt>
                <c:pt idx="764">
                  <c:v>4.96372994502</c:v>
                </c:pt>
                <c:pt idx="765">
                  <c:v>4.95963520783</c:v>
                </c:pt>
                <c:pt idx="766">
                  <c:v>4.95528464299</c:v>
                </c:pt>
                <c:pt idx="767">
                  <c:v>4.95646163612</c:v>
                </c:pt>
                <c:pt idx="768">
                  <c:v>4.95376871064</c:v>
                </c:pt>
                <c:pt idx="769">
                  <c:v>4.96062089867</c:v>
                </c:pt>
                <c:pt idx="770">
                  <c:v>4.97770550196</c:v>
                </c:pt>
                <c:pt idx="771">
                  <c:v>4.97192323004</c:v>
                </c:pt>
                <c:pt idx="772">
                  <c:v>4.98678057074</c:v>
                </c:pt>
                <c:pt idx="773">
                  <c:v>4.98524107137</c:v>
                </c:pt>
                <c:pt idx="774">
                  <c:v>4.97996722717</c:v>
                </c:pt>
                <c:pt idx="775">
                  <c:v>4.97387035957</c:v>
                </c:pt>
                <c:pt idx="776">
                  <c:v>4.96852734774</c:v>
                </c:pt>
                <c:pt idx="777">
                  <c:v>4.96271930158</c:v>
                </c:pt>
                <c:pt idx="778">
                  <c:v>4.95948240782</c:v>
                </c:pt>
                <c:pt idx="779">
                  <c:v>4.96050239356</c:v>
                </c:pt>
                <c:pt idx="780">
                  <c:v>4.95877771886</c:v>
                </c:pt>
                <c:pt idx="781">
                  <c:v>4.95510777331</c:v>
                </c:pt>
                <c:pt idx="782">
                  <c:v>4.95369479898</c:v>
                </c:pt>
                <c:pt idx="783">
                  <c:v>4.95385433447</c:v>
                </c:pt>
                <c:pt idx="784">
                  <c:v>4.94755931743</c:v>
                </c:pt>
                <c:pt idx="785">
                  <c:v>4.94402401371</c:v>
                </c:pt>
                <c:pt idx="786">
                  <c:v>4.94005110424</c:v>
                </c:pt>
                <c:pt idx="787">
                  <c:v>4.94097512455</c:v>
                </c:pt>
                <c:pt idx="788">
                  <c:v>4.93830446164</c:v>
                </c:pt>
                <c:pt idx="789">
                  <c:v>4.93508481447</c:v>
                </c:pt>
                <c:pt idx="790">
                  <c:v>4.93058959812</c:v>
                </c:pt>
                <c:pt idx="791">
                  <c:v>4.92535939759</c:v>
                </c:pt>
                <c:pt idx="792">
                  <c:v>4.9209698708</c:v>
                </c:pt>
                <c:pt idx="793">
                  <c:v>4.91577040699</c:v>
                </c:pt>
                <c:pt idx="794">
                  <c:v>4.91117434847</c:v>
                </c:pt>
                <c:pt idx="795">
                  <c:v>4.91092542899</c:v>
                </c:pt>
                <c:pt idx="796">
                  <c:v>4.90653722109</c:v>
                </c:pt>
                <c:pt idx="797">
                  <c:v>4.90343597336</c:v>
                </c:pt>
                <c:pt idx="798">
                  <c:v>4.90903222883</c:v>
                </c:pt>
                <c:pt idx="799">
                  <c:v>4.90605742597</c:v>
                </c:pt>
                <c:pt idx="800">
                  <c:v>4.90040617791</c:v>
                </c:pt>
                <c:pt idx="801">
                  <c:v>4.89652246716</c:v>
                </c:pt>
                <c:pt idx="802">
                  <c:v>4.9076755231</c:v>
                </c:pt>
                <c:pt idx="803">
                  <c:v>4.91646511958</c:v>
                </c:pt>
                <c:pt idx="804">
                  <c:v>4.91741896452</c:v>
                </c:pt>
                <c:pt idx="805">
                  <c:v>4.91475949178</c:v>
                </c:pt>
                <c:pt idx="806">
                  <c:v>4.91525234301</c:v>
                </c:pt>
                <c:pt idx="807">
                  <c:v>4.91366936144</c:v>
                </c:pt>
                <c:pt idx="808">
                  <c:v>4.91413942684</c:v>
                </c:pt>
                <c:pt idx="809">
                  <c:v>4.92025905922</c:v>
                </c:pt>
                <c:pt idx="810">
                  <c:v>4.91610914448</c:v>
                </c:pt>
                <c:pt idx="811">
                  <c:v>4.91331486607</c:v>
                </c:pt>
                <c:pt idx="812">
                  <c:v>4.91488419296</c:v>
                </c:pt>
                <c:pt idx="813">
                  <c:v>4.91039978577</c:v>
                </c:pt>
                <c:pt idx="814">
                  <c:v>4.90563201959</c:v>
                </c:pt>
                <c:pt idx="815">
                  <c:v>4.90078906109</c:v>
                </c:pt>
                <c:pt idx="816">
                  <c:v>4.8989266565</c:v>
                </c:pt>
                <c:pt idx="817">
                  <c:v>4.90524539828</c:v>
                </c:pt>
                <c:pt idx="818">
                  <c:v>4.90619263961</c:v>
                </c:pt>
                <c:pt idx="819">
                  <c:v>4.90398895443</c:v>
                </c:pt>
                <c:pt idx="820">
                  <c:v>4.90284463682</c:v>
                </c:pt>
                <c:pt idx="821">
                  <c:v>4.91074674983</c:v>
                </c:pt>
                <c:pt idx="822">
                  <c:v>4.90536482373</c:v>
                </c:pt>
                <c:pt idx="823">
                  <c:v>4.91054869055</c:v>
                </c:pt>
                <c:pt idx="824">
                  <c:v>4.91443880695</c:v>
                </c:pt>
                <c:pt idx="825">
                  <c:v>4.9090606336</c:v>
                </c:pt>
                <c:pt idx="826">
                  <c:v>4.90798953235</c:v>
                </c:pt>
                <c:pt idx="827">
                  <c:v>4.90904447665</c:v>
                </c:pt>
                <c:pt idx="828">
                  <c:v>4.91801239258</c:v>
                </c:pt>
                <c:pt idx="829">
                  <c:v>4.91354344337</c:v>
                </c:pt>
                <c:pt idx="830">
                  <c:v>4.91452186254</c:v>
                </c:pt>
                <c:pt idx="831">
                  <c:v>4.91388122468</c:v>
                </c:pt>
                <c:pt idx="832">
                  <c:v>4.91288747267</c:v>
                </c:pt>
                <c:pt idx="833">
                  <c:v>4.90730851578</c:v>
                </c:pt>
                <c:pt idx="834">
                  <c:v>4.90675078314</c:v>
                </c:pt>
                <c:pt idx="835">
                  <c:v>4.90361295702</c:v>
                </c:pt>
                <c:pt idx="836">
                  <c:v>4.900746687</c:v>
                </c:pt>
                <c:pt idx="837">
                  <c:v>4.90298560434</c:v>
                </c:pt>
                <c:pt idx="838">
                  <c:v>4.8985210495</c:v>
                </c:pt>
                <c:pt idx="839">
                  <c:v>4.89308258426</c:v>
                </c:pt>
                <c:pt idx="840">
                  <c:v>4.91070025189</c:v>
                </c:pt>
                <c:pt idx="841">
                  <c:v>4.90652191561</c:v>
                </c:pt>
                <c:pt idx="842">
                  <c:v>4.90122489007</c:v>
                </c:pt>
                <c:pt idx="843">
                  <c:v>4.90195001341</c:v>
                </c:pt>
                <c:pt idx="844">
                  <c:v>4.89771888295</c:v>
                </c:pt>
                <c:pt idx="845">
                  <c:v>4.89440156433</c:v>
                </c:pt>
                <c:pt idx="846">
                  <c:v>4.89975144514</c:v>
                </c:pt>
                <c:pt idx="847">
                  <c:v>4.90062505368</c:v>
                </c:pt>
                <c:pt idx="848">
                  <c:v>4.90677688941</c:v>
                </c:pt>
                <c:pt idx="849">
                  <c:v>4.90178532128</c:v>
                </c:pt>
                <c:pt idx="850">
                  <c:v>4.90239719453</c:v>
                </c:pt>
                <c:pt idx="851">
                  <c:v>4.90040408384</c:v>
                </c:pt>
                <c:pt idx="852">
                  <c:v>4.90386896812</c:v>
                </c:pt>
                <c:pt idx="853">
                  <c:v>4.90734820157</c:v>
                </c:pt>
                <c:pt idx="854">
                  <c:v>4.91747261181</c:v>
                </c:pt>
                <c:pt idx="855">
                  <c:v>4.92048779917</c:v>
                </c:pt>
                <c:pt idx="856">
                  <c:v>4.91590948176</c:v>
                </c:pt>
                <c:pt idx="857">
                  <c:v>4.92088049713</c:v>
                </c:pt>
                <c:pt idx="858">
                  <c:v>4.92048877182</c:v>
                </c:pt>
                <c:pt idx="859">
                  <c:v>4.91627230732</c:v>
                </c:pt>
                <c:pt idx="860">
                  <c:v>4.922982319</c:v>
                </c:pt>
                <c:pt idx="861">
                  <c:v>4.92611896481</c:v>
                </c:pt>
                <c:pt idx="862">
                  <c:v>4.92045220979</c:v>
                </c:pt>
                <c:pt idx="863">
                  <c:v>4.91543143994</c:v>
                </c:pt>
                <c:pt idx="864">
                  <c:v>4.91341071146</c:v>
                </c:pt>
                <c:pt idx="865">
                  <c:v>4.91249515782</c:v>
                </c:pt>
                <c:pt idx="866">
                  <c:v>4.90814831147</c:v>
                </c:pt>
                <c:pt idx="867">
                  <c:v>4.91407731804</c:v>
                </c:pt>
                <c:pt idx="868">
                  <c:v>4.91670019668</c:v>
                </c:pt>
                <c:pt idx="869">
                  <c:v>4.92118040242</c:v>
                </c:pt>
                <c:pt idx="870">
                  <c:v>4.91885685708</c:v>
                </c:pt>
                <c:pt idx="871">
                  <c:v>4.91703275336</c:v>
                </c:pt>
                <c:pt idx="872">
                  <c:v>4.91354318964</c:v>
                </c:pt>
                <c:pt idx="873">
                  <c:v>4.91301685009</c:v>
                </c:pt>
                <c:pt idx="874">
                  <c:v>4.90847418859</c:v>
                </c:pt>
                <c:pt idx="875">
                  <c:v>4.91747041516</c:v>
                </c:pt>
                <c:pt idx="876">
                  <c:v>4.91342850605</c:v>
                </c:pt>
                <c:pt idx="877">
                  <c:v>4.92679116591</c:v>
                </c:pt>
                <c:pt idx="878">
                  <c:v>4.9235758628</c:v>
                </c:pt>
                <c:pt idx="879">
                  <c:v>4.91845405267</c:v>
                </c:pt>
                <c:pt idx="880">
                  <c:v>4.91412846201</c:v>
                </c:pt>
                <c:pt idx="881">
                  <c:v>4.9276116293</c:v>
                </c:pt>
                <c:pt idx="882">
                  <c:v>4.9380732985</c:v>
                </c:pt>
                <c:pt idx="883">
                  <c:v>4.93870984003</c:v>
                </c:pt>
                <c:pt idx="884">
                  <c:v>4.93993910797</c:v>
                </c:pt>
                <c:pt idx="885">
                  <c:v>4.93903198051</c:v>
                </c:pt>
                <c:pt idx="886">
                  <c:v>4.93877991097</c:v>
                </c:pt>
                <c:pt idx="887">
                  <c:v>4.93430215677</c:v>
                </c:pt>
                <c:pt idx="888">
                  <c:v>4.9290732591</c:v>
                </c:pt>
                <c:pt idx="889">
                  <c:v>4.92767139353</c:v>
                </c:pt>
                <c:pt idx="890">
                  <c:v>4.92254613789</c:v>
                </c:pt>
                <c:pt idx="891">
                  <c:v>4.92401735866</c:v>
                </c:pt>
                <c:pt idx="892">
                  <c:v>4.93214425645</c:v>
                </c:pt>
                <c:pt idx="893">
                  <c:v>4.93345073437</c:v>
                </c:pt>
                <c:pt idx="894">
                  <c:v>4.93171080092</c:v>
                </c:pt>
                <c:pt idx="895">
                  <c:v>4.92637619358</c:v>
                </c:pt>
                <c:pt idx="896">
                  <c:v>4.92691644501</c:v>
                </c:pt>
                <c:pt idx="897">
                  <c:v>4.92304805891</c:v>
                </c:pt>
                <c:pt idx="898">
                  <c:v>4.92948266933</c:v>
                </c:pt>
                <c:pt idx="899">
                  <c:v>4.92683583036</c:v>
                </c:pt>
                <c:pt idx="900">
                  <c:v>4.9231644365</c:v>
                </c:pt>
                <c:pt idx="901">
                  <c:v>4.92091556859</c:v>
                </c:pt>
                <c:pt idx="902">
                  <c:v>4.91990251967</c:v>
                </c:pt>
                <c:pt idx="903">
                  <c:v>4.91577099258</c:v>
                </c:pt>
                <c:pt idx="904">
                  <c:v>4.91221517863</c:v>
                </c:pt>
                <c:pt idx="905">
                  <c:v>4.91113507502</c:v>
                </c:pt>
                <c:pt idx="906">
                  <c:v>4.91734308936</c:v>
                </c:pt>
                <c:pt idx="907">
                  <c:v>4.91233099786</c:v>
                </c:pt>
                <c:pt idx="908">
                  <c:v>4.91150783869</c:v>
                </c:pt>
                <c:pt idx="909">
                  <c:v>4.90843057832</c:v>
                </c:pt>
                <c:pt idx="910">
                  <c:v>4.90832828423</c:v>
                </c:pt>
                <c:pt idx="911">
                  <c:v>4.9057445921</c:v>
                </c:pt>
                <c:pt idx="912">
                  <c:v>4.90221480354</c:v>
                </c:pt>
                <c:pt idx="913">
                  <c:v>4.8998001133</c:v>
                </c:pt>
                <c:pt idx="914">
                  <c:v>4.89777563643</c:v>
                </c:pt>
                <c:pt idx="915">
                  <c:v>4.89453983833</c:v>
                </c:pt>
                <c:pt idx="916">
                  <c:v>4.89107397503</c:v>
                </c:pt>
                <c:pt idx="917">
                  <c:v>4.88599097127</c:v>
                </c:pt>
                <c:pt idx="918">
                  <c:v>4.8886472622</c:v>
                </c:pt>
                <c:pt idx="919">
                  <c:v>4.88907764106</c:v>
                </c:pt>
                <c:pt idx="920">
                  <c:v>4.89076550387</c:v>
                </c:pt>
                <c:pt idx="921">
                  <c:v>4.88658196739</c:v>
                </c:pt>
                <c:pt idx="922">
                  <c:v>4.89061408591</c:v>
                </c:pt>
                <c:pt idx="923">
                  <c:v>4.88651760399</c:v>
                </c:pt>
                <c:pt idx="924">
                  <c:v>4.88873187109</c:v>
                </c:pt>
                <c:pt idx="925">
                  <c:v>4.88697222085</c:v>
                </c:pt>
                <c:pt idx="926">
                  <c:v>4.8931069911</c:v>
                </c:pt>
                <c:pt idx="927">
                  <c:v>4.89284415201</c:v>
                </c:pt>
                <c:pt idx="928">
                  <c:v>4.89167073463</c:v>
                </c:pt>
                <c:pt idx="929">
                  <c:v>4.88739113736</c:v>
                </c:pt>
                <c:pt idx="930">
                  <c:v>4.90394662749</c:v>
                </c:pt>
                <c:pt idx="931">
                  <c:v>4.90110540008</c:v>
                </c:pt>
                <c:pt idx="932">
                  <c:v>4.90239806634</c:v>
                </c:pt>
                <c:pt idx="933">
                  <c:v>4.89941732702</c:v>
                </c:pt>
                <c:pt idx="934">
                  <c:v>4.90358566883</c:v>
                </c:pt>
                <c:pt idx="935">
                  <c:v>4.91861695517</c:v>
                </c:pt>
                <c:pt idx="936">
                  <c:v>4.91379662112</c:v>
                </c:pt>
                <c:pt idx="937">
                  <c:v>4.91951555549</c:v>
                </c:pt>
                <c:pt idx="938">
                  <c:v>4.92051789434</c:v>
                </c:pt>
                <c:pt idx="939">
                  <c:v>4.91724819945</c:v>
                </c:pt>
                <c:pt idx="940">
                  <c:v>4.91901790332</c:v>
                </c:pt>
                <c:pt idx="941">
                  <c:v>4.91817207702</c:v>
                </c:pt>
                <c:pt idx="942">
                  <c:v>4.91748105508</c:v>
                </c:pt>
                <c:pt idx="943">
                  <c:v>4.91831034053</c:v>
                </c:pt>
                <c:pt idx="944">
                  <c:v>4.91354844474</c:v>
                </c:pt>
                <c:pt idx="945">
                  <c:v>4.91124073133</c:v>
                </c:pt>
                <c:pt idx="946">
                  <c:v>4.90779576491</c:v>
                </c:pt>
                <c:pt idx="947">
                  <c:v>4.90639786834</c:v>
                </c:pt>
                <c:pt idx="948">
                  <c:v>4.90533981058</c:v>
                </c:pt>
                <c:pt idx="949">
                  <c:v>4.90685424916</c:v>
                </c:pt>
                <c:pt idx="950">
                  <c:v>4.92561593308</c:v>
                </c:pt>
                <c:pt idx="951">
                  <c:v>4.92074487807</c:v>
                </c:pt>
                <c:pt idx="952">
                  <c:v>4.91675920799</c:v>
                </c:pt>
                <c:pt idx="953">
                  <c:v>4.91861619315</c:v>
                </c:pt>
                <c:pt idx="954">
                  <c:v>4.91619247815</c:v>
                </c:pt>
                <c:pt idx="955">
                  <c:v>4.9123546483</c:v>
                </c:pt>
                <c:pt idx="956">
                  <c:v>4.91502644626</c:v>
                </c:pt>
                <c:pt idx="957">
                  <c:v>4.91155513626</c:v>
                </c:pt>
                <c:pt idx="958">
                  <c:v>4.90769863859</c:v>
                </c:pt>
                <c:pt idx="959">
                  <c:v>4.90605638346</c:v>
                </c:pt>
                <c:pt idx="960">
                  <c:v>4.90114873425</c:v>
                </c:pt>
                <c:pt idx="961">
                  <c:v>4.89614899333</c:v>
                </c:pt>
                <c:pt idx="962">
                  <c:v>4.89541441714</c:v>
                </c:pt>
                <c:pt idx="963">
                  <c:v>4.89757524887</c:v>
                </c:pt>
                <c:pt idx="964">
                  <c:v>4.89461233584</c:v>
                </c:pt>
                <c:pt idx="965">
                  <c:v>4.89001355408</c:v>
                </c:pt>
                <c:pt idx="966">
                  <c:v>4.88819107196</c:v>
                </c:pt>
                <c:pt idx="967">
                  <c:v>4.89114608453</c:v>
                </c:pt>
                <c:pt idx="968">
                  <c:v>4.88790811126</c:v>
                </c:pt>
                <c:pt idx="969">
                  <c:v>4.88334687782</c:v>
                </c:pt>
                <c:pt idx="970">
                  <c:v>4.8800902545</c:v>
                </c:pt>
                <c:pt idx="971">
                  <c:v>4.87670070697</c:v>
                </c:pt>
                <c:pt idx="972">
                  <c:v>4.87450686492</c:v>
                </c:pt>
                <c:pt idx="973">
                  <c:v>4.87515839561</c:v>
                </c:pt>
                <c:pt idx="974">
                  <c:v>4.87583698746</c:v>
                </c:pt>
                <c:pt idx="975">
                  <c:v>4.87382095102</c:v>
                </c:pt>
                <c:pt idx="976">
                  <c:v>4.86920088094</c:v>
                </c:pt>
                <c:pt idx="977">
                  <c:v>4.87061652941</c:v>
                </c:pt>
                <c:pt idx="978">
                  <c:v>4.86572973465</c:v>
                </c:pt>
                <c:pt idx="979">
                  <c:v>4.86134519348</c:v>
                </c:pt>
                <c:pt idx="980">
                  <c:v>4.85688467683</c:v>
                </c:pt>
                <c:pt idx="981">
                  <c:v>4.85279754982</c:v>
                </c:pt>
                <c:pt idx="982">
                  <c:v>4.84811217551</c:v>
                </c:pt>
                <c:pt idx="983">
                  <c:v>4.85288547587</c:v>
                </c:pt>
                <c:pt idx="984">
                  <c:v>4.85010260119</c:v>
                </c:pt>
                <c:pt idx="985">
                  <c:v>4.84878393192</c:v>
                </c:pt>
                <c:pt idx="986">
                  <c:v>4.84882718444</c:v>
                </c:pt>
                <c:pt idx="987">
                  <c:v>4.86246515811</c:v>
                </c:pt>
                <c:pt idx="988">
                  <c:v>4.85940097172</c:v>
                </c:pt>
                <c:pt idx="989">
                  <c:v>4.85590981053</c:v>
                </c:pt>
                <c:pt idx="990">
                  <c:v>4.85560434664</c:v>
                </c:pt>
                <c:pt idx="991">
                  <c:v>4.85103992847</c:v>
                </c:pt>
                <c:pt idx="992">
                  <c:v>4.85048226128</c:v>
                </c:pt>
                <c:pt idx="993">
                  <c:v>4.84634750705</c:v>
                </c:pt>
                <c:pt idx="994">
                  <c:v>4.84715426491</c:v>
                </c:pt>
                <c:pt idx="995">
                  <c:v>4.85410952227</c:v>
                </c:pt>
                <c:pt idx="996">
                  <c:v>4.85198972921</c:v>
                </c:pt>
                <c:pt idx="997">
                  <c:v>4.84804411877</c:v>
                </c:pt>
                <c:pt idx="998">
                  <c:v>4.84574860044</c:v>
                </c:pt>
                <c:pt idx="999">
                  <c:v>4.84726285186</c:v>
                </c:pt>
              </c:numCache>
            </c:numRef>
          </c:yVal>
          <c:smooth val="0"/>
        </c:ser>
        <c:ser>
          <c:idx val="2"/>
          <c:order val="2"/>
          <c:tx>
            <c:v>Dataset 3</c:v>
          </c:tx>
          <c:spPr>
            <a:solidFill xmlns:a="http://schemas.openxmlformats.org/drawingml/2006/main">
              <a:srgbClr val="007D80"/>
            </a:solidFill>
            <a:ln xmlns:a="http://schemas.openxmlformats.org/drawingml/2006/main" w="33338">
              <a:solidFill>
                <a:srgbClr val="007D80"/>
              </a:solidFill>
              <a:prstDash val="dashDot"/>
            </a:ln>
          </c:spPr>
          <c:marker>
            <c:symbol val="none"/>
          </c:marker>
          <c:xVal>
            <c:numRef>
              <c:f>'Chart Data'!$E$2:$E$1001</c:f>
              <c:numCache>
                <c:formatCode>General</c:formatCode>
                <c:ptCount val="1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</c:numCache>
            </c:numRef>
          </c:xVal>
          <c:yVal>
            <c:numRef>
              <c:f>'Chart Data'!$F$2:$F$1001</c:f>
              <c:numCache>
                <c:formatCode>0</c:formatCode>
                <c:ptCount val="1000"/>
                <c:pt idx="0">
                  <c:v>10.4468962795</c:v>
                </c:pt>
                <c:pt idx="1">
                  <c:v>6.45782450487</c:v>
                </c:pt>
                <c:pt idx="2">
                  <c:v>7.22859206483</c:v>
                </c:pt>
                <c:pt idx="3">
                  <c:v>5.8382842113</c:v>
                </c:pt>
                <c:pt idx="4">
                  <c:v>5.26111021955</c:v>
                </c:pt>
                <c:pt idx="5">
                  <c:v>4.45269170426</c:v>
                </c:pt>
                <c:pt idx="6">
                  <c:v>4.87252175215</c:v>
                </c:pt>
                <c:pt idx="7">
                  <c:v>5.03098711399</c:v>
                </c:pt>
                <c:pt idx="8">
                  <c:v>4.78635007192</c:v>
                </c:pt>
                <c:pt idx="9">
                  <c:v>5.05316466213</c:v>
                </c:pt>
                <c:pt idx="10">
                  <c:v>4.85979188326</c:v>
                </c:pt>
                <c:pt idx="11">
                  <c:v>5.04364678214</c:v>
                </c:pt>
                <c:pt idx="12">
                  <c:v>5.78068276725</c:v>
                </c:pt>
                <c:pt idx="13">
                  <c:v>5.5571439651</c:v>
                </c:pt>
                <c:pt idx="14">
                  <c:v>5.40232408763</c:v>
                </c:pt>
                <c:pt idx="15">
                  <c:v>5.15187428355</c:v>
                </c:pt>
                <c:pt idx="16">
                  <c:v>5.44025830597</c:v>
                </c:pt>
                <c:pt idx="17">
                  <c:v>5.64297794677</c:v>
                </c:pt>
                <c:pt idx="18">
                  <c:v>5.93407425034</c:v>
                </c:pt>
                <c:pt idx="19">
                  <c:v>5.92462077413</c:v>
                </c:pt>
                <c:pt idx="20">
                  <c:v>6.16660353244</c:v>
                </c:pt>
                <c:pt idx="21">
                  <c:v>5.92846542091</c:v>
                </c:pt>
                <c:pt idx="22">
                  <c:v>5.90820138805</c:v>
                </c:pt>
                <c:pt idx="23">
                  <c:v>6.33252026741</c:v>
                </c:pt>
                <c:pt idx="24">
                  <c:v>6.16910932814</c:v>
                </c:pt>
                <c:pt idx="25">
                  <c:v>5.95938317294</c:v>
                </c:pt>
                <c:pt idx="26">
                  <c:v>6.00569268976</c:v>
                </c:pt>
                <c:pt idx="27">
                  <c:v>6.46439276995</c:v>
                </c:pt>
                <c:pt idx="28">
                  <c:v>6.26523014128</c:v>
                </c:pt>
                <c:pt idx="29">
                  <c:v>6.3587634616</c:v>
                </c:pt>
                <c:pt idx="30">
                  <c:v>6.22653510782</c:v>
                </c:pt>
                <c:pt idx="31">
                  <c:v>6.53441732325</c:v>
                </c:pt>
                <c:pt idx="32">
                  <c:v>6.3604441246</c:v>
                </c:pt>
                <c:pt idx="33">
                  <c:v>6.35227688865</c:v>
                </c:pt>
                <c:pt idx="34">
                  <c:v>6.2733139468</c:v>
                </c:pt>
                <c:pt idx="35">
                  <c:v>6.16455021266</c:v>
                </c:pt>
                <c:pt idx="36">
                  <c:v>6.0228604992</c:v>
                </c:pt>
                <c:pt idx="37">
                  <c:v>5.91064820995</c:v>
                </c:pt>
                <c:pt idx="38">
                  <c:v>6.08852232989</c:v>
                </c:pt>
                <c:pt idx="39">
                  <c:v>6.14753093752</c:v>
                </c:pt>
                <c:pt idx="40">
                  <c:v>6.02957902002</c:v>
                </c:pt>
                <c:pt idx="41">
                  <c:v>5.92156942445</c:v>
                </c:pt>
                <c:pt idx="42">
                  <c:v>5.810506747</c:v>
                </c:pt>
                <c:pt idx="43">
                  <c:v>5.77092572813</c:v>
                </c:pt>
                <c:pt idx="44">
                  <c:v>5.73377515439</c:v>
                </c:pt>
                <c:pt idx="45">
                  <c:v>5.99288966144</c:v>
                </c:pt>
                <c:pt idx="46">
                  <c:v>5.96619325662</c:v>
                </c:pt>
                <c:pt idx="47">
                  <c:v>6.12054270813</c:v>
                </c:pt>
                <c:pt idx="48">
                  <c:v>6.14451402942</c:v>
                </c:pt>
                <c:pt idx="49">
                  <c:v>6.06420100597</c:v>
                </c:pt>
                <c:pt idx="50">
                  <c:v>5.95938504191</c:v>
                </c:pt>
                <c:pt idx="51">
                  <c:v>5.91409800687</c:v>
                </c:pt>
                <c:pt idx="52">
                  <c:v>5.92369719463</c:v>
                </c:pt>
                <c:pt idx="53">
                  <c:v>5.90082655973</c:v>
                </c:pt>
                <c:pt idx="54">
                  <c:v>5.92391857197</c:v>
                </c:pt>
                <c:pt idx="55">
                  <c:v>5.88331210223</c:v>
                </c:pt>
                <c:pt idx="56">
                  <c:v>5.78984137362</c:v>
                </c:pt>
                <c:pt idx="57">
                  <c:v>5.78561969746</c:v>
                </c:pt>
                <c:pt idx="58">
                  <c:v>5.79652608962</c:v>
                </c:pt>
                <c:pt idx="59">
                  <c:v>5.72873289594</c:v>
                </c:pt>
                <c:pt idx="60">
                  <c:v>5.84390479647</c:v>
                </c:pt>
                <c:pt idx="61">
                  <c:v>5.76239190838</c:v>
                </c:pt>
                <c:pt idx="62">
                  <c:v>5.70929139804</c:v>
                </c:pt>
                <c:pt idx="63">
                  <c:v>5.63082528294</c:v>
                </c:pt>
                <c:pt idx="64">
                  <c:v>5.633485442</c:v>
                </c:pt>
                <c:pt idx="65">
                  <c:v>5.59478768816</c:v>
                </c:pt>
                <c:pt idx="66">
                  <c:v>5.77347325422</c:v>
                </c:pt>
                <c:pt idx="67">
                  <c:v>5.72305290246</c:v>
                </c:pt>
                <c:pt idx="68">
                  <c:v>5.65079465717</c:v>
                </c:pt>
                <c:pt idx="69">
                  <c:v>5.68830898028</c:v>
                </c:pt>
                <c:pt idx="70">
                  <c:v>5.70263172795</c:v>
                </c:pt>
                <c:pt idx="71">
                  <c:v>5.73900601795</c:v>
                </c:pt>
                <c:pt idx="72">
                  <c:v>5.67710059608</c:v>
                </c:pt>
                <c:pt idx="73">
                  <c:v>5.68790400059</c:v>
                </c:pt>
                <c:pt idx="74">
                  <c:v>5.62122646189</c:v>
                </c:pt>
                <c:pt idx="75">
                  <c:v>5.70514947432</c:v>
                </c:pt>
                <c:pt idx="76">
                  <c:v>5.66463801106</c:v>
                </c:pt>
                <c:pt idx="77">
                  <c:v>5.61924104999</c:v>
                </c:pt>
                <c:pt idx="78">
                  <c:v>5.57302073246</c:v>
                </c:pt>
                <c:pt idx="79">
                  <c:v>5.57007965321</c:v>
                </c:pt>
                <c:pt idx="80">
                  <c:v>5.56623540096</c:v>
                </c:pt>
                <c:pt idx="81">
                  <c:v>5.59944122832</c:v>
                </c:pt>
                <c:pt idx="82">
                  <c:v>5.60637492663</c:v>
                </c:pt>
                <c:pt idx="83">
                  <c:v>5.57294590082</c:v>
                </c:pt>
                <c:pt idx="84">
                  <c:v>5.58227046205</c:v>
                </c:pt>
                <c:pt idx="85">
                  <c:v>5.57639518546</c:v>
                </c:pt>
                <c:pt idx="86">
                  <c:v>5.55639360351</c:v>
                </c:pt>
                <c:pt idx="87">
                  <c:v>5.68586370583</c:v>
                </c:pt>
                <c:pt idx="88">
                  <c:v>5.63111034479</c:v>
                </c:pt>
                <c:pt idx="89">
                  <c:v>5.60847553985</c:v>
                </c:pt>
                <c:pt idx="90">
                  <c:v>5.55126061615</c:v>
                </c:pt>
                <c:pt idx="91">
                  <c:v>5.50389489148</c:v>
                </c:pt>
                <c:pt idx="92">
                  <c:v>5.47015669303</c:v>
                </c:pt>
                <c:pt idx="93">
                  <c:v>5.41680957217</c:v>
                </c:pt>
                <c:pt idx="94">
                  <c:v>5.36051443161</c:v>
                </c:pt>
                <c:pt idx="95">
                  <c:v>5.43056764522</c:v>
                </c:pt>
                <c:pt idx="96">
                  <c:v>5.39403603529</c:v>
                </c:pt>
                <c:pt idx="97">
                  <c:v>5.38265124484</c:v>
                </c:pt>
                <c:pt idx="98">
                  <c:v>5.43750167599</c:v>
                </c:pt>
                <c:pt idx="99">
                  <c:v>5.45624489124</c:v>
                </c:pt>
                <c:pt idx="100">
                  <c:v>5.43405397095</c:v>
                </c:pt>
                <c:pt idx="101">
                  <c:v>5.44656713404</c:v>
                </c:pt>
                <c:pt idx="102">
                  <c:v>5.39883585759</c:v>
                </c:pt>
                <c:pt idx="103">
                  <c:v>5.46663277628</c:v>
                </c:pt>
                <c:pt idx="104">
                  <c:v>5.42379715769</c:v>
                </c:pt>
                <c:pt idx="105">
                  <c:v>5.4992462041</c:v>
                </c:pt>
                <c:pt idx="106">
                  <c:v>5.50335704932</c:v>
                </c:pt>
                <c:pt idx="107">
                  <c:v>5.48354475399</c:v>
                </c:pt>
                <c:pt idx="108">
                  <c:v>5.44853280759</c:v>
                </c:pt>
                <c:pt idx="109">
                  <c:v>5.39979986557</c:v>
                </c:pt>
                <c:pt idx="110">
                  <c:v>5.37742187155</c:v>
                </c:pt>
                <c:pt idx="111">
                  <c:v>5.35563484835</c:v>
                </c:pt>
                <c:pt idx="112">
                  <c:v>5.38069381855</c:v>
                </c:pt>
                <c:pt idx="113">
                  <c:v>5.35301289666</c:v>
                </c:pt>
                <c:pt idx="114">
                  <c:v>5.35354877699</c:v>
                </c:pt>
                <c:pt idx="115">
                  <c:v>5.32027758782</c:v>
                </c:pt>
                <c:pt idx="116">
                  <c:v>5.28750124558</c:v>
                </c:pt>
                <c:pt idx="117">
                  <c:v>5.24781729608</c:v>
                </c:pt>
                <c:pt idx="118">
                  <c:v>5.2785151902</c:v>
                </c:pt>
                <c:pt idx="119">
                  <c:v>5.32632649119</c:v>
                </c:pt>
                <c:pt idx="120">
                  <c:v>5.3388807961</c:v>
                </c:pt>
                <c:pt idx="121">
                  <c:v>5.39171019454</c:v>
                </c:pt>
                <c:pt idx="122">
                  <c:v>5.40328517941</c:v>
                </c:pt>
                <c:pt idx="123">
                  <c:v>5.39207593862</c:v>
                </c:pt>
                <c:pt idx="124">
                  <c:v>5.39247723154</c:v>
                </c:pt>
                <c:pt idx="125">
                  <c:v>5.35662805953</c:v>
                </c:pt>
                <c:pt idx="126">
                  <c:v>5.31665903719</c:v>
                </c:pt>
                <c:pt idx="127">
                  <c:v>5.28773320156</c:v>
                </c:pt>
                <c:pt idx="128">
                  <c:v>5.25652385177</c:v>
                </c:pt>
                <c:pt idx="129">
                  <c:v>5.23217534643</c:v>
                </c:pt>
                <c:pt idx="130">
                  <c:v>5.20739333453</c:v>
                </c:pt>
                <c:pt idx="131">
                  <c:v>5.16969191142</c:v>
                </c:pt>
                <c:pt idx="132">
                  <c:v>5.23783337664</c:v>
                </c:pt>
                <c:pt idx="133">
                  <c:v>5.23851335022</c:v>
                </c:pt>
                <c:pt idx="134">
                  <c:v>5.2780999423</c:v>
                </c:pt>
                <c:pt idx="135">
                  <c:v>5.33853804645</c:v>
                </c:pt>
                <c:pt idx="136">
                  <c:v>5.30590427536</c:v>
                </c:pt>
                <c:pt idx="137">
                  <c:v>5.2709006883</c:v>
                </c:pt>
                <c:pt idx="138">
                  <c:v>5.23897664606</c:v>
                </c:pt>
                <c:pt idx="139">
                  <c:v>5.22720271401</c:v>
                </c:pt>
                <c:pt idx="140">
                  <c:v>5.20555492568</c:v>
                </c:pt>
                <c:pt idx="141">
                  <c:v>5.19792975668</c:v>
                </c:pt>
                <c:pt idx="142">
                  <c:v>5.18731159505</c:v>
                </c:pt>
                <c:pt idx="143">
                  <c:v>5.15386407719</c:v>
                </c:pt>
                <c:pt idx="144">
                  <c:v>5.13471350023</c:v>
                </c:pt>
                <c:pt idx="145">
                  <c:v>5.14369611372</c:v>
                </c:pt>
                <c:pt idx="146">
                  <c:v>5.16626160868</c:v>
                </c:pt>
                <c:pt idx="147">
                  <c:v>5.15386940932</c:v>
                </c:pt>
                <c:pt idx="148">
                  <c:v>5.12368197565</c:v>
                </c:pt>
                <c:pt idx="149">
                  <c:v>5.15473352058</c:v>
                </c:pt>
                <c:pt idx="150">
                  <c:v>5.13851851086</c:v>
                </c:pt>
                <c:pt idx="151">
                  <c:v>5.1162502528</c:v>
                </c:pt>
                <c:pt idx="152">
                  <c:v>5.14845923264</c:v>
                </c:pt>
                <c:pt idx="153">
                  <c:v>5.13466074837</c:v>
                </c:pt>
                <c:pt idx="154">
                  <c:v>5.14670115644</c:v>
                </c:pt>
                <c:pt idx="155">
                  <c:v>5.1413163078</c:v>
                </c:pt>
                <c:pt idx="156">
                  <c:v>5.17802882493</c:v>
                </c:pt>
                <c:pt idx="157">
                  <c:v>5.16184362985</c:v>
                </c:pt>
                <c:pt idx="158">
                  <c:v>5.13273664186</c:v>
                </c:pt>
                <c:pt idx="159">
                  <c:v>5.10814073527</c:v>
                </c:pt>
                <c:pt idx="160">
                  <c:v>5.10910326954</c:v>
                </c:pt>
                <c:pt idx="161">
                  <c:v>5.08829752483</c:v>
                </c:pt>
                <c:pt idx="162">
                  <c:v>5.08204140771</c:v>
                </c:pt>
                <c:pt idx="163">
                  <c:v>5.08631346064</c:v>
                </c:pt>
                <c:pt idx="164">
                  <c:v>5.06302560012</c:v>
                </c:pt>
                <c:pt idx="165">
                  <c:v>5.08425431859</c:v>
                </c:pt>
                <c:pt idx="166">
                  <c:v>5.05990942015</c:v>
                </c:pt>
                <c:pt idx="167">
                  <c:v>5.08104742262</c:v>
                </c:pt>
                <c:pt idx="168">
                  <c:v>5.0811961351</c:v>
                </c:pt>
                <c:pt idx="169">
                  <c:v>5.05736105569</c:v>
                </c:pt>
                <c:pt idx="170">
                  <c:v>5.05151341032</c:v>
                </c:pt>
                <c:pt idx="171">
                  <c:v>5.09094269742</c:v>
                </c:pt>
                <c:pt idx="172">
                  <c:v>5.06614764474</c:v>
                </c:pt>
                <c:pt idx="173">
                  <c:v>5.04402565133</c:v>
                </c:pt>
                <c:pt idx="174">
                  <c:v>5.03079451162</c:v>
                </c:pt>
                <c:pt idx="175">
                  <c:v>5.0231877507</c:v>
                </c:pt>
                <c:pt idx="176">
                  <c:v>5.0522034895</c:v>
                </c:pt>
                <c:pt idx="177">
                  <c:v>5.04509987811</c:v>
                </c:pt>
                <c:pt idx="178">
                  <c:v>5.01703220202</c:v>
                </c:pt>
                <c:pt idx="179">
                  <c:v>5.00359052678</c:v>
                </c:pt>
                <c:pt idx="180">
                  <c:v>4.99575595281</c:v>
                </c:pt>
                <c:pt idx="181">
                  <c:v>4.99212070973</c:v>
                </c:pt>
                <c:pt idx="182">
                  <c:v>5.00951016307</c:v>
                </c:pt>
                <c:pt idx="183">
                  <c:v>4.99051296176</c:v>
                </c:pt>
                <c:pt idx="184">
                  <c:v>4.97791037079</c:v>
                </c:pt>
                <c:pt idx="185">
                  <c:v>4.98597551526</c:v>
                </c:pt>
                <c:pt idx="186">
                  <c:v>5.00609209802</c:v>
                </c:pt>
                <c:pt idx="187">
                  <c:v>4.9908707457</c:v>
                </c:pt>
                <c:pt idx="188">
                  <c:v>5.05825388912</c:v>
                </c:pt>
                <c:pt idx="189">
                  <c:v>5.04086013603</c:v>
                </c:pt>
                <c:pt idx="190">
                  <c:v>5.043356035</c:v>
                </c:pt>
                <c:pt idx="191">
                  <c:v>5.02082980765</c:v>
                </c:pt>
                <c:pt idx="192">
                  <c:v>5.00088047793</c:v>
                </c:pt>
                <c:pt idx="193">
                  <c:v>5.05456781084</c:v>
                </c:pt>
                <c:pt idx="194">
                  <c:v>5.03098353056</c:v>
                </c:pt>
                <c:pt idx="195">
                  <c:v>5.01729563729</c:v>
                </c:pt>
                <c:pt idx="196">
                  <c:v>5.00784231398</c:v>
                </c:pt>
                <c:pt idx="197">
                  <c:v>4.9941512469</c:v>
                </c:pt>
                <c:pt idx="198">
                  <c:v>4.99702083348</c:v>
                </c:pt>
                <c:pt idx="199">
                  <c:v>5.0201834188</c:v>
                </c:pt>
                <c:pt idx="200">
                  <c:v>5.04599674303</c:v>
                </c:pt>
                <c:pt idx="201">
                  <c:v>5.03941748045</c:v>
                </c:pt>
                <c:pt idx="202">
                  <c:v>5.02024904764</c:v>
                </c:pt>
                <c:pt idx="203">
                  <c:v>5.02907761792</c:v>
                </c:pt>
                <c:pt idx="204">
                  <c:v>5.0244489903</c:v>
                </c:pt>
                <c:pt idx="205">
                  <c:v>5.00133699827</c:v>
                </c:pt>
                <c:pt idx="206">
                  <c:v>4.98583780001</c:v>
                </c:pt>
                <c:pt idx="207">
                  <c:v>4.96684464587</c:v>
                </c:pt>
                <c:pt idx="208">
                  <c:v>4.96066866228</c:v>
                </c:pt>
                <c:pt idx="209">
                  <c:v>4.98300314261</c:v>
                </c:pt>
                <c:pt idx="210">
                  <c:v>4.96991052644</c:v>
                </c:pt>
                <c:pt idx="211">
                  <c:v>4.98181688346</c:v>
                </c:pt>
                <c:pt idx="212">
                  <c:v>4.96764918739</c:v>
                </c:pt>
                <c:pt idx="213">
                  <c:v>4.98095794724</c:v>
                </c:pt>
                <c:pt idx="214">
                  <c:v>4.96017481278</c:v>
                </c:pt>
                <c:pt idx="215">
                  <c:v>5.00211055574</c:v>
                </c:pt>
                <c:pt idx="216">
                  <c:v>4.98311550529</c:v>
                </c:pt>
                <c:pt idx="217">
                  <c:v>4.96382375706</c:v>
                </c:pt>
                <c:pt idx="218">
                  <c:v>4.95936911142</c:v>
                </c:pt>
                <c:pt idx="219">
                  <c:v>4.94590479859</c:v>
                </c:pt>
                <c:pt idx="220">
                  <c:v>4.93011751286</c:v>
                </c:pt>
                <c:pt idx="221">
                  <c:v>4.90802025043</c:v>
                </c:pt>
                <c:pt idx="222">
                  <c:v>4.97357274324</c:v>
                </c:pt>
                <c:pt idx="223">
                  <c:v>4.99277507724</c:v>
                </c:pt>
                <c:pt idx="224">
                  <c:v>5.00624003566</c:v>
                </c:pt>
                <c:pt idx="225">
                  <c:v>5.00643020271</c:v>
                </c:pt>
                <c:pt idx="226">
                  <c:v>5.07446842057</c:v>
                </c:pt>
                <c:pt idx="227">
                  <c:v>5.05490540231</c:v>
                </c:pt>
                <c:pt idx="228">
                  <c:v>5.06611165039</c:v>
                </c:pt>
                <c:pt idx="229">
                  <c:v>5.06928899545</c:v>
                </c:pt>
                <c:pt idx="230">
                  <c:v>5.08496673865</c:v>
                </c:pt>
                <c:pt idx="231">
                  <c:v>5.06946697683</c:v>
                </c:pt>
                <c:pt idx="232">
                  <c:v>5.08085000441</c:v>
                </c:pt>
                <c:pt idx="233">
                  <c:v>5.07641523436</c:v>
                </c:pt>
                <c:pt idx="234">
                  <c:v>5.07160630035</c:v>
                </c:pt>
                <c:pt idx="235">
                  <c:v>5.07862609225</c:v>
                </c:pt>
                <c:pt idx="236">
                  <c:v>5.06950158746</c:v>
                </c:pt>
                <c:pt idx="237">
                  <c:v>5.06307870355</c:v>
                </c:pt>
                <c:pt idx="238">
                  <c:v>5.04364492758</c:v>
                </c:pt>
                <c:pt idx="239">
                  <c:v>5.04095287594</c:v>
                </c:pt>
                <c:pt idx="240">
                  <c:v>5.04244207417</c:v>
                </c:pt>
                <c:pt idx="241">
                  <c:v>5.03176081763</c:v>
                </c:pt>
                <c:pt idx="242">
                  <c:v>5.0242292767</c:v>
                </c:pt>
                <c:pt idx="243">
                  <c:v>5.01788882227</c:v>
                </c:pt>
                <c:pt idx="244">
                  <c:v>5.00405565928</c:v>
                </c:pt>
                <c:pt idx="245">
                  <c:v>4.9990907569</c:v>
                </c:pt>
                <c:pt idx="246">
                  <c:v>4.98406793701</c:v>
                </c:pt>
                <c:pt idx="247">
                  <c:v>4.9837560966</c:v>
                </c:pt>
                <c:pt idx="248">
                  <c:v>5.00238538194</c:v>
                </c:pt>
                <c:pt idx="249">
                  <c:v>5.02372364481</c:v>
                </c:pt>
                <c:pt idx="250">
                  <c:v>5.0566136954</c:v>
                </c:pt>
                <c:pt idx="251">
                  <c:v>5.04004550185</c:v>
                </c:pt>
                <c:pt idx="252">
                  <c:v>5.09749207726</c:v>
                </c:pt>
                <c:pt idx="253">
                  <c:v>5.11873566212</c:v>
                </c:pt>
                <c:pt idx="254">
                  <c:v>5.11810728123</c:v>
                </c:pt>
                <c:pt idx="255">
                  <c:v>5.12022413118</c:v>
                </c:pt>
                <c:pt idx="256">
                  <c:v>5.13867216334</c:v>
                </c:pt>
                <c:pt idx="257">
                  <c:v>5.13526515476</c:v>
                </c:pt>
                <c:pt idx="258">
                  <c:v>5.13404714399</c:v>
                </c:pt>
                <c:pt idx="259">
                  <c:v>5.11838503494</c:v>
                </c:pt>
                <c:pt idx="260">
                  <c:v>5.11730407814</c:v>
                </c:pt>
                <c:pt idx="261">
                  <c:v>5.14780331519</c:v>
                </c:pt>
                <c:pt idx="262">
                  <c:v>5.24874920035</c:v>
                </c:pt>
                <c:pt idx="263">
                  <c:v>5.24673921181</c:v>
                </c:pt>
                <c:pt idx="264">
                  <c:v>5.24674364582</c:v>
                </c:pt>
                <c:pt idx="265">
                  <c:v>5.24004547818</c:v>
                </c:pt>
                <c:pt idx="266">
                  <c:v>5.22042359298</c:v>
                </c:pt>
                <c:pt idx="267">
                  <c:v>5.21374890762</c:v>
                </c:pt>
                <c:pt idx="268">
                  <c:v>5.19810274275</c:v>
                </c:pt>
                <c:pt idx="269">
                  <c:v>5.18281505754</c:v>
                </c:pt>
                <c:pt idx="270">
                  <c:v>5.17477895073</c:v>
                </c:pt>
                <c:pt idx="271">
                  <c:v>5.15971580476</c:v>
                </c:pt>
                <c:pt idx="272">
                  <c:v>5.1764773594</c:v>
                </c:pt>
                <c:pt idx="273">
                  <c:v>5.17063905658</c:v>
                </c:pt>
                <c:pt idx="274">
                  <c:v>5.17076953036</c:v>
                </c:pt>
                <c:pt idx="275">
                  <c:v>5.16695062283</c:v>
                </c:pt>
                <c:pt idx="276">
                  <c:v>5.14868003187</c:v>
                </c:pt>
                <c:pt idx="277">
                  <c:v>5.14278513014</c:v>
                </c:pt>
                <c:pt idx="278">
                  <c:v>5.14171676432</c:v>
                </c:pt>
                <c:pt idx="279">
                  <c:v>5.16600239894</c:v>
                </c:pt>
                <c:pt idx="280">
                  <c:v>5.16432981743</c:v>
                </c:pt>
                <c:pt idx="281">
                  <c:v>5.14746295759</c:v>
                </c:pt>
                <c:pt idx="282">
                  <c:v>5.14832349316</c:v>
                </c:pt>
                <c:pt idx="283">
                  <c:v>5.16547959669</c:v>
                </c:pt>
                <c:pt idx="284">
                  <c:v>5.14778902306</c:v>
                </c:pt>
                <c:pt idx="285">
                  <c:v>5.1303441431</c:v>
                </c:pt>
                <c:pt idx="286">
                  <c:v>5.11879985106</c:v>
                </c:pt>
                <c:pt idx="287">
                  <c:v>5.13645118479</c:v>
                </c:pt>
                <c:pt idx="288">
                  <c:v>5.14901032736</c:v>
                </c:pt>
                <c:pt idx="289">
                  <c:v>5.1742496994</c:v>
                </c:pt>
                <c:pt idx="290">
                  <c:v>5.15670712854</c:v>
                </c:pt>
                <c:pt idx="291">
                  <c:v>5.13909328906</c:v>
                </c:pt>
                <c:pt idx="292">
                  <c:v>5.1335316132</c:v>
                </c:pt>
                <c:pt idx="293">
                  <c:v>5.13003472727</c:v>
                </c:pt>
                <c:pt idx="294">
                  <c:v>5.11573024203</c:v>
                </c:pt>
                <c:pt idx="295">
                  <c:v>5.10750731501</c:v>
                </c:pt>
                <c:pt idx="296">
                  <c:v>5.1361210813</c:v>
                </c:pt>
                <c:pt idx="297">
                  <c:v>5.11900022597</c:v>
                </c:pt>
                <c:pt idx="298">
                  <c:v>5.10299039042</c:v>
                </c:pt>
                <c:pt idx="299">
                  <c:v>5.08789668755</c:v>
                </c:pt>
                <c:pt idx="300">
                  <c:v>5.07537288067</c:v>
                </c:pt>
                <c:pt idx="301">
                  <c:v>5.06447021638</c:v>
                </c:pt>
                <c:pt idx="302">
                  <c:v>5.06268935141</c:v>
                </c:pt>
                <c:pt idx="303">
                  <c:v>5.06759605086</c:v>
                </c:pt>
                <c:pt idx="304">
                  <c:v>5.07281261591</c:v>
                </c:pt>
                <c:pt idx="305">
                  <c:v>5.06573516983</c:v>
                </c:pt>
                <c:pt idx="306">
                  <c:v>5.09081867671</c:v>
                </c:pt>
                <c:pt idx="307">
                  <c:v>5.10211326274</c:v>
                </c:pt>
                <c:pt idx="308">
                  <c:v>5.09572219909</c:v>
                </c:pt>
                <c:pt idx="309">
                  <c:v>5.08098235317</c:v>
                </c:pt>
                <c:pt idx="310">
                  <c:v>5.07966964518</c:v>
                </c:pt>
                <c:pt idx="311">
                  <c:v>5.1306577902</c:v>
                </c:pt>
                <c:pt idx="312">
                  <c:v>5.14644201299</c:v>
                </c:pt>
                <c:pt idx="313">
                  <c:v>5.16706212016</c:v>
                </c:pt>
                <c:pt idx="314">
                  <c:v>5.15181032154</c:v>
                </c:pt>
                <c:pt idx="315">
                  <c:v>5.15713800533</c:v>
                </c:pt>
                <c:pt idx="316">
                  <c:v>5.1501263287</c:v>
                </c:pt>
                <c:pt idx="317">
                  <c:v>5.16939966216</c:v>
                </c:pt>
                <c:pt idx="318">
                  <c:v>5.16106994872</c:v>
                </c:pt>
                <c:pt idx="319">
                  <c:v>5.17820391347</c:v>
                </c:pt>
                <c:pt idx="320">
                  <c:v>5.16949391871</c:v>
                </c:pt>
                <c:pt idx="321">
                  <c:v>5.16654230801</c:v>
                </c:pt>
                <c:pt idx="322">
                  <c:v>5.19117084182</c:v>
                </c:pt>
                <c:pt idx="323">
                  <c:v>5.18884329814</c:v>
                </c:pt>
                <c:pt idx="324">
                  <c:v>5.18600608983</c:v>
                </c:pt>
                <c:pt idx="325">
                  <c:v>5.20938775447</c:v>
                </c:pt>
                <c:pt idx="326">
                  <c:v>5.19773350207</c:v>
                </c:pt>
                <c:pt idx="327">
                  <c:v>5.1892499536</c:v>
                </c:pt>
                <c:pt idx="328">
                  <c:v>5.17691294819</c:v>
                </c:pt>
                <c:pt idx="329">
                  <c:v>5.18319511067</c:v>
                </c:pt>
                <c:pt idx="330">
                  <c:v>5.1945866158</c:v>
                </c:pt>
                <c:pt idx="331">
                  <c:v>5.19093973276</c:v>
                </c:pt>
                <c:pt idx="332">
                  <c:v>5.18218238917</c:v>
                </c:pt>
                <c:pt idx="333">
                  <c:v>5.18909342231</c:v>
                </c:pt>
                <c:pt idx="334">
                  <c:v>5.22861556299</c:v>
                </c:pt>
                <c:pt idx="335">
                  <c:v>5.21313509947</c:v>
                </c:pt>
                <c:pt idx="336">
                  <c:v>5.21078760495</c:v>
                </c:pt>
                <c:pt idx="337">
                  <c:v>5.21046503811</c:v>
                </c:pt>
                <c:pt idx="338">
                  <c:v>5.24591422563</c:v>
                </c:pt>
                <c:pt idx="339">
                  <c:v>5.24978097809</c:v>
                </c:pt>
                <c:pt idx="340">
                  <c:v>5.2443360477</c:v>
                </c:pt>
                <c:pt idx="341">
                  <c:v>5.25905808009</c:v>
                </c:pt>
                <c:pt idx="342">
                  <c:v>5.25058323711</c:v>
                </c:pt>
                <c:pt idx="343">
                  <c:v>5.24727809637</c:v>
                </c:pt>
                <c:pt idx="344">
                  <c:v>5.2485304409</c:v>
                </c:pt>
                <c:pt idx="345">
                  <c:v>5.23680852431</c:v>
                </c:pt>
                <c:pt idx="346">
                  <c:v>5.22983518103</c:v>
                </c:pt>
                <c:pt idx="347">
                  <c:v>5.21529342311</c:v>
                </c:pt>
                <c:pt idx="348">
                  <c:v>5.24472571279</c:v>
                </c:pt>
                <c:pt idx="349">
                  <c:v>5.23391721648</c:v>
                </c:pt>
                <c:pt idx="350">
                  <c:v>5.2308315891</c:v>
                </c:pt>
                <c:pt idx="351">
                  <c:v>5.23394653294</c:v>
                </c:pt>
                <c:pt idx="352">
                  <c:v>5.23674632341</c:v>
                </c:pt>
                <c:pt idx="353">
                  <c:v>5.22268192545</c:v>
                </c:pt>
                <c:pt idx="354">
                  <c:v>5.20884646447</c:v>
                </c:pt>
                <c:pt idx="355">
                  <c:v>5.20280000619</c:v>
                </c:pt>
                <c:pt idx="356">
                  <c:v>5.19368114635</c:v>
                </c:pt>
                <c:pt idx="357">
                  <c:v>5.18369661527</c:v>
                </c:pt>
                <c:pt idx="358">
                  <c:v>5.18910983972</c:v>
                </c:pt>
                <c:pt idx="359">
                  <c:v>5.17645673469</c:v>
                </c:pt>
                <c:pt idx="360">
                  <c:v>5.17468280016</c:v>
                </c:pt>
                <c:pt idx="361">
                  <c:v>5.16907677512</c:v>
                </c:pt>
                <c:pt idx="362">
                  <c:v>5.15974382137</c:v>
                </c:pt>
                <c:pt idx="363">
                  <c:v>5.16850195742</c:v>
                </c:pt>
                <c:pt idx="364">
                  <c:v>5.16137474109</c:v>
                </c:pt>
                <c:pt idx="365">
                  <c:v>5.15371180417</c:v>
                </c:pt>
                <c:pt idx="366">
                  <c:v>5.1472955461</c:v>
                </c:pt>
                <c:pt idx="367">
                  <c:v>5.15495231435</c:v>
                </c:pt>
                <c:pt idx="368">
                  <c:v>5.19773821436</c:v>
                </c:pt>
                <c:pt idx="369">
                  <c:v>5.18450761612</c:v>
                </c:pt>
                <c:pt idx="370">
                  <c:v>5.17418206425</c:v>
                </c:pt>
                <c:pt idx="371">
                  <c:v>5.18900160821</c:v>
                </c:pt>
                <c:pt idx="372">
                  <c:v>5.20882946052</c:v>
                </c:pt>
                <c:pt idx="373">
                  <c:v>5.19750965735</c:v>
                </c:pt>
                <c:pt idx="374">
                  <c:v>5.21550300656</c:v>
                </c:pt>
                <c:pt idx="375">
                  <c:v>5.21759951695</c:v>
                </c:pt>
                <c:pt idx="376">
                  <c:v>5.2163112834</c:v>
                </c:pt>
                <c:pt idx="377">
                  <c:v>5.20406700644</c:v>
                </c:pt>
                <c:pt idx="378">
                  <c:v>5.19164625577</c:v>
                </c:pt>
                <c:pt idx="379">
                  <c:v>5.20783553049</c:v>
                </c:pt>
                <c:pt idx="380">
                  <c:v>5.21800853938</c:v>
                </c:pt>
                <c:pt idx="381">
                  <c:v>5.21156473409</c:v>
                </c:pt>
                <c:pt idx="382">
                  <c:v>5.2131731074</c:v>
                </c:pt>
                <c:pt idx="383">
                  <c:v>5.20171616987</c:v>
                </c:pt>
                <c:pt idx="384">
                  <c:v>5.26250172339</c:v>
                </c:pt>
                <c:pt idx="385">
                  <c:v>5.2575196487</c:v>
                </c:pt>
                <c:pt idx="386">
                  <c:v>5.24617641778</c:v>
                </c:pt>
                <c:pt idx="387">
                  <c:v>5.28363303051</c:v>
                </c:pt>
                <c:pt idx="388">
                  <c:v>5.2714680649</c:v>
                </c:pt>
                <c:pt idx="389">
                  <c:v>5.26009048823</c:v>
                </c:pt>
                <c:pt idx="390">
                  <c:v>5.25889692966</c:v>
                </c:pt>
                <c:pt idx="391">
                  <c:v>5.26260352342</c:v>
                </c:pt>
                <c:pt idx="392">
                  <c:v>5.25250360903</c:v>
                </c:pt>
                <c:pt idx="393">
                  <c:v>5.25223238301</c:v>
                </c:pt>
                <c:pt idx="394">
                  <c:v>5.25520011852</c:v>
                </c:pt>
                <c:pt idx="395">
                  <c:v>5.25238679508</c:v>
                </c:pt>
                <c:pt idx="396">
                  <c:v>5.24717729342</c:v>
                </c:pt>
                <c:pt idx="397">
                  <c:v>5.26849190368</c:v>
                </c:pt>
                <c:pt idx="398">
                  <c:v>5.25551465254</c:v>
                </c:pt>
                <c:pt idx="399">
                  <c:v>5.24987331663</c:v>
                </c:pt>
                <c:pt idx="400">
                  <c:v>5.23802998337</c:v>
                </c:pt>
                <c:pt idx="401">
                  <c:v>5.23834962565</c:v>
                </c:pt>
                <c:pt idx="402">
                  <c:v>5.23490367759</c:v>
                </c:pt>
                <c:pt idx="403">
                  <c:v>5.22503559221</c:v>
                </c:pt>
                <c:pt idx="404">
                  <c:v>5.22092582734</c:v>
                </c:pt>
                <c:pt idx="405">
                  <c:v>5.23390045631</c:v>
                </c:pt>
                <c:pt idx="406">
                  <c:v>5.23123366283</c:v>
                </c:pt>
                <c:pt idx="407">
                  <c:v>5.22864435525</c:v>
                </c:pt>
                <c:pt idx="408">
                  <c:v>5.21619664189</c:v>
                </c:pt>
                <c:pt idx="409">
                  <c:v>5.21534366563</c:v>
                </c:pt>
                <c:pt idx="410">
                  <c:v>5.21381632963</c:v>
                </c:pt>
                <c:pt idx="411">
                  <c:v>5.21132257758</c:v>
                </c:pt>
                <c:pt idx="412">
                  <c:v>5.20709212513</c:v>
                </c:pt>
                <c:pt idx="413">
                  <c:v>5.22272468343</c:v>
                </c:pt>
                <c:pt idx="414">
                  <c:v>5.22111081421</c:v>
                </c:pt>
                <c:pt idx="415">
                  <c:v>5.21272960966</c:v>
                </c:pt>
                <c:pt idx="416">
                  <c:v>5.20283218902</c:v>
                </c:pt>
                <c:pt idx="417">
                  <c:v>5.19731538656</c:v>
                </c:pt>
                <c:pt idx="418">
                  <c:v>5.18876721134</c:v>
                </c:pt>
                <c:pt idx="419">
                  <c:v>5.18033953871</c:v>
                </c:pt>
                <c:pt idx="420">
                  <c:v>5.18597983492</c:v>
                </c:pt>
                <c:pt idx="421">
                  <c:v>5.18928345503</c:v>
                </c:pt>
                <c:pt idx="422">
                  <c:v>5.18046126818</c:v>
                </c:pt>
                <c:pt idx="423">
                  <c:v>5.16825552939</c:v>
                </c:pt>
                <c:pt idx="424">
                  <c:v>5.17603964424</c:v>
                </c:pt>
                <c:pt idx="425">
                  <c:v>5.16606425852</c:v>
                </c:pt>
                <c:pt idx="426">
                  <c:v>5.16606973974</c:v>
                </c:pt>
                <c:pt idx="427">
                  <c:v>5.15833166148</c:v>
                </c:pt>
                <c:pt idx="428">
                  <c:v>5.14991981563</c:v>
                </c:pt>
                <c:pt idx="429">
                  <c:v>5.14395403874</c:v>
                </c:pt>
                <c:pt idx="430">
                  <c:v>5.13962982359</c:v>
                </c:pt>
                <c:pt idx="431">
                  <c:v>5.15742014824</c:v>
                </c:pt>
                <c:pt idx="432">
                  <c:v>5.14786113796</c:v>
                </c:pt>
                <c:pt idx="433">
                  <c:v>5.14874756693</c:v>
                </c:pt>
                <c:pt idx="434">
                  <c:v>5.13951141595</c:v>
                </c:pt>
                <c:pt idx="435">
                  <c:v>5.13697286958</c:v>
                </c:pt>
                <c:pt idx="436">
                  <c:v>5.1760486647</c:v>
                </c:pt>
                <c:pt idx="437">
                  <c:v>5.17464555353</c:v>
                </c:pt>
                <c:pt idx="438">
                  <c:v>5.16599782143</c:v>
                </c:pt>
                <c:pt idx="439">
                  <c:v>5.15545406234</c:v>
                </c:pt>
                <c:pt idx="440">
                  <c:v>5.15454128335</c:v>
                </c:pt>
                <c:pt idx="441">
                  <c:v>5.14569586042</c:v>
                </c:pt>
                <c:pt idx="442">
                  <c:v>5.14188954079</c:v>
                </c:pt>
                <c:pt idx="443">
                  <c:v>5.14999774856</c:v>
                </c:pt>
                <c:pt idx="444">
                  <c:v>5.15629407065</c:v>
                </c:pt>
                <c:pt idx="445">
                  <c:v>5.14896160743</c:v>
                </c:pt>
                <c:pt idx="446">
                  <c:v>5.14300060932</c:v>
                </c:pt>
                <c:pt idx="447">
                  <c:v>5.13171706305</c:v>
                </c:pt>
                <c:pt idx="448">
                  <c:v>5.13123506797</c:v>
                </c:pt>
                <c:pt idx="449">
                  <c:v>5.14541417893</c:v>
                </c:pt>
                <c:pt idx="450">
                  <c:v>5.13739017723</c:v>
                </c:pt>
                <c:pt idx="451">
                  <c:v>5.14536066341</c:v>
                </c:pt>
                <c:pt idx="452">
                  <c:v>5.1414649612</c:v>
                </c:pt>
                <c:pt idx="453">
                  <c:v>5.13371443371</c:v>
                </c:pt>
                <c:pt idx="454">
                  <c:v>5.13551187279</c:v>
                </c:pt>
                <c:pt idx="455">
                  <c:v>5.12718826868</c:v>
                </c:pt>
                <c:pt idx="456">
                  <c:v>5.1336020441</c:v>
                </c:pt>
                <c:pt idx="457">
                  <c:v>5.12478960305</c:v>
                </c:pt>
                <c:pt idx="458">
                  <c:v>5.11542864375</c:v>
                </c:pt>
                <c:pt idx="459">
                  <c:v>5.11024036375</c:v>
                </c:pt>
                <c:pt idx="460">
                  <c:v>5.14518083255</c:v>
                </c:pt>
                <c:pt idx="461">
                  <c:v>5.15121442013</c:v>
                </c:pt>
                <c:pt idx="462">
                  <c:v>5.14140155191</c:v>
                </c:pt>
                <c:pt idx="463">
                  <c:v>5.13053864725</c:v>
                </c:pt>
                <c:pt idx="464">
                  <c:v>5.11969062349</c:v>
                </c:pt>
                <c:pt idx="465">
                  <c:v>5.1127010321</c:v>
                </c:pt>
                <c:pt idx="466">
                  <c:v>5.12840283439</c:v>
                </c:pt>
                <c:pt idx="467">
                  <c:v>5.12329131533</c:v>
                </c:pt>
                <c:pt idx="468">
                  <c:v>5.12335237677</c:v>
                </c:pt>
                <c:pt idx="469">
                  <c:v>5.11584404441</c:v>
                </c:pt>
                <c:pt idx="470">
                  <c:v>5.11147096465</c:v>
                </c:pt>
                <c:pt idx="471">
                  <c:v>5.10430989385</c:v>
                </c:pt>
                <c:pt idx="472">
                  <c:v>5.10067659416</c:v>
                </c:pt>
                <c:pt idx="473">
                  <c:v>5.1076892324</c:v>
                </c:pt>
                <c:pt idx="474">
                  <c:v>5.11905510274</c:v>
                </c:pt>
                <c:pt idx="475">
                  <c:v>5.1115037893</c:v>
                </c:pt>
                <c:pt idx="476">
                  <c:v>5.10771477472</c:v>
                </c:pt>
                <c:pt idx="477">
                  <c:v>5.10093027127</c:v>
                </c:pt>
                <c:pt idx="478">
                  <c:v>5.12392224222</c:v>
                </c:pt>
                <c:pt idx="479">
                  <c:v>5.12215087943</c:v>
                </c:pt>
                <c:pt idx="480">
                  <c:v>5.115196401</c:v>
                </c:pt>
                <c:pt idx="481">
                  <c:v>5.10705691947</c:v>
                </c:pt>
                <c:pt idx="482">
                  <c:v>5.10359708845</c:v>
                </c:pt>
                <c:pt idx="483">
                  <c:v>5.10694959308</c:v>
                </c:pt>
                <c:pt idx="484">
                  <c:v>5.11871734288</c:v>
                </c:pt>
                <c:pt idx="485">
                  <c:v>5.10949064753</c:v>
                </c:pt>
                <c:pt idx="486">
                  <c:v>5.10367675635</c:v>
                </c:pt>
                <c:pt idx="487">
                  <c:v>5.11746545786</c:v>
                </c:pt>
                <c:pt idx="488">
                  <c:v>5.12021432973</c:v>
                </c:pt>
                <c:pt idx="489">
                  <c:v>5.11354621547</c:v>
                </c:pt>
                <c:pt idx="490">
                  <c:v>5.11247773879</c:v>
                </c:pt>
                <c:pt idx="491">
                  <c:v>5.10809752439</c:v>
                </c:pt>
                <c:pt idx="492">
                  <c:v>5.10651377443</c:v>
                </c:pt>
                <c:pt idx="493">
                  <c:v>5.10113621614</c:v>
                </c:pt>
                <c:pt idx="494">
                  <c:v>5.0931983213</c:v>
                </c:pt>
                <c:pt idx="495">
                  <c:v>5.08965411594</c:v>
                </c:pt>
                <c:pt idx="496">
                  <c:v>5.10285255846</c:v>
                </c:pt>
                <c:pt idx="497">
                  <c:v>5.09286236638</c:v>
                </c:pt>
                <c:pt idx="498">
                  <c:v>5.09223370896</c:v>
                </c:pt>
                <c:pt idx="499">
                  <c:v>5.08252554472</c:v>
                </c:pt>
                <c:pt idx="500">
                  <c:v>5.0869801872</c:v>
                </c:pt>
                <c:pt idx="501">
                  <c:v>5.08718758789</c:v>
                </c:pt>
                <c:pt idx="502">
                  <c:v>5.09390529989</c:v>
                </c:pt>
                <c:pt idx="503">
                  <c:v>5.1034227719</c:v>
                </c:pt>
                <c:pt idx="504">
                  <c:v>5.09789234829</c:v>
                </c:pt>
                <c:pt idx="505">
                  <c:v>5.09232159441</c:v>
                </c:pt>
                <c:pt idx="506">
                  <c:v>5.08926898376</c:v>
                </c:pt>
                <c:pt idx="507">
                  <c:v>5.1069974054</c:v>
                </c:pt>
                <c:pt idx="508">
                  <c:v>5.09826581753</c:v>
                </c:pt>
                <c:pt idx="509">
                  <c:v>5.0912923076</c:v>
                </c:pt>
                <c:pt idx="510">
                  <c:v>5.09002119262</c:v>
                </c:pt>
                <c:pt idx="511">
                  <c:v>5.0970730129</c:v>
                </c:pt>
                <c:pt idx="512">
                  <c:v>5.08719054497</c:v>
                </c:pt>
                <c:pt idx="513">
                  <c:v>5.09107140261</c:v>
                </c:pt>
                <c:pt idx="514">
                  <c:v>5.08516224573</c:v>
                </c:pt>
                <c:pt idx="515">
                  <c:v>5.07988665412</c:v>
                </c:pt>
                <c:pt idx="516">
                  <c:v>5.08468554251</c:v>
                </c:pt>
                <c:pt idx="517">
                  <c:v>5.09722432416</c:v>
                </c:pt>
                <c:pt idx="518">
                  <c:v>5.09450914034</c:v>
                </c:pt>
                <c:pt idx="519">
                  <c:v>5.08601933382</c:v>
                </c:pt>
                <c:pt idx="520">
                  <c:v>5.07849201072</c:v>
                </c:pt>
                <c:pt idx="521">
                  <c:v>5.07889176335</c:v>
                </c:pt>
                <c:pt idx="522">
                  <c:v>5.09110112638</c:v>
                </c:pt>
                <c:pt idx="523">
                  <c:v>5.08387834747</c:v>
                </c:pt>
                <c:pt idx="524">
                  <c:v>5.07423285244</c:v>
                </c:pt>
                <c:pt idx="525">
                  <c:v>5.0725750572</c:v>
                </c:pt>
                <c:pt idx="526">
                  <c:v>5.06807070313</c:v>
                </c:pt>
                <c:pt idx="527">
                  <c:v>5.07122131161</c:v>
                </c:pt>
                <c:pt idx="528">
                  <c:v>5.06781712237</c:v>
                </c:pt>
                <c:pt idx="529">
                  <c:v>5.063491876</c:v>
                </c:pt>
                <c:pt idx="530">
                  <c:v>5.07143471646</c:v>
                </c:pt>
                <c:pt idx="531">
                  <c:v>5.06837831906</c:v>
                </c:pt>
                <c:pt idx="532">
                  <c:v>5.06009918153</c:v>
                </c:pt>
                <c:pt idx="533">
                  <c:v>5.05267556983</c:v>
                </c:pt>
                <c:pt idx="534">
                  <c:v>5.04493939431</c:v>
                </c:pt>
                <c:pt idx="535">
                  <c:v>5.03719570738</c:v>
                </c:pt>
                <c:pt idx="536">
                  <c:v>5.03398818734</c:v>
                </c:pt>
                <c:pt idx="537">
                  <c:v>5.02932063795</c:v>
                </c:pt>
                <c:pt idx="538">
                  <c:v>5.02585548829</c:v>
                </c:pt>
                <c:pt idx="539">
                  <c:v>5.01861101104</c:v>
                </c:pt>
                <c:pt idx="540">
                  <c:v>5.02748486654</c:v>
                </c:pt>
                <c:pt idx="541">
                  <c:v>5.02205767058</c:v>
                </c:pt>
                <c:pt idx="542">
                  <c:v>5.01395976187</c:v>
                </c:pt>
                <c:pt idx="543">
                  <c:v>5.01457814419</c:v>
                </c:pt>
                <c:pt idx="544">
                  <c:v>5.01817909343</c:v>
                </c:pt>
                <c:pt idx="545">
                  <c:v>5.02458169511</c:v>
                </c:pt>
                <c:pt idx="546">
                  <c:v>5.02908757564</c:v>
                </c:pt>
                <c:pt idx="547">
                  <c:v>5.02733604666</c:v>
                </c:pt>
                <c:pt idx="548">
                  <c:v>5.02927358869</c:v>
                </c:pt>
                <c:pt idx="549">
                  <c:v>5.02953910231</c:v>
                </c:pt>
                <c:pt idx="550">
                  <c:v>5.02092167769</c:v>
                </c:pt>
                <c:pt idx="551">
                  <c:v>5.03532960331</c:v>
                </c:pt>
                <c:pt idx="552">
                  <c:v>5.03457000682</c:v>
                </c:pt>
                <c:pt idx="553">
                  <c:v>5.03653822912</c:v>
                </c:pt>
                <c:pt idx="554">
                  <c:v>5.04640160114</c:v>
                </c:pt>
                <c:pt idx="555">
                  <c:v>5.05480431204</c:v>
                </c:pt>
                <c:pt idx="556">
                  <c:v>5.05404530242</c:v>
                </c:pt>
                <c:pt idx="557">
                  <c:v>5.04841158948</c:v>
                </c:pt>
                <c:pt idx="558">
                  <c:v>5.04478912888</c:v>
                </c:pt>
                <c:pt idx="559">
                  <c:v>5.03662282901</c:v>
                </c:pt>
                <c:pt idx="560">
                  <c:v>5.02876244844</c:v>
                </c:pt>
                <c:pt idx="561">
                  <c:v>5.02930314488</c:v>
                </c:pt>
                <c:pt idx="562">
                  <c:v>5.02918966537</c:v>
                </c:pt>
                <c:pt idx="563">
                  <c:v>5.02653658849</c:v>
                </c:pt>
                <c:pt idx="564">
                  <c:v>5.01773712923</c:v>
                </c:pt>
                <c:pt idx="565">
                  <c:v>5.01568769889</c:v>
                </c:pt>
                <c:pt idx="566">
                  <c:v>5.02301295964</c:v>
                </c:pt>
                <c:pt idx="567">
                  <c:v>5.01843070947</c:v>
                </c:pt>
                <c:pt idx="568">
                  <c:v>5.01888563175</c:v>
                </c:pt>
                <c:pt idx="569">
                  <c:v>5.02516144222</c:v>
                </c:pt>
                <c:pt idx="570">
                  <c:v>5.0164645131</c:v>
                </c:pt>
                <c:pt idx="571">
                  <c:v>5.02023286098</c:v>
                </c:pt>
                <c:pt idx="572">
                  <c:v>5.01563778946</c:v>
                </c:pt>
                <c:pt idx="573">
                  <c:v>5.01120444936</c:v>
                </c:pt>
                <c:pt idx="574">
                  <c:v>5.01215504324</c:v>
                </c:pt>
                <c:pt idx="575">
                  <c:v>5.01560153213</c:v>
                </c:pt>
                <c:pt idx="576">
                  <c:v>5.00955366825</c:v>
                </c:pt>
                <c:pt idx="577">
                  <c:v>5.0116176649</c:v>
                </c:pt>
                <c:pt idx="578">
                  <c:v>5.00480730396</c:v>
                </c:pt>
                <c:pt idx="579">
                  <c:v>5.00053557333</c:v>
                </c:pt>
                <c:pt idx="580">
                  <c:v>5.03317844738</c:v>
                </c:pt>
                <c:pt idx="581">
                  <c:v>5.02871629499</c:v>
                </c:pt>
                <c:pt idx="582">
                  <c:v>5.02718981301</c:v>
                </c:pt>
                <c:pt idx="583">
                  <c:v>5.02231592808</c:v>
                </c:pt>
                <c:pt idx="584">
                  <c:v>5.01455160828</c:v>
                </c:pt>
                <c:pt idx="585">
                  <c:v>5.01440721406</c:v>
                </c:pt>
                <c:pt idx="586">
                  <c:v>5.02074390819</c:v>
                </c:pt>
                <c:pt idx="587">
                  <c:v>5.02171967216</c:v>
                </c:pt>
                <c:pt idx="588">
                  <c:v>5.0196933575</c:v>
                </c:pt>
                <c:pt idx="589">
                  <c:v>5.01120373462</c:v>
                </c:pt>
                <c:pt idx="590">
                  <c:v>5.01712014225</c:v>
                </c:pt>
                <c:pt idx="591">
                  <c:v>5.02193795132</c:v>
                </c:pt>
                <c:pt idx="592">
                  <c:v>5.02031061363</c:v>
                </c:pt>
                <c:pt idx="593">
                  <c:v>5.02340771591</c:v>
                </c:pt>
                <c:pt idx="594">
                  <c:v>5.01928191534</c:v>
                </c:pt>
                <c:pt idx="595">
                  <c:v>5.02358684295</c:v>
                </c:pt>
                <c:pt idx="596">
                  <c:v>5.01547310067</c:v>
                </c:pt>
                <c:pt idx="597">
                  <c:v>5.0079963088</c:v>
                </c:pt>
                <c:pt idx="598">
                  <c:v>5.0321268341</c:v>
                </c:pt>
                <c:pt idx="599">
                  <c:v>5.03350197056</c:v>
                </c:pt>
                <c:pt idx="600">
                  <c:v>5.04840474722</c:v>
                </c:pt>
                <c:pt idx="601">
                  <c:v>5.04523383694</c:v>
                </c:pt>
                <c:pt idx="602">
                  <c:v>5.04545633743</c:v>
                </c:pt>
                <c:pt idx="603">
                  <c:v>5.04834745697</c:v>
                </c:pt>
                <c:pt idx="604">
                  <c:v>5.04100497645</c:v>
                </c:pt>
                <c:pt idx="605">
                  <c:v>5.03948023693</c:v>
                </c:pt>
                <c:pt idx="606">
                  <c:v>5.05169545976</c:v>
                </c:pt>
                <c:pt idx="607">
                  <c:v>5.04777803894</c:v>
                </c:pt>
                <c:pt idx="608">
                  <c:v>5.04023061714</c:v>
                </c:pt>
                <c:pt idx="609">
                  <c:v>5.03360046292</c:v>
                </c:pt>
                <c:pt idx="610">
                  <c:v>5.05827629617</c:v>
                </c:pt>
                <c:pt idx="611">
                  <c:v>5.05664013302</c:v>
                </c:pt>
                <c:pt idx="612">
                  <c:v>5.04842643302</c:v>
                </c:pt>
                <c:pt idx="613">
                  <c:v>5.04387595066</c:v>
                </c:pt>
                <c:pt idx="614">
                  <c:v>5.04683132199</c:v>
                </c:pt>
                <c:pt idx="615">
                  <c:v>5.03948938801</c:v>
                </c:pt>
                <c:pt idx="616">
                  <c:v>5.04259762702</c:v>
                </c:pt>
                <c:pt idx="617">
                  <c:v>5.05030038325</c:v>
                </c:pt>
                <c:pt idx="618">
                  <c:v>5.06206036402</c:v>
                </c:pt>
                <c:pt idx="619">
                  <c:v>5.05563945939</c:v>
                </c:pt>
                <c:pt idx="620">
                  <c:v>5.0554904715</c:v>
                </c:pt>
                <c:pt idx="621">
                  <c:v>5.05171287062</c:v>
                </c:pt>
                <c:pt idx="622">
                  <c:v>5.04501234767</c:v>
                </c:pt>
                <c:pt idx="623">
                  <c:v>5.04135498316</c:v>
                </c:pt>
                <c:pt idx="624">
                  <c:v>5.0433784917</c:v>
                </c:pt>
                <c:pt idx="625">
                  <c:v>5.04321414752</c:v>
                </c:pt>
                <c:pt idx="626">
                  <c:v>5.03744546638</c:v>
                </c:pt>
                <c:pt idx="627">
                  <c:v>5.03195719386</c:v>
                </c:pt>
                <c:pt idx="628">
                  <c:v>5.03888501658</c:v>
                </c:pt>
                <c:pt idx="629">
                  <c:v>5.03574223612</c:v>
                </c:pt>
                <c:pt idx="630">
                  <c:v>5.03328579849</c:v>
                </c:pt>
                <c:pt idx="631">
                  <c:v>5.03293327377</c:v>
                </c:pt>
                <c:pt idx="632">
                  <c:v>5.03111155991</c:v>
                </c:pt>
                <c:pt idx="633">
                  <c:v>5.05180164257</c:v>
                </c:pt>
                <c:pt idx="634">
                  <c:v>5.06213115528</c:v>
                </c:pt>
                <c:pt idx="635">
                  <c:v>5.05489169114</c:v>
                </c:pt>
                <c:pt idx="636">
                  <c:v>5.07974616257</c:v>
                </c:pt>
                <c:pt idx="637">
                  <c:v>5.09778621059</c:v>
                </c:pt>
                <c:pt idx="638">
                  <c:v>5.09374402034</c:v>
                </c:pt>
                <c:pt idx="639">
                  <c:v>5.09314718796</c:v>
                </c:pt>
                <c:pt idx="640">
                  <c:v>5.08756755726</c:v>
                </c:pt>
                <c:pt idx="641">
                  <c:v>5.09629096099</c:v>
                </c:pt>
                <c:pt idx="642">
                  <c:v>5.09448657636</c:v>
                </c:pt>
                <c:pt idx="643">
                  <c:v>5.09471742146</c:v>
                </c:pt>
                <c:pt idx="644">
                  <c:v>5.0972206519</c:v>
                </c:pt>
                <c:pt idx="645">
                  <c:v>5.11553009665</c:v>
                </c:pt>
                <c:pt idx="646">
                  <c:v>5.11061267078</c:v>
                </c:pt>
                <c:pt idx="647">
                  <c:v>5.11046048255</c:v>
                </c:pt>
                <c:pt idx="648">
                  <c:v>5.12300199829</c:v>
                </c:pt>
                <c:pt idx="649">
                  <c:v>5.13092124074</c:v>
                </c:pt>
                <c:pt idx="650">
                  <c:v>5.12348775448</c:v>
                </c:pt>
                <c:pt idx="651">
                  <c:v>5.1388455725</c:v>
                </c:pt>
                <c:pt idx="652">
                  <c:v>5.1338088003</c:v>
                </c:pt>
                <c:pt idx="653">
                  <c:v>5.13425573472</c:v>
                </c:pt>
                <c:pt idx="654">
                  <c:v>5.12662337735</c:v>
                </c:pt>
                <c:pt idx="655">
                  <c:v>5.13903208699</c:v>
                </c:pt>
                <c:pt idx="656">
                  <c:v>5.13708511631</c:v>
                </c:pt>
                <c:pt idx="657">
                  <c:v>5.15829857646</c:v>
                </c:pt>
                <c:pt idx="658">
                  <c:v>5.15805364797</c:v>
                </c:pt>
                <c:pt idx="659">
                  <c:v>5.16015624257</c:v>
                </c:pt>
                <c:pt idx="660">
                  <c:v>5.16008473513</c:v>
                </c:pt>
                <c:pt idx="661">
                  <c:v>5.15943297253</c:v>
                </c:pt>
                <c:pt idx="662">
                  <c:v>5.16092691368</c:v>
                </c:pt>
                <c:pt idx="663">
                  <c:v>5.16847272623</c:v>
                </c:pt>
                <c:pt idx="664">
                  <c:v>5.17027340908</c:v>
                </c:pt>
                <c:pt idx="665">
                  <c:v>5.16545346475</c:v>
                </c:pt>
                <c:pt idx="666">
                  <c:v>5.15860015837</c:v>
                </c:pt>
                <c:pt idx="667">
                  <c:v>5.15196374083</c:v>
                </c:pt>
                <c:pt idx="668">
                  <c:v>5.15918054188</c:v>
                </c:pt>
                <c:pt idx="669">
                  <c:v>5.157795169</c:v>
                </c:pt>
                <c:pt idx="670">
                  <c:v>5.15030096481</c:v>
                </c:pt>
                <c:pt idx="671">
                  <c:v>5.14442273622</c:v>
                </c:pt>
                <c:pt idx="672">
                  <c:v>5.14472699275</c:v>
                </c:pt>
                <c:pt idx="673">
                  <c:v>5.14009911475</c:v>
                </c:pt>
                <c:pt idx="674">
                  <c:v>5.13414645542</c:v>
                </c:pt>
                <c:pt idx="675">
                  <c:v>5.12728272595</c:v>
                </c:pt>
                <c:pt idx="676">
                  <c:v>5.12448197584</c:v>
                </c:pt>
                <c:pt idx="677">
                  <c:v>5.12243362219</c:v>
                </c:pt>
                <c:pt idx="678">
                  <c:v>5.14021104086</c:v>
                </c:pt>
                <c:pt idx="679">
                  <c:v>5.13360572024</c:v>
                </c:pt>
                <c:pt idx="680">
                  <c:v>5.13374305231</c:v>
                </c:pt>
                <c:pt idx="681">
                  <c:v>5.12691241421</c:v>
                </c:pt>
                <c:pt idx="682">
                  <c:v>5.12106718898</c:v>
                </c:pt>
                <c:pt idx="683">
                  <c:v>5.11726619184</c:v>
                </c:pt>
                <c:pt idx="684">
                  <c:v>5.11044879158</c:v>
                </c:pt>
                <c:pt idx="685">
                  <c:v>5.11243504198</c:v>
                </c:pt>
                <c:pt idx="686">
                  <c:v>5.11562017668</c:v>
                </c:pt>
                <c:pt idx="687">
                  <c:v>5.12748189795</c:v>
                </c:pt>
                <c:pt idx="688">
                  <c:v>5.1653706518</c:v>
                </c:pt>
                <c:pt idx="689">
                  <c:v>5.15818630352</c:v>
                </c:pt>
                <c:pt idx="690">
                  <c:v>5.152130323</c:v>
                </c:pt>
                <c:pt idx="691">
                  <c:v>5.14780636989</c:v>
                </c:pt>
                <c:pt idx="692">
                  <c:v>5.1555820624</c:v>
                </c:pt>
                <c:pt idx="693">
                  <c:v>5.15282942424</c:v>
                </c:pt>
                <c:pt idx="694">
                  <c:v>5.14751147077</c:v>
                </c:pt>
                <c:pt idx="695">
                  <c:v>5.14178126282</c:v>
                </c:pt>
                <c:pt idx="696">
                  <c:v>5.16368664895</c:v>
                </c:pt>
                <c:pt idx="697">
                  <c:v>5.15773231914</c:v>
                </c:pt>
                <c:pt idx="698">
                  <c:v>5.16357185129</c:v>
                </c:pt>
                <c:pt idx="699">
                  <c:v>5.16224823837</c:v>
                </c:pt>
                <c:pt idx="700">
                  <c:v>5.15522573458</c:v>
                </c:pt>
                <c:pt idx="701">
                  <c:v>5.15021740656</c:v>
                </c:pt>
                <c:pt idx="702">
                  <c:v>5.1541003498</c:v>
                </c:pt>
                <c:pt idx="703">
                  <c:v>5.16177708009</c:v>
                </c:pt>
                <c:pt idx="704">
                  <c:v>5.15732836093</c:v>
                </c:pt>
                <c:pt idx="705">
                  <c:v>5.1529313288</c:v>
                </c:pt>
                <c:pt idx="706">
                  <c:v>5.1528233299</c:v>
                </c:pt>
                <c:pt idx="707">
                  <c:v>5.1465899446</c:v>
                </c:pt>
                <c:pt idx="708">
                  <c:v>5.15575727951</c:v>
                </c:pt>
                <c:pt idx="709">
                  <c:v>5.14854526034</c:v>
                </c:pt>
                <c:pt idx="710">
                  <c:v>5.14265228052</c:v>
                </c:pt>
                <c:pt idx="711">
                  <c:v>5.13793789432</c:v>
                </c:pt>
                <c:pt idx="712">
                  <c:v>5.13615814279</c:v>
                </c:pt>
                <c:pt idx="713">
                  <c:v>5.13082154009</c:v>
                </c:pt>
                <c:pt idx="714">
                  <c:v>5.12764328888</c:v>
                </c:pt>
                <c:pt idx="715">
                  <c:v>5.13347401483</c:v>
                </c:pt>
                <c:pt idx="716">
                  <c:v>5.1287609749</c:v>
                </c:pt>
                <c:pt idx="717">
                  <c:v>5.12241771924</c:v>
                </c:pt>
                <c:pt idx="718">
                  <c:v>5.12775575283</c:v>
                </c:pt>
                <c:pt idx="719">
                  <c:v>5.13225125665</c:v>
                </c:pt>
                <c:pt idx="720">
                  <c:v>5.13365914353</c:v>
                </c:pt>
                <c:pt idx="721">
                  <c:v>5.129858946</c:v>
                </c:pt>
                <c:pt idx="722">
                  <c:v>5.12682351669</c:v>
                </c:pt>
                <c:pt idx="723">
                  <c:v>5.15091864146</c:v>
                </c:pt>
                <c:pt idx="724">
                  <c:v>5.144646507</c:v>
                </c:pt>
                <c:pt idx="725">
                  <c:v>5.14102394169</c:v>
                </c:pt>
                <c:pt idx="726">
                  <c:v>5.13505456562</c:v>
                </c:pt>
                <c:pt idx="727">
                  <c:v>5.14076653977</c:v>
                </c:pt>
                <c:pt idx="728">
                  <c:v>5.13491061942</c:v>
                </c:pt>
                <c:pt idx="729">
                  <c:v>5.12796575895</c:v>
                </c:pt>
                <c:pt idx="730">
                  <c:v>5.13337151772</c:v>
                </c:pt>
                <c:pt idx="731">
                  <c:v>5.13389574395</c:v>
                </c:pt>
                <c:pt idx="732">
                  <c:v>5.14056001637</c:v>
                </c:pt>
                <c:pt idx="733">
                  <c:v>5.14056123452</c:v>
                </c:pt>
                <c:pt idx="734">
                  <c:v>5.13892221918</c:v>
                </c:pt>
                <c:pt idx="735">
                  <c:v>5.14930545303</c:v>
                </c:pt>
                <c:pt idx="736">
                  <c:v>5.14497359858</c:v>
                </c:pt>
                <c:pt idx="737">
                  <c:v>5.13820476413</c:v>
                </c:pt>
                <c:pt idx="738">
                  <c:v>5.15810105931</c:v>
                </c:pt>
                <c:pt idx="739">
                  <c:v>5.15808272593</c:v>
                </c:pt>
                <c:pt idx="740">
                  <c:v>5.15759868955</c:v>
                </c:pt>
                <c:pt idx="741">
                  <c:v>5.15431649544</c:v>
                </c:pt>
                <c:pt idx="742">
                  <c:v>5.15482055702</c:v>
                </c:pt>
                <c:pt idx="743">
                  <c:v>5.15689869493</c:v>
                </c:pt>
                <c:pt idx="744">
                  <c:v>5.1501432055</c:v>
                </c:pt>
                <c:pt idx="745">
                  <c:v>5.14787633018</c:v>
                </c:pt>
                <c:pt idx="746">
                  <c:v>5.14194798638</c:v>
                </c:pt>
                <c:pt idx="747">
                  <c:v>5.1353179978</c:v>
                </c:pt>
                <c:pt idx="748">
                  <c:v>5.13353949329</c:v>
                </c:pt>
                <c:pt idx="749">
                  <c:v>5.12684354629</c:v>
                </c:pt>
                <c:pt idx="750">
                  <c:v>5.12162863238</c:v>
                </c:pt>
                <c:pt idx="751">
                  <c:v>5.12125694973</c:v>
                </c:pt>
                <c:pt idx="752">
                  <c:v>5.12438973393</c:v>
                </c:pt>
                <c:pt idx="753">
                  <c:v>5.12156400904</c:v>
                </c:pt>
                <c:pt idx="754">
                  <c:v>5.11668272621</c:v>
                </c:pt>
                <c:pt idx="755">
                  <c:v>5.12190998959</c:v>
                </c:pt>
                <c:pt idx="756">
                  <c:v>5.1235284633</c:v>
                </c:pt>
                <c:pt idx="757">
                  <c:v>5.13105491054</c:v>
                </c:pt>
                <c:pt idx="758">
                  <c:v>5.12544970452</c:v>
                </c:pt>
                <c:pt idx="759">
                  <c:v>5.11891053602</c:v>
                </c:pt>
                <c:pt idx="760">
                  <c:v>5.12578911772</c:v>
                </c:pt>
                <c:pt idx="761">
                  <c:v>5.12670907202</c:v>
                </c:pt>
                <c:pt idx="762">
                  <c:v>5.12214858061</c:v>
                </c:pt>
                <c:pt idx="763">
                  <c:v>5.1160815952</c:v>
                </c:pt>
                <c:pt idx="764">
                  <c:v>5.11525144675</c:v>
                </c:pt>
                <c:pt idx="765">
                  <c:v>5.11083651087</c:v>
                </c:pt>
                <c:pt idx="766">
                  <c:v>5.10670336935</c:v>
                </c:pt>
                <c:pt idx="767">
                  <c:v>5.11119058439</c:v>
                </c:pt>
                <c:pt idx="768">
                  <c:v>5.11265025719</c:v>
                </c:pt>
                <c:pt idx="769">
                  <c:v>5.10638439664</c:v>
                </c:pt>
                <c:pt idx="770">
                  <c:v>5.10630764898</c:v>
                </c:pt>
                <c:pt idx="771">
                  <c:v>5.1194933357</c:v>
                </c:pt>
                <c:pt idx="772">
                  <c:v>5.12633828941</c:v>
                </c:pt>
                <c:pt idx="773">
                  <c:v>5.12772861243</c:v>
                </c:pt>
                <c:pt idx="774">
                  <c:v>5.1543402893</c:v>
                </c:pt>
                <c:pt idx="775">
                  <c:v>5.16226004635</c:v>
                </c:pt>
                <c:pt idx="776">
                  <c:v>5.15793146614</c:v>
                </c:pt>
                <c:pt idx="777">
                  <c:v>5.15455139225</c:v>
                </c:pt>
                <c:pt idx="778">
                  <c:v>5.15102531557</c:v>
                </c:pt>
                <c:pt idx="779">
                  <c:v>5.14475125399</c:v>
                </c:pt>
                <c:pt idx="780">
                  <c:v>5.14769240124</c:v>
                </c:pt>
                <c:pt idx="781">
                  <c:v>5.15555000806</c:v>
                </c:pt>
                <c:pt idx="782">
                  <c:v>5.15276831271</c:v>
                </c:pt>
                <c:pt idx="783">
                  <c:v>5.15293657791</c:v>
                </c:pt>
                <c:pt idx="784">
                  <c:v>5.15936468972</c:v>
                </c:pt>
                <c:pt idx="785">
                  <c:v>5.1592180491</c:v>
                </c:pt>
                <c:pt idx="786">
                  <c:v>5.15655352202</c:v>
                </c:pt>
                <c:pt idx="787">
                  <c:v>5.15310420418</c:v>
                </c:pt>
                <c:pt idx="788">
                  <c:v>5.1470067891</c:v>
                </c:pt>
                <c:pt idx="789">
                  <c:v>5.14264287619</c:v>
                </c:pt>
                <c:pt idx="790">
                  <c:v>5.14009208804</c:v>
                </c:pt>
                <c:pt idx="791">
                  <c:v>5.14843476753</c:v>
                </c:pt>
                <c:pt idx="792">
                  <c:v>5.1427892483</c:v>
                </c:pt>
                <c:pt idx="793">
                  <c:v>5.13780271235</c:v>
                </c:pt>
                <c:pt idx="794">
                  <c:v>5.14892819232</c:v>
                </c:pt>
                <c:pt idx="795">
                  <c:v>5.14268231147</c:v>
                </c:pt>
                <c:pt idx="796">
                  <c:v>5.13665108308</c:v>
                </c:pt>
                <c:pt idx="797">
                  <c:v>5.13930271054</c:v>
                </c:pt>
                <c:pt idx="798">
                  <c:v>5.14256385027</c:v>
                </c:pt>
                <c:pt idx="799">
                  <c:v>5.14618215764</c:v>
                </c:pt>
                <c:pt idx="800">
                  <c:v>5.15250988184</c:v>
                </c:pt>
                <c:pt idx="801">
                  <c:v>5.15493438694</c:v>
                </c:pt>
                <c:pt idx="802">
                  <c:v>5.15019665359</c:v>
                </c:pt>
                <c:pt idx="803">
                  <c:v>5.14501670767</c:v>
                </c:pt>
                <c:pt idx="804">
                  <c:v>5.13931923437</c:v>
                </c:pt>
                <c:pt idx="805">
                  <c:v>5.13548442442</c:v>
                </c:pt>
                <c:pt idx="806">
                  <c:v>5.1409638865</c:v>
                </c:pt>
                <c:pt idx="807">
                  <c:v>5.13988557732</c:v>
                </c:pt>
                <c:pt idx="808">
                  <c:v>5.14010018291</c:v>
                </c:pt>
                <c:pt idx="809">
                  <c:v>5.14205759096</c:v>
                </c:pt>
                <c:pt idx="810">
                  <c:v>5.14206945203</c:v>
                </c:pt>
                <c:pt idx="811">
                  <c:v>5.13841704415</c:v>
                </c:pt>
                <c:pt idx="812">
                  <c:v>5.14080109576</c:v>
                </c:pt>
                <c:pt idx="813">
                  <c:v>5.13460440468</c:v>
                </c:pt>
                <c:pt idx="814">
                  <c:v>5.14480149512</c:v>
                </c:pt>
                <c:pt idx="815">
                  <c:v>5.14245336453</c:v>
                </c:pt>
                <c:pt idx="816">
                  <c:v>5.13921865327</c:v>
                </c:pt>
                <c:pt idx="817">
                  <c:v>5.13894748839</c:v>
                </c:pt>
                <c:pt idx="818">
                  <c:v>5.13892428259</c:v>
                </c:pt>
                <c:pt idx="819">
                  <c:v>5.13501803085</c:v>
                </c:pt>
                <c:pt idx="820">
                  <c:v>5.13001986626</c:v>
                </c:pt>
                <c:pt idx="821">
                  <c:v>5.13050910945</c:v>
                </c:pt>
                <c:pt idx="822">
                  <c:v>5.12899424523</c:v>
                </c:pt>
                <c:pt idx="823">
                  <c:v>5.12434107721</c:v>
                </c:pt>
                <c:pt idx="824">
                  <c:v>5.11915089245</c:v>
                </c:pt>
                <c:pt idx="825">
                  <c:v>5.11502953307</c:v>
                </c:pt>
                <c:pt idx="826">
                  <c:v>5.11449316103</c:v>
                </c:pt>
                <c:pt idx="827">
                  <c:v>5.1101146185</c:v>
                </c:pt>
                <c:pt idx="828">
                  <c:v>5.10663209088</c:v>
                </c:pt>
                <c:pt idx="829">
                  <c:v>5.1006195694</c:v>
                </c:pt>
                <c:pt idx="830">
                  <c:v>5.09883928133</c:v>
                </c:pt>
                <c:pt idx="831">
                  <c:v>5.09447228892</c:v>
                </c:pt>
                <c:pt idx="832">
                  <c:v>5.08946885106</c:v>
                </c:pt>
                <c:pt idx="833">
                  <c:v>5.09847600734</c:v>
                </c:pt>
                <c:pt idx="834">
                  <c:v>5.10839675523</c:v>
                </c:pt>
                <c:pt idx="835">
                  <c:v>5.11092219245</c:v>
                </c:pt>
                <c:pt idx="836">
                  <c:v>5.10495254995</c:v>
                </c:pt>
                <c:pt idx="837">
                  <c:v>5.10622179706</c:v>
                </c:pt>
                <c:pt idx="838">
                  <c:v>5.10497473975</c:v>
                </c:pt>
                <c:pt idx="839">
                  <c:v>5.10310708969</c:v>
                </c:pt>
                <c:pt idx="840">
                  <c:v>5.09730285445</c:v>
                </c:pt>
                <c:pt idx="841">
                  <c:v>5.10103529321</c:v>
                </c:pt>
                <c:pt idx="842">
                  <c:v>5.0986621231</c:v>
                </c:pt>
                <c:pt idx="843">
                  <c:v>5.09312780291</c:v>
                </c:pt>
                <c:pt idx="844">
                  <c:v>5.09584047448</c:v>
                </c:pt>
                <c:pt idx="845">
                  <c:v>5.09396748112</c:v>
                </c:pt>
                <c:pt idx="846">
                  <c:v>5.08812145801</c:v>
                </c:pt>
                <c:pt idx="847">
                  <c:v>5.09958424691</c:v>
                </c:pt>
                <c:pt idx="848">
                  <c:v>5.10152934318</c:v>
                </c:pt>
                <c:pt idx="849">
                  <c:v>5.09669066469</c:v>
                </c:pt>
                <c:pt idx="850">
                  <c:v>5.09529782598</c:v>
                </c:pt>
                <c:pt idx="851">
                  <c:v>5.09061007191</c:v>
                </c:pt>
                <c:pt idx="852">
                  <c:v>5.08568875411</c:v>
                </c:pt>
                <c:pt idx="853">
                  <c:v>5.09038256881</c:v>
                </c:pt>
                <c:pt idx="854">
                  <c:v>5.0908588227</c:v>
                </c:pt>
                <c:pt idx="855">
                  <c:v>5.09142657547</c:v>
                </c:pt>
                <c:pt idx="856">
                  <c:v>5.08893953103</c:v>
                </c:pt>
                <c:pt idx="857">
                  <c:v>5.0831475308</c:v>
                </c:pt>
                <c:pt idx="858">
                  <c:v>5.08575258234</c:v>
                </c:pt>
                <c:pt idx="859">
                  <c:v>5.08497904543</c:v>
                </c:pt>
                <c:pt idx="860">
                  <c:v>5.08178221806</c:v>
                </c:pt>
                <c:pt idx="861">
                  <c:v>5.08249636104</c:v>
                </c:pt>
                <c:pt idx="862">
                  <c:v>5.07742372611</c:v>
                </c:pt>
                <c:pt idx="863">
                  <c:v>5.0910014625</c:v>
                </c:pt>
                <c:pt idx="864">
                  <c:v>5.08661776237</c:v>
                </c:pt>
                <c:pt idx="865">
                  <c:v>5.09718277371</c:v>
                </c:pt>
                <c:pt idx="866">
                  <c:v>5.09960066365</c:v>
                </c:pt>
                <c:pt idx="867">
                  <c:v>5.10816653276</c:v>
                </c:pt>
                <c:pt idx="868">
                  <c:v>5.10531401364</c:v>
                </c:pt>
                <c:pt idx="869">
                  <c:v>5.10453227484</c:v>
                </c:pt>
                <c:pt idx="870">
                  <c:v>5.10122013679</c:v>
                </c:pt>
                <c:pt idx="871">
                  <c:v>5.09560591423</c:v>
                </c:pt>
                <c:pt idx="872">
                  <c:v>5.09233266688</c:v>
                </c:pt>
                <c:pt idx="873">
                  <c:v>5.10971117471</c:v>
                </c:pt>
                <c:pt idx="874">
                  <c:v>5.108618579</c:v>
                </c:pt>
                <c:pt idx="875">
                  <c:v>5.10416534184</c:v>
                </c:pt>
                <c:pt idx="876">
                  <c:v>5.10246732748</c:v>
                </c:pt>
                <c:pt idx="877">
                  <c:v>5.09741483799</c:v>
                </c:pt>
                <c:pt idx="878">
                  <c:v>5.09684722218</c:v>
                </c:pt>
                <c:pt idx="879">
                  <c:v>5.09176083026</c:v>
                </c:pt>
                <c:pt idx="880">
                  <c:v>5.09694886799</c:v>
                </c:pt>
                <c:pt idx="881">
                  <c:v>5.10334062896</c:v>
                </c:pt>
                <c:pt idx="882">
                  <c:v>5.09786564258</c:v>
                </c:pt>
                <c:pt idx="883">
                  <c:v>5.10865023229</c:v>
                </c:pt>
                <c:pt idx="884">
                  <c:v>5.10546995396</c:v>
                </c:pt>
                <c:pt idx="885">
                  <c:v>5.10019856156</c:v>
                </c:pt>
                <c:pt idx="886">
                  <c:v>5.1165688571</c:v>
                </c:pt>
                <c:pt idx="887">
                  <c:v>5.1124741405</c:v>
                </c:pt>
                <c:pt idx="888">
                  <c:v>5.10802732804</c:v>
                </c:pt>
                <c:pt idx="889">
                  <c:v>5.10693178576</c:v>
                </c:pt>
                <c:pt idx="890">
                  <c:v>5.10289618093</c:v>
                </c:pt>
                <c:pt idx="891">
                  <c:v>5.09929424361</c:v>
                </c:pt>
                <c:pt idx="892">
                  <c:v>5.10237925573</c:v>
                </c:pt>
                <c:pt idx="893">
                  <c:v>5.10101153421</c:v>
                </c:pt>
                <c:pt idx="894">
                  <c:v>5.11053755924</c:v>
                </c:pt>
                <c:pt idx="895">
                  <c:v>5.10671318004</c:v>
                </c:pt>
                <c:pt idx="896">
                  <c:v>5.10497351086</c:v>
                </c:pt>
                <c:pt idx="897">
                  <c:v>5.10465256005</c:v>
                </c:pt>
                <c:pt idx="898">
                  <c:v>5.10570510893</c:v>
                </c:pt>
                <c:pt idx="899">
                  <c:v>5.10298001023</c:v>
                </c:pt>
                <c:pt idx="900">
                  <c:v>5.09954455519</c:v>
                </c:pt>
                <c:pt idx="901">
                  <c:v>5.09965993348</c:v>
                </c:pt>
                <c:pt idx="902">
                  <c:v>5.09455618299</c:v>
                </c:pt>
                <c:pt idx="903">
                  <c:v>5.09126999891</c:v>
                </c:pt>
                <c:pt idx="904">
                  <c:v>5.0931268712</c:v>
                </c:pt>
                <c:pt idx="905">
                  <c:v>5.09845264172</c:v>
                </c:pt>
                <c:pt idx="906">
                  <c:v>5.09508403917</c:v>
                </c:pt>
                <c:pt idx="907">
                  <c:v>5.09298382693</c:v>
                </c:pt>
                <c:pt idx="908">
                  <c:v>5.10671439434</c:v>
                </c:pt>
                <c:pt idx="909">
                  <c:v>5.10923610415</c:v>
                </c:pt>
                <c:pt idx="910">
                  <c:v>5.10406917131</c:v>
                </c:pt>
                <c:pt idx="911">
                  <c:v>5.09959076943</c:v>
                </c:pt>
                <c:pt idx="912">
                  <c:v>5.09416255789</c:v>
                </c:pt>
                <c:pt idx="913">
                  <c:v>5.08961691019</c:v>
                </c:pt>
                <c:pt idx="914">
                  <c:v>5.08560523793</c:v>
                </c:pt>
                <c:pt idx="915">
                  <c:v>5.08716228919</c:v>
                </c:pt>
                <c:pt idx="916">
                  <c:v>5.08776418266</c:v>
                </c:pt>
                <c:pt idx="917">
                  <c:v>5.08944783638</c:v>
                </c:pt>
                <c:pt idx="918">
                  <c:v>5.0862948132</c:v>
                </c:pt>
                <c:pt idx="919">
                  <c:v>5.09098146844</c:v>
                </c:pt>
                <c:pt idx="920">
                  <c:v>5.08556760945</c:v>
                </c:pt>
                <c:pt idx="921">
                  <c:v>5.08393317267</c:v>
                </c:pt>
                <c:pt idx="922">
                  <c:v>5.08023623351</c:v>
                </c:pt>
                <c:pt idx="923">
                  <c:v>5.0789002916</c:v>
                </c:pt>
                <c:pt idx="924">
                  <c:v>5.07787678473</c:v>
                </c:pt>
                <c:pt idx="925">
                  <c:v>5.07959909157</c:v>
                </c:pt>
                <c:pt idx="926">
                  <c:v>5.07602735021</c:v>
                </c:pt>
                <c:pt idx="927">
                  <c:v>5.07069564156</c:v>
                </c:pt>
                <c:pt idx="928">
                  <c:v>5.06851055943</c:v>
                </c:pt>
                <c:pt idx="929">
                  <c:v>5.0702149976</c:v>
                </c:pt>
                <c:pt idx="930">
                  <c:v>5.06783018908</c:v>
                </c:pt>
                <c:pt idx="931">
                  <c:v>5.0643360653</c:v>
                </c:pt>
                <c:pt idx="932">
                  <c:v>5.06298109437</c:v>
                </c:pt>
                <c:pt idx="933">
                  <c:v>5.06113589224</c:v>
                </c:pt>
                <c:pt idx="934">
                  <c:v>5.06664826033</c:v>
                </c:pt>
                <c:pt idx="935">
                  <c:v>5.07083808526</c:v>
                </c:pt>
                <c:pt idx="936">
                  <c:v>5.07487793347</c:v>
                </c:pt>
                <c:pt idx="937">
                  <c:v>5.07252272875</c:v>
                </c:pt>
                <c:pt idx="938">
                  <c:v>5.06774328236</c:v>
                </c:pt>
                <c:pt idx="939">
                  <c:v>5.0650338941</c:v>
                </c:pt>
                <c:pt idx="940">
                  <c:v>5.05983328839</c:v>
                </c:pt>
                <c:pt idx="941">
                  <c:v>5.05830852707</c:v>
                </c:pt>
                <c:pt idx="942">
                  <c:v>5.05530764745</c:v>
                </c:pt>
                <c:pt idx="943">
                  <c:v>5.05026648015</c:v>
                </c:pt>
                <c:pt idx="944">
                  <c:v>5.05446233535</c:v>
                </c:pt>
                <c:pt idx="945">
                  <c:v>5.05578864989</c:v>
                </c:pt>
                <c:pt idx="946">
                  <c:v>5.05306210137</c:v>
                </c:pt>
                <c:pt idx="947">
                  <c:v>5.05246611599</c:v>
                </c:pt>
                <c:pt idx="948">
                  <c:v>5.05986691596</c:v>
                </c:pt>
                <c:pt idx="949">
                  <c:v>5.05614646556</c:v>
                </c:pt>
                <c:pt idx="950">
                  <c:v>5.05117692395</c:v>
                </c:pt>
                <c:pt idx="951">
                  <c:v>5.04972011624</c:v>
                </c:pt>
                <c:pt idx="952">
                  <c:v>5.05324956505</c:v>
                </c:pt>
                <c:pt idx="953">
                  <c:v>5.0541398836</c:v>
                </c:pt>
                <c:pt idx="954">
                  <c:v>5.05327210469</c:v>
                </c:pt>
                <c:pt idx="955">
                  <c:v>5.05033904878</c:v>
                </c:pt>
                <c:pt idx="956">
                  <c:v>5.04777495934</c:v>
                </c:pt>
                <c:pt idx="957">
                  <c:v>5.04993916176</c:v>
                </c:pt>
                <c:pt idx="958">
                  <c:v>5.05112207209</c:v>
                </c:pt>
                <c:pt idx="959">
                  <c:v>5.04874906981</c:v>
                </c:pt>
                <c:pt idx="960">
                  <c:v>5.04445752254</c:v>
                </c:pt>
                <c:pt idx="961">
                  <c:v>5.04803094775</c:v>
                </c:pt>
                <c:pt idx="962">
                  <c:v>5.06093226968</c:v>
                </c:pt>
                <c:pt idx="963">
                  <c:v>5.06080132776</c:v>
                </c:pt>
                <c:pt idx="964">
                  <c:v>5.06345466413</c:v>
                </c:pt>
                <c:pt idx="965">
                  <c:v>5.07922830856</c:v>
                </c:pt>
                <c:pt idx="966">
                  <c:v>5.07592931755</c:v>
                </c:pt>
                <c:pt idx="967">
                  <c:v>5.07778859025</c:v>
                </c:pt>
                <c:pt idx="968">
                  <c:v>5.07376652631</c:v>
                </c:pt>
                <c:pt idx="969">
                  <c:v>5.07692426638</c:v>
                </c:pt>
                <c:pt idx="970">
                  <c:v>5.0966537295</c:v>
                </c:pt>
                <c:pt idx="971">
                  <c:v>5.09240280031</c:v>
                </c:pt>
                <c:pt idx="972">
                  <c:v>5.08721285432</c:v>
                </c:pt>
                <c:pt idx="973">
                  <c:v>5.08479264196</c:v>
                </c:pt>
                <c:pt idx="974">
                  <c:v>5.08271077251</c:v>
                </c:pt>
                <c:pt idx="975">
                  <c:v>5.08318389862</c:v>
                </c:pt>
                <c:pt idx="976">
                  <c:v>5.08032103359</c:v>
                </c:pt>
                <c:pt idx="977">
                  <c:v>5.09068028925</c:v>
                </c:pt>
                <c:pt idx="978">
                  <c:v>5.0899308352</c:v>
                </c:pt>
                <c:pt idx="979">
                  <c:v>5.08851889578</c:v>
                </c:pt>
                <c:pt idx="980">
                  <c:v>5.08573041159</c:v>
                </c:pt>
                <c:pt idx="981">
                  <c:v>5.0821523891</c:v>
                </c:pt>
                <c:pt idx="982">
                  <c:v>5.08288730255</c:v>
                </c:pt>
                <c:pt idx="983">
                  <c:v>5.08242775983</c:v>
                </c:pt>
                <c:pt idx="984">
                  <c:v>5.09072270373</c:v>
                </c:pt>
                <c:pt idx="985">
                  <c:v>5.08664604702</c:v>
                </c:pt>
                <c:pt idx="986">
                  <c:v>5.09347250827</c:v>
                </c:pt>
                <c:pt idx="987">
                  <c:v>5.09155292923</c:v>
                </c:pt>
                <c:pt idx="988">
                  <c:v>5.09156192952</c:v>
                </c:pt>
                <c:pt idx="989">
                  <c:v>5.08642937757</c:v>
                </c:pt>
                <c:pt idx="990">
                  <c:v>5.09434859499</c:v>
                </c:pt>
                <c:pt idx="991">
                  <c:v>5.09148866801</c:v>
                </c:pt>
                <c:pt idx="992">
                  <c:v>5.09318079361</c:v>
                </c:pt>
                <c:pt idx="993">
                  <c:v>5.0943293287</c:v>
                </c:pt>
                <c:pt idx="994">
                  <c:v>5.10035683198</c:v>
                </c:pt>
                <c:pt idx="995">
                  <c:v>5.09915693774</c:v>
                </c:pt>
                <c:pt idx="996">
                  <c:v>5.10249819323</c:v>
                </c:pt>
                <c:pt idx="997">
                  <c:v>5.09805074479</c:v>
                </c:pt>
                <c:pt idx="998">
                  <c:v>5.1010591371</c:v>
                </c:pt>
                <c:pt idx="999">
                  <c:v>5.09879241896</c:v>
                </c:pt>
              </c:numCache>
            </c:numRef>
          </c:yVal>
          <c:smooth val="0"/>
        </c:ser>
        <c:ser>
          <c:idx val="3"/>
          <c:order val="3"/>
          <c:tx>
            <c:v>Mean = 5</c:v>
          </c:tx>
          <c:spPr>
            <a:ln xmlns:a="http://schemas.openxmlformats.org/drawingml/2006/main" w="19050">
              <a:solidFill>
                <a:srgbClr val="526477"/>
              </a:solidFill>
              <a:prstDash val="dot"/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1</c:v>
                </c:pt>
                <c:pt idx="1">
                  <c:v>1000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Running average (minutes)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2"/>
      </c:valAx>
      <c:valAx>
        <c:axId val="48650112"/>
        <c:scaling>
          <c:logBase val="10"/>
          <c:orientation val="minMax"/>
          <c:max val="1000"/>
          <c:min val="1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Number of observations n (log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 = 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Exact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Data'!$B$2:$B$452</c:f>
              <c:numCache>
                <c:formatCode>0.0</c:formatCode>
                <c:ptCount val="4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1</c:v>
                </c:pt>
                <c:pt idx="151">
                  <c:v>0.980198673307</c:v>
                </c:pt>
                <c:pt idx="152">
                  <c:v>0.960789439152</c:v>
                </c:pt>
                <c:pt idx="153">
                  <c:v>0.941764533584</c:v>
                </c:pt>
                <c:pt idx="154">
                  <c:v>0.923116346387</c:v>
                </c:pt>
                <c:pt idx="155">
                  <c:v>0.904837418036</c:v>
                </c:pt>
                <c:pt idx="156">
                  <c:v>0.886920436717</c:v>
                </c:pt>
                <c:pt idx="157">
                  <c:v>0.869358235399</c:v>
                </c:pt>
                <c:pt idx="158">
                  <c:v>0.852143788966</c:v>
                </c:pt>
                <c:pt idx="159">
                  <c:v>0.835270211411</c:v>
                </c:pt>
                <c:pt idx="160">
                  <c:v>0.818730753078</c:v>
                </c:pt>
                <c:pt idx="161">
                  <c:v>0.802518797962</c:v>
                </c:pt>
                <c:pt idx="162">
                  <c:v>0.786627861067</c:v>
                </c:pt>
                <c:pt idx="163">
                  <c:v>0.771051585804</c:v>
                </c:pt>
                <c:pt idx="164">
                  <c:v>0.755783741456</c:v>
                </c:pt>
                <c:pt idx="165">
                  <c:v>0.740818220682</c:v>
                </c:pt>
                <c:pt idx="166">
                  <c:v>0.726149037074</c:v>
                </c:pt>
                <c:pt idx="167">
                  <c:v>0.711770322763</c:v>
                </c:pt>
                <c:pt idx="168">
                  <c:v>0.697676326071</c:v>
                </c:pt>
                <c:pt idx="169">
                  <c:v>0.683861409212</c:v>
                </c:pt>
                <c:pt idx="170">
                  <c:v>0.670320046036</c:v>
                </c:pt>
                <c:pt idx="171">
                  <c:v>0.657046819815</c:v>
                </c:pt>
                <c:pt idx="172">
                  <c:v>0.644036421083</c:v>
                </c:pt>
                <c:pt idx="173">
                  <c:v>0.631283645507</c:v>
                </c:pt>
                <c:pt idx="174">
                  <c:v>0.618783391806</c:v>
                </c:pt>
                <c:pt idx="175">
                  <c:v>0.606530659713</c:v>
                </c:pt>
                <c:pt idx="176">
                  <c:v>0.59452054797</c:v>
                </c:pt>
                <c:pt idx="177">
                  <c:v>0.582748252374</c:v>
                </c:pt>
                <c:pt idx="178">
                  <c:v>0.571209063849</c:v>
                </c:pt>
                <c:pt idx="179">
                  <c:v>0.559898366565</c:v>
                </c:pt>
                <c:pt idx="180">
                  <c:v>0.548811636094</c:v>
                </c:pt>
                <c:pt idx="181">
                  <c:v>0.537944437595</c:v>
                </c:pt>
                <c:pt idx="182">
                  <c:v>0.527292424043</c:v>
                </c:pt>
                <c:pt idx="183">
                  <c:v>0.516851334492</c:v>
                </c:pt>
                <c:pt idx="184">
                  <c:v>0.506616992366</c:v>
                </c:pt>
                <c:pt idx="185">
                  <c:v>0.496585303791</c:v>
                </c:pt>
                <c:pt idx="186">
                  <c:v>0.48675225596</c:v>
                </c:pt>
                <c:pt idx="187">
                  <c:v>0.477113915521</c:v>
                </c:pt>
                <c:pt idx="188">
                  <c:v>0.46766642701</c:v>
                </c:pt>
                <c:pt idx="189">
                  <c:v>0.458406011305</c:v>
                </c:pt>
                <c:pt idx="190">
                  <c:v>0.449328964117</c:v>
                </c:pt>
                <c:pt idx="191">
                  <c:v>0.440431654506</c:v>
                </c:pt>
                <c:pt idx="192">
                  <c:v>0.431710523429</c:v>
                </c:pt>
                <c:pt idx="193">
                  <c:v>0.423162082318</c:v>
                </c:pt>
                <c:pt idx="194">
                  <c:v>0.414782911682</c:v>
                </c:pt>
                <c:pt idx="195">
                  <c:v>0.406569659741</c:v>
                </c:pt>
                <c:pt idx="196">
                  <c:v>0.398519041085</c:v>
                </c:pt>
                <c:pt idx="197">
                  <c:v>0.390627835359</c:v>
                </c:pt>
                <c:pt idx="198">
                  <c:v>0.382892885975</c:v>
                </c:pt>
                <c:pt idx="199">
                  <c:v>0.375311098851</c:v>
                </c:pt>
                <c:pt idx="200">
                  <c:v>0.367879441171</c:v>
                </c:pt>
                <c:pt idx="201">
                  <c:v>0.360594940173</c:v>
                </c:pt>
                <c:pt idx="202">
                  <c:v>0.353454681959</c:v>
                </c:pt>
                <c:pt idx="203">
                  <c:v>0.34645581033</c:v>
                </c:pt>
                <c:pt idx="204">
                  <c:v>0.339595525645</c:v>
                </c:pt>
                <c:pt idx="205">
                  <c:v>0.332871083698</c:v>
                </c:pt>
                <c:pt idx="206">
                  <c:v>0.326279794623</c:v>
                </c:pt>
                <c:pt idx="207">
                  <c:v>0.319819021816</c:v>
                </c:pt>
                <c:pt idx="208">
                  <c:v>0.313486180883</c:v>
                </c:pt>
                <c:pt idx="209">
                  <c:v>0.307278738601</c:v>
                </c:pt>
                <c:pt idx="210">
                  <c:v>0.301194211912</c:v>
                </c:pt>
                <c:pt idx="211">
                  <c:v>0.295230166924</c:v>
                </c:pt>
                <c:pt idx="212">
                  <c:v>0.289384217939</c:v>
                </c:pt>
                <c:pt idx="213">
                  <c:v>0.2836540265</c:v>
                </c:pt>
                <c:pt idx="214">
                  <c:v>0.278037300453</c:v>
                </c:pt>
                <c:pt idx="215">
                  <c:v>0.272531793034</c:v>
                </c:pt>
                <c:pt idx="216">
                  <c:v>0.267135301966</c:v>
                </c:pt>
                <c:pt idx="217">
                  <c:v>0.26184566858</c:v>
                </c:pt>
                <c:pt idx="218">
                  <c:v>0.256660776954</c:v>
                </c:pt>
                <c:pt idx="219">
                  <c:v>0.25157855306</c:v>
                </c:pt>
                <c:pt idx="220">
                  <c:v>0.246596963942</c:v>
                </c:pt>
                <c:pt idx="221">
                  <c:v>0.241714016897</c:v>
                </c:pt>
                <c:pt idx="222">
                  <c:v>0.236927758682</c:v>
                </c:pt>
                <c:pt idx="223">
                  <c:v>0.23223627473</c:v>
                </c:pt>
                <c:pt idx="224">
                  <c:v>0.227637688384</c:v>
                </c:pt>
                <c:pt idx="225">
                  <c:v>0.223130160148</c:v>
                </c:pt>
                <c:pt idx="226">
                  <c:v>0.218711886952</c:v>
                </c:pt>
                <c:pt idx="227">
                  <c:v>0.214381101427</c:v>
                </c:pt>
                <c:pt idx="228">
                  <c:v>0.210136071201</c:v>
                </c:pt>
                <c:pt idx="229">
                  <c:v>0.205975098205</c:v>
                </c:pt>
                <c:pt idx="230">
                  <c:v>0.201896517995</c:v>
                </c:pt>
                <c:pt idx="231">
                  <c:v>0.197898699084</c:v>
                </c:pt>
                <c:pt idx="232">
                  <c:v>0.193980042291</c:v>
                </c:pt>
                <c:pt idx="233">
                  <c:v>0.190138980102</c:v>
                </c:pt>
                <c:pt idx="234">
                  <c:v>0.186373976039</c:v>
                </c:pt>
                <c:pt idx="235">
                  <c:v>0.182683524053</c:v>
                </c:pt>
                <c:pt idx="236">
                  <c:v>0.179066147911</c:v>
                </c:pt>
                <c:pt idx="237">
                  <c:v>0.175520400617</c:v>
                </c:pt>
                <c:pt idx="238">
                  <c:v>0.172044863823</c:v>
                </c:pt>
                <c:pt idx="239">
                  <c:v>0.168638147269</c:v>
                </c:pt>
                <c:pt idx="240">
                  <c:v>0.165298888222</c:v>
                </c:pt>
                <c:pt idx="241">
                  <c:v>0.162025750934</c:v>
                </c:pt>
                <c:pt idx="242">
                  <c:v>0.158817426107</c:v>
                </c:pt>
                <c:pt idx="243">
                  <c:v>0.155672630368</c:v>
                </c:pt>
                <c:pt idx="244">
                  <c:v>0.152590105757</c:v>
                </c:pt>
                <c:pt idx="245">
                  <c:v>0.149568619223</c:v>
                </c:pt>
                <c:pt idx="246">
                  <c:v>0.14660696213</c:v>
                </c:pt>
                <c:pt idx="247">
                  <c:v>0.143703949778</c:v>
                </c:pt>
                <c:pt idx="248">
                  <c:v>0.140858420921</c:v>
                </c:pt>
                <c:pt idx="249">
                  <c:v>0.138069237311</c:v>
                </c:pt>
                <c:pt idx="250">
                  <c:v>0.135335283237</c:v>
                </c:pt>
                <c:pt idx="251">
                  <c:v>0.13265546508</c:v>
                </c:pt>
                <c:pt idx="252">
                  <c:v>0.130028710878</c:v>
                </c:pt>
                <c:pt idx="253">
                  <c:v>0.127453969895</c:v>
                </c:pt>
                <c:pt idx="254">
                  <c:v>0.124930212199</c:v>
                </c:pt>
                <c:pt idx="255">
                  <c:v>0.122456428253</c:v>
                </c:pt>
                <c:pt idx="256">
                  <c:v>0.120031628511</c:v>
                </c:pt>
                <c:pt idx="257">
                  <c:v>0.117654843022</c:v>
                </c:pt>
                <c:pt idx="258">
                  <c:v>0.115325121038</c:v>
                </c:pt>
                <c:pt idx="259">
                  <c:v>0.11304153064</c:v>
                </c:pt>
                <c:pt idx="260">
                  <c:v>0.110803158362</c:v>
                </c:pt>
                <c:pt idx="261">
                  <c:v>0.108609108825</c:v>
                </c:pt>
                <c:pt idx="262">
                  <c:v>0.106458504379</c:v>
                </c:pt>
                <c:pt idx="263">
                  <c:v>0.104350484755</c:v>
                </c:pt>
                <c:pt idx="264">
                  <c:v>0.102284206716</c:v>
                </c:pt>
                <c:pt idx="265">
                  <c:v>0.100258843723</c:v>
                </c:pt>
                <c:pt idx="266">
                  <c:v>0.0982735856044</c:v>
                </c:pt>
                <c:pt idx="267">
                  <c:v>0.0963276382305</c:v>
                </c:pt>
                <c:pt idx="268">
                  <c:v>0.0944202231963</c:v>
                </c:pt>
                <c:pt idx="269">
                  <c:v>0.0925505775103</c:v>
                </c:pt>
                <c:pt idx="270">
                  <c:v>0.0907179532894</c:v>
                </c:pt>
                <c:pt idx="271">
                  <c:v>0.0889216174594</c:v>
                </c:pt>
                <c:pt idx="272">
                  <c:v>0.087160851462</c:v>
                </c:pt>
                <c:pt idx="273">
                  <c:v>0.0854349509673</c:v>
                </c:pt>
                <c:pt idx="274">
                  <c:v>0.0837432255922</c:v>
                </c:pt>
                <c:pt idx="275">
                  <c:v>0.0820849986239</c:v>
                </c:pt>
                <c:pt idx="276">
                  <c:v>0.0804596067495</c:v>
                </c:pt>
                <c:pt idx="277">
                  <c:v>0.0788663997907</c:v>
                </c:pt>
                <c:pt idx="278">
                  <c:v>0.0773047404433</c:v>
                </c:pt>
                <c:pt idx="279">
                  <c:v>0.0757740040228</c:v>
                </c:pt>
                <c:pt idx="280">
                  <c:v>0.0742735782143</c:v>
                </c:pt>
                <c:pt idx="281">
                  <c:v>0.0728028628274</c:v>
                </c:pt>
                <c:pt idx="282">
                  <c:v>0.0713612695564</c:v>
                </c:pt>
                <c:pt idx="283">
                  <c:v>0.0699482217447</c:v>
                </c:pt>
                <c:pt idx="284">
                  <c:v>0.0685631541543</c:v>
                </c:pt>
                <c:pt idx="285">
                  <c:v>0.0672055127397</c:v>
                </c:pt>
                <c:pt idx="286">
                  <c:v>0.0658747544264</c:v>
                </c:pt>
                <c:pt idx="287">
                  <c:v>0.0645703468932</c:v>
                </c:pt>
                <c:pt idx="288">
                  <c:v>0.0632917683596</c:v>
                </c:pt>
                <c:pt idx="289">
                  <c:v>0.0620385073774</c:v>
                </c:pt>
                <c:pt idx="290">
                  <c:v>0.0608100626252</c:v>
                </c:pt>
                <c:pt idx="291">
                  <c:v>0.0596059427089</c:v>
                </c:pt>
                <c:pt idx="292">
                  <c:v>0.0584256659645</c:v>
                </c:pt>
                <c:pt idx="293">
                  <c:v>0.0572687602655</c:v>
                </c:pt>
                <c:pt idx="294">
                  <c:v>0.0561347628341</c:v>
                </c:pt>
                <c:pt idx="295">
                  <c:v>0.0550232200564</c:v>
                </c:pt>
                <c:pt idx="296">
                  <c:v>0.0539336873004</c:v>
                </c:pt>
                <c:pt idx="297">
                  <c:v>0.0528657287384</c:v>
                </c:pt>
                <c:pt idx="298">
                  <c:v>0.0518189171727</c:v>
                </c:pt>
                <c:pt idx="299">
                  <c:v>0.0507928338649</c:v>
                </c:pt>
                <c:pt idx="300">
                  <c:v>0.0497870683679</c:v>
                </c:pt>
                <c:pt idx="301">
                  <c:v>0.048801218362</c:v>
                </c:pt>
                <c:pt idx="302">
                  <c:v>0.0478348894942</c:v>
                </c:pt>
                <c:pt idx="303">
                  <c:v>0.04688769522</c:v>
                </c:pt>
                <c:pt idx="304">
                  <c:v>0.045959256649</c:v>
                </c:pt>
                <c:pt idx="305">
                  <c:v>0.0450492023936</c:v>
                </c:pt>
                <c:pt idx="306">
                  <c:v>0.0441571684197</c:v>
                </c:pt>
                <c:pt idx="307">
                  <c:v>0.043282797902</c:v>
                </c:pt>
                <c:pt idx="308">
                  <c:v>0.0424257410805</c:v>
                </c:pt>
                <c:pt idx="309">
                  <c:v>0.0415856551212</c:v>
                </c:pt>
                <c:pt idx="310">
                  <c:v>0.0407622039784</c:v>
                </c:pt>
                <c:pt idx="311">
                  <c:v>0.0399550582607</c:v>
                </c:pt>
                <c:pt idx="312">
                  <c:v>0.039163895099</c:v>
                </c:pt>
                <c:pt idx="313">
                  <c:v>0.0383883980176</c:v>
                </c:pt>
                <c:pt idx="314">
                  <c:v>0.0376282568072</c:v>
                </c:pt>
                <c:pt idx="315">
                  <c:v>0.0368831674012</c:v>
                </c:pt>
                <c:pt idx="316">
                  <c:v>0.036152831754</c:v>
                </c:pt>
                <c:pt idx="317">
                  <c:v>0.0354369577216</c:v>
                </c:pt>
                <c:pt idx="318">
                  <c:v>0.0347352589447</c:v>
                </c:pt>
                <c:pt idx="319">
                  <c:v>0.0340474547346</c:v>
                </c:pt>
                <c:pt idx="320">
                  <c:v>0.0333732699603</c:v>
                </c:pt>
                <c:pt idx="321">
                  <c:v>0.032712434939</c:v>
                </c:pt>
                <c:pt idx="322">
                  <c:v>0.0320646853279</c:v>
                </c:pt>
                <c:pt idx="323">
                  <c:v>0.0314297620184</c:v>
                </c:pt>
                <c:pt idx="324">
                  <c:v>0.0308074110328</c:v>
                </c:pt>
                <c:pt idx="325">
                  <c:v>0.0301973834223</c:v>
                </c:pt>
                <c:pt idx="326">
                  <c:v>0.0295994351679</c:v>
                </c:pt>
                <c:pt idx="327">
                  <c:v>0.0290133270822</c:v>
                </c:pt>
                <c:pt idx="328">
                  <c:v>0.0284388247142</c:v>
                </c:pt>
                <c:pt idx="329">
                  <c:v>0.0278756982552</c:v>
                </c:pt>
                <c:pt idx="330">
                  <c:v>0.0273237224473</c:v>
                </c:pt>
                <c:pt idx="331">
                  <c:v>0.0267826764926</c:v>
                </c:pt>
                <c:pt idx="332">
                  <c:v>0.0262523439657</c:v>
                </c:pt>
                <c:pt idx="333">
                  <c:v>0.0257325127264</c:v>
                </c:pt>
                <c:pt idx="334">
                  <c:v>0.0252229748352</c:v>
                </c:pt>
                <c:pt idx="335">
                  <c:v>0.0247235264703</c:v>
                </c:pt>
                <c:pt idx="336">
                  <c:v>0.0242339678457</c:v>
                </c:pt>
                <c:pt idx="337">
                  <c:v>0.0237541031313</c:v>
                </c:pt>
                <c:pt idx="338">
                  <c:v>0.0232837403749</c:v>
                </c:pt>
                <c:pt idx="339">
                  <c:v>0.0228226914251</c:v>
                </c:pt>
                <c:pt idx="340">
                  <c:v>0.0223707718562</c:v>
                </c:pt>
                <c:pt idx="341">
                  <c:v>0.0219278008943</c:v>
                </c:pt>
                <c:pt idx="342">
                  <c:v>0.0214936013451</c:v>
                </c:pt>
                <c:pt idx="343">
                  <c:v>0.021067999523</c:v>
                </c:pt>
                <c:pt idx="344">
                  <c:v>0.0206508251817</c:v>
                </c:pt>
                <c:pt idx="345">
                  <c:v>0.0202419114458</c:v>
                </c:pt>
                <c:pt idx="346">
                  <c:v>0.0198410947444</c:v>
                </c:pt>
                <c:pt idx="347">
                  <c:v>0.0194482147454</c:v>
                </c:pt>
                <c:pt idx="348">
                  <c:v>0.0190631142916</c:v>
                </c:pt>
                <c:pt idx="349">
                  <c:v>0.0186856393377</c:v>
                </c:pt>
                <c:pt idx="350">
                  <c:v>0.0183156388887</c:v>
                </c:pt>
                <c:pt idx="351">
                  <c:v>0.0179529649395</c:v>
                </c:pt>
                <c:pt idx="352">
                  <c:v>0.0175974724156</c:v>
                </c:pt>
                <c:pt idx="353">
                  <c:v>0.0172490191153</c:v>
                </c:pt>
                <c:pt idx="354">
                  <c:v>0.0169074656527</c:v>
                </c:pt>
                <c:pt idx="355">
                  <c:v>0.0165726754018</c:v>
                </c:pt>
                <c:pt idx="356">
                  <c:v>0.0162445144419</c:v>
                </c:pt>
                <c:pt idx="357">
                  <c:v>0.0159228515045</c:v>
                </c:pt>
                <c:pt idx="358">
                  <c:v>0.01560755792</c:v>
                </c:pt>
                <c:pt idx="359">
                  <c:v>0.0152985075667</c:v>
                </c:pt>
                <c:pt idx="360">
                  <c:v>0.0149955768205</c:v>
                </c:pt>
                <c:pt idx="361">
                  <c:v>0.0146986445049</c:v>
                </c:pt>
                <c:pt idx="362">
                  <c:v>0.0144075918431</c:v>
                </c:pt>
                <c:pt idx="363">
                  <c:v>0.0141223024102</c:v>
                </c:pt>
                <c:pt idx="364">
                  <c:v>0.0138426620865</c:v>
                </c:pt>
                <c:pt idx="365">
                  <c:v>0.0135685590122</c:v>
                </c:pt>
                <c:pt idx="366">
                  <c:v>0.0132998835424</c:v>
                </c:pt>
                <c:pt idx="367">
                  <c:v>0.0130365282034</c:v>
                </c:pt>
                <c:pt idx="368">
                  <c:v>0.0127783876495</c:v>
                </c:pt>
                <c:pt idx="369">
                  <c:v>0.0125253586211</c:v>
                </c:pt>
                <c:pt idx="370">
                  <c:v>0.0122773399031</c:v>
                </c:pt>
                <c:pt idx="371">
                  <c:v>0.0120342322847</c:v>
                </c:pt>
                <c:pt idx="372">
                  <c:v>0.0117959385198</c:v>
                </c:pt>
                <c:pt idx="373">
                  <c:v>0.0115623632875</c:v>
                </c:pt>
                <c:pt idx="374">
                  <c:v>0.0113334131547</c:v>
                </c:pt>
                <c:pt idx="375">
                  <c:v>0.0111089965382</c:v>
                </c:pt>
                <c:pt idx="376">
                  <c:v>0.0108890236686</c:v>
                </c:pt>
                <c:pt idx="377">
                  <c:v>0.0106734065535</c:v>
                </c:pt>
                <c:pt idx="378">
                  <c:v>0.0104620589434</c:v>
                </c:pt>
                <c:pt idx="379">
                  <c:v>0.0102548962964</c:v>
                </c:pt>
                <c:pt idx="380">
                  <c:v>0.0100518357446</c:v>
                </c:pt>
                <c:pt idx="381">
                  <c:v>0.00985279606119</c:v>
                </c:pt>
                <c:pt idx="382">
                  <c:v>0.00965769762754</c:v>
                </c:pt>
                <c:pt idx="383">
                  <c:v>0.00946646240171</c:v>
                </c:pt>
                <c:pt idx="384">
                  <c:v>0.00927901388706</c:v>
                </c:pt>
                <c:pt idx="385">
                  <c:v>0.0090952771017</c:v>
                </c:pt>
                <c:pt idx="386">
                  <c:v>0.00891517854844</c:v>
                </c:pt>
                <c:pt idx="387">
                  <c:v>0.00873864618547</c:v>
                </c:pt>
                <c:pt idx="388">
                  <c:v>0.0085656093975</c:v>
                </c:pt>
                <c:pt idx="389">
                  <c:v>0.00839599896749</c:v>
                </c:pt>
                <c:pt idx="390">
                  <c:v>0.00822974704902</c:v>
                </c:pt>
                <c:pt idx="391">
                  <c:v>0.0080667871391</c:v>
                </c:pt>
                <c:pt idx="392">
                  <c:v>0.00790705405159</c:v>
                </c:pt>
                <c:pt idx="393">
                  <c:v>0.00775048389114</c:v>
                </c:pt>
                <c:pt idx="394">
                  <c:v>0.00759701402758</c:v>
                </c:pt>
                <c:pt idx="395">
                  <c:v>0.00744658307092</c:v>
                </c:pt>
                <c:pt idx="396">
                  <c:v>0.00729913084679</c:v>
                </c:pt>
                <c:pt idx="397">
                  <c:v>0.00715459837231</c:v>
                </c:pt>
                <c:pt idx="398">
                  <c:v>0.00701292783259</c:v>
                </c:pt>
                <c:pt idx="399">
                  <c:v>0.0068740625575</c:v>
                </c:pt>
                <c:pt idx="400">
                  <c:v>0.00673794699909</c:v>
                </c:pt>
                <c:pt idx="401">
                  <c:v>0.00660452670931</c:v>
                </c:pt>
                <c:pt idx="402">
                  <c:v>0.00647374831829</c:v>
                </c:pt>
                <c:pt idx="403">
                  <c:v>0.00634555951291</c:v>
                </c:pt>
                <c:pt idx="404">
                  <c:v>0.00621990901594</c:v>
                </c:pt>
                <c:pt idx="405">
                  <c:v>0.00609674656552</c:v>
                </c:pt>
                <c:pt idx="406">
                  <c:v>0.00597602289501</c:v>
                </c:pt>
                <c:pt idx="407">
                  <c:v>0.00585768971334</c:v>
                </c:pt>
                <c:pt idx="408">
                  <c:v>0.00574169968565</c:v>
                </c:pt>
                <c:pt idx="409">
                  <c:v>0.0056280064144</c:v>
                </c:pt>
                <c:pt idx="410">
                  <c:v>0.00551656442076</c:v>
                </c:pt>
                <c:pt idx="411">
                  <c:v>0.00540732912644</c:v>
                </c:pt>
                <c:pt idx="412">
                  <c:v>0.00530025683587</c:v>
                </c:pt>
                <c:pt idx="413">
                  <c:v>0.00519530471871</c:v>
                </c:pt>
                <c:pt idx="414">
                  <c:v>0.0050924307927</c:v>
                </c:pt>
                <c:pt idx="415">
                  <c:v>0.00499159390691</c:v>
                </c:pt>
                <c:pt idx="416">
                  <c:v>0.00489275372524</c:v>
                </c:pt>
                <c:pt idx="417">
                  <c:v>0.0047958707103</c:v>
                </c:pt>
                <c:pt idx="418">
                  <c:v>0.00470090610758</c:v>
                </c:pt>
                <c:pt idx="419">
                  <c:v>0.00460782192999</c:v>
                </c:pt>
                <c:pt idx="420">
                  <c:v>0.00451658094261</c:v>
                </c:pt>
                <c:pt idx="421">
                  <c:v>0.00442714664783</c:v>
                </c:pt>
                <c:pt idx="422">
                  <c:v>0.00433948327074</c:v>
                </c:pt>
                <c:pt idx="423">
                  <c:v>0.00425355574482</c:v>
                </c:pt>
                <c:pt idx="424">
                  <c:v>0.0041693296979</c:v>
                </c:pt>
                <c:pt idx="425">
                  <c:v>0.00408677143846</c:v>
                </c:pt>
                <c:pt idx="426">
                  <c:v>0.00400584794209</c:v>
                </c:pt>
                <c:pt idx="427">
                  <c:v>0.00392652683831</c:v>
                </c:pt>
                <c:pt idx="428">
                  <c:v>0.00384877639761</c:v>
                </c:pt>
                <c:pt idx="429">
                  <c:v>0.00377256551879</c:v>
                </c:pt>
                <c:pt idx="430">
                  <c:v>0.00369786371648</c:v>
                </c:pt>
                <c:pt idx="431">
                  <c:v>0.00362464110897</c:v>
                </c:pt>
                <c:pt idx="432">
                  <c:v>0.00355286840622</c:v>
                </c:pt>
                <c:pt idx="433">
                  <c:v>0.00348251689821</c:v>
                </c:pt>
                <c:pt idx="434">
                  <c:v>0.0034135584434</c:v>
                </c:pt>
                <c:pt idx="435">
                  <c:v>0.00334596545747</c:v>
                </c:pt>
                <c:pt idx="436">
                  <c:v>0.00327971090234</c:v>
                </c:pt>
                <c:pt idx="437">
                  <c:v>0.00321476827531</c:v>
                </c:pt>
                <c:pt idx="438">
                  <c:v>0.00315111159844</c:v>
                </c:pt>
                <c:pt idx="439">
                  <c:v>0.00308871540824</c:v>
                </c:pt>
                <c:pt idx="440">
                  <c:v>0.00302755474538</c:v>
                </c:pt>
                <c:pt idx="441">
                  <c:v>0.00296760514478</c:v>
                </c:pt>
                <c:pt idx="442">
                  <c:v>0.00290884262581</c:v>
                </c:pt>
                <c:pt idx="443">
                  <c:v>0.00285124368268</c:v>
                </c:pt>
                <c:pt idx="444">
                  <c:v>0.00279478527504</c:v>
                </c:pt>
                <c:pt idx="445">
                  <c:v>0.00273944481877</c:v>
                </c:pt>
                <c:pt idx="446">
                  <c:v>0.00268520017695</c:v>
                </c:pt>
                <c:pt idx="447">
                  <c:v>0.00263202965101</c:v>
                </c:pt>
                <c:pt idx="448">
                  <c:v>0.00257991197203</c:v>
                </c:pt>
                <c:pt idx="449">
                  <c:v>0.00252882629223</c:v>
                </c:pt>
                <c:pt idx="450">
                  <c:v>0.00247875217667</c:v>
                </c:pt>
              </c:numCache>
            </c:numRef>
          </c:yVal>
          <c:smooth val="0"/>
        </c:ser>
        <c:ser>
          <c:idx val="1"/>
          <c:order val="1"/>
          <c:tx>
            <c:v>Normal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Data'!$D$2:$D$452</c:f>
              <c:numCache>
                <c:formatCode>0.0</c:formatCode>
                <c:ptCount val="451"/>
                <c:pt idx="0">
                  <c:v>0.000133830225765</c:v>
                </c:pt>
                <c:pt idx="1">
                  <c:v>0.000144947560424</c:v>
                </c:pt>
                <c:pt idx="2">
                  <c:v>0.000156925634066</c:v>
                </c:pt>
                <c:pt idx="3">
                  <c:v>0.000169825599429</c:v>
                </c:pt>
                <c:pt idx="4">
                  <c:v>0.000183712498002</c:v>
                </c:pt>
                <c:pt idx="5">
                  <c:v>0.000198655471393</c:v>
                </c:pt>
                <c:pt idx="6">
                  <c:v>0.0002147279815</c:v>
                </c:pt>
                <c:pt idx="7">
                  <c:v>0.000232008039657</c:v>
                </c:pt>
                <c:pt idx="8">
                  <c:v>0.000250578444891</c:v>
                </c:pt>
                <c:pt idx="9">
                  <c:v>0.000270527031462</c:v>
                </c:pt>
                <c:pt idx="10">
                  <c:v>0.000291946925791</c:v>
                </c:pt>
                <c:pt idx="11">
                  <c:v>0.000314936812908</c:v>
                </c:pt>
                <c:pt idx="12">
                  <c:v>0.000339601212484</c:v>
                </c:pt>
                <c:pt idx="13">
                  <c:v>0.000366050764557</c:v>
                </c:pt>
                <c:pt idx="14">
                  <c:v>0.000394402524969</c:v>
                </c:pt>
                <c:pt idx="15">
                  <c:v>0.000424780270551</c:v>
                </c:pt>
                <c:pt idx="16">
                  <c:v>0.00045731481406</c:v>
                </c:pt>
                <c:pt idx="17">
                  <c:v>0.000492144328833</c:v>
                </c:pt>
                <c:pt idx="18">
                  <c:v>0.000529414683095</c:v>
                </c:pt>
                <c:pt idx="19">
                  <c:v>0.000569279783834</c:v>
                </c:pt>
                <c:pt idx="20">
                  <c:v>0.000611901930114</c:v>
                </c:pt>
                <c:pt idx="21">
                  <c:v>0.000657452175655</c:v>
                </c:pt>
                <c:pt idx="22">
                  <c:v>0.000706110700488</c:v>
                </c:pt>
                <c:pt idx="23">
                  <c:v>0.000758067191429</c:v>
                </c:pt>
                <c:pt idx="24">
                  <c:v>0.000813521231082</c:v>
                </c:pt>
                <c:pt idx="25">
                  <c:v>0.000872682695046</c:v>
                </c:pt>
                <c:pt idx="26">
                  <c:v>0.000935772156927</c:v>
                </c:pt>
                <c:pt idx="27">
                  <c:v>0.00100302130073</c:v>
                </c:pt>
                <c:pt idx="28">
                  <c:v>0.00107467334015</c:v>
                </c:pt>
                <c:pt idx="29">
                  <c:v>0.00115098344418</c:v>
                </c:pt>
                <c:pt idx="30">
                  <c:v>0.00123221916847</c:v>
                </c:pt>
                <c:pt idx="31">
                  <c:v>0.00131866089182</c:v>
                </c:pt>
                <c:pt idx="32">
                  <c:v>0.00141060225694</c:v>
                </c:pt>
                <c:pt idx="33">
                  <c:v>0.00150835061485</c:v>
                </c:pt>
                <c:pt idx="34">
                  <c:v>0.00161222747198</c:v>
                </c:pt>
                <c:pt idx="35">
                  <c:v>0.00172256893905</c:v>
                </c:pt>
                <c:pt idx="36">
                  <c:v>0.00183972618082</c:v>
                </c:pt>
                <c:pt idx="37">
                  <c:v>0.0019640658655</c:v>
                </c:pt>
                <c:pt idx="38">
                  <c:v>0.00209597061286</c:v>
                </c:pt>
                <c:pt idx="39">
                  <c:v>0.00223583943969</c:v>
                </c:pt>
                <c:pt idx="40">
                  <c:v>0.00238408820146</c:v>
                </c:pt>
                <c:pt idx="41">
                  <c:v>0.00254115002873</c:v>
                </c:pt>
                <c:pt idx="42">
                  <c:v>0.00270747575684</c:v>
                </c:pt>
                <c:pt idx="43">
                  <c:v>0.0028835343476</c:v>
                </c:pt>
                <c:pt idx="44">
                  <c:v>0.0030698133011</c:v>
                </c:pt>
                <c:pt idx="45">
                  <c:v>0.0032668190562</c:v>
                </c:pt>
                <c:pt idx="46">
                  <c:v>0.00347507737785</c:v>
                </c:pt>
                <c:pt idx="47">
                  <c:v>0.00369513372956</c:v>
                </c:pt>
                <c:pt idx="48">
                  <c:v>0.00392755362892</c:v>
                </c:pt>
                <c:pt idx="49">
                  <c:v>0.00417292298452</c:v>
                </c:pt>
                <c:pt idx="50">
                  <c:v>0.00443184841194</c:v>
                </c:pt>
                <c:pt idx="51">
                  <c:v>0.00470495752693</c:v>
                </c:pt>
                <c:pt idx="52">
                  <c:v>0.00499289921361</c:v>
                </c:pt>
                <c:pt idx="53">
                  <c:v>0.00529634386531</c:v>
                </c:pt>
                <c:pt idx="54">
                  <c:v>0.00561598359599</c:v>
                </c:pt>
                <c:pt idx="55">
                  <c:v>0.00595253241978</c:v>
                </c:pt>
                <c:pt idx="56">
                  <c:v>0.00630672639627</c:v>
                </c:pt>
                <c:pt idx="57">
                  <c:v>0.0066793237392</c:v>
                </c:pt>
                <c:pt idx="58">
                  <c:v>0.00707110488602</c:v>
                </c:pt>
                <c:pt idx="59">
                  <c:v>0.00748287252578</c:v>
                </c:pt>
                <c:pt idx="60">
                  <c:v>0.00791545158298</c:v>
                </c:pt>
                <c:pt idx="61">
                  <c:v>0.00836968915465</c:v>
                </c:pt>
                <c:pt idx="62">
                  <c:v>0.00884645439824</c:v>
                </c:pt>
                <c:pt idx="63">
                  <c:v>0.00934663836761</c:v>
                </c:pt>
                <c:pt idx="64">
                  <c:v>0.00987115379475</c:v>
                </c:pt>
                <c:pt idx="65">
                  <c:v>0.0104209348144</c:v>
                </c:pt>
                <c:pt idx="66">
                  <c:v>0.0109969366294</c:v>
                </c:pt>
                <c:pt idx="67">
                  <c:v>0.0116001351137</c:v>
                </c:pt>
                <c:pt idx="68">
                  <c:v>0.0122315263513</c:v>
                </c:pt>
                <c:pt idx="69">
                  <c:v>0.0128921261079</c:v>
                </c:pt>
                <c:pt idx="70">
                  <c:v>0.0135829692337</c:v>
                </c:pt>
                <c:pt idx="71">
                  <c:v>0.0143051089941</c:v>
                </c:pt>
                <c:pt idx="72">
                  <c:v>0.0150596163274</c:v>
                </c:pt>
                <c:pt idx="73">
                  <c:v>0.0158475790254</c:v>
                </c:pt>
                <c:pt idx="74">
                  <c:v>0.0166701008374</c:v>
                </c:pt>
                <c:pt idx="75">
                  <c:v>0.0175283004936</c:v>
                </c:pt>
                <c:pt idx="76">
                  <c:v>0.0184233106469</c:v>
                </c:pt>
                <c:pt idx="77">
                  <c:v>0.0193562767317</c:v>
                </c:pt>
                <c:pt idx="78">
                  <c:v>0.0203283557382</c:v>
                </c:pt>
                <c:pt idx="79">
                  <c:v>0.0213407148999</c:v>
                </c:pt>
                <c:pt idx="80">
                  <c:v>0.0223945302948</c:v>
                </c:pt>
                <c:pt idx="81">
                  <c:v>0.0234909853582</c:v>
                </c:pt>
                <c:pt idx="82">
                  <c:v>0.0246312693064</c:v>
                </c:pt>
                <c:pt idx="83">
                  <c:v>0.0258165754716</c:v>
                </c:pt>
                <c:pt idx="84">
                  <c:v>0.0270480995469</c:v>
                </c:pt>
                <c:pt idx="85">
                  <c:v>0.0283270377416</c:v>
                </c:pt>
                <c:pt idx="86">
                  <c:v>0.0296545848473</c:v>
                </c:pt>
                <c:pt idx="87">
                  <c:v>0.031031932215</c:v>
                </c:pt>
                <c:pt idx="88">
                  <c:v>0.0324602656437</c:v>
                </c:pt>
                <c:pt idx="89">
                  <c:v>0.0339407631824</c:v>
                </c:pt>
                <c:pt idx="90">
                  <c:v>0.0354745928462</c:v>
                </c:pt>
                <c:pt idx="91">
                  <c:v>0.0370629102478</c:v>
                </c:pt>
                <c:pt idx="92">
                  <c:v>0.0387068561475</c:v>
                </c:pt>
                <c:pt idx="93">
                  <c:v>0.0404075539229</c:v>
                </c:pt>
                <c:pt idx="94">
                  <c:v>0.0421661069618</c:v>
                </c:pt>
                <c:pt idx="95">
                  <c:v>0.0439835959804</c:v>
                </c:pt>
                <c:pt idx="96">
                  <c:v>0.0458610762711</c:v>
                </c:pt>
                <c:pt idx="97">
                  <c:v>0.0477995748821</c:v>
                </c:pt>
                <c:pt idx="98">
                  <c:v>0.0498000877351</c:v>
                </c:pt>
                <c:pt idx="99">
                  <c:v>0.0518635766828</c:v>
                </c:pt>
                <c:pt idx="100">
                  <c:v>0.0539909665132</c:v>
                </c:pt>
                <c:pt idx="101">
                  <c:v>0.0561831419039</c:v>
                </c:pt>
                <c:pt idx="102">
                  <c:v>0.0584409443335</c:v>
                </c:pt>
                <c:pt idx="103">
                  <c:v>0.0607651689546</c:v>
                </c:pt>
                <c:pt idx="104">
                  <c:v>0.0631565614352</c:v>
                </c:pt>
                <c:pt idx="105">
                  <c:v>0.0656158147747</c:v>
                </c:pt>
                <c:pt idx="106">
                  <c:v>0.068143566101</c:v>
                </c:pt>
                <c:pt idx="107">
                  <c:v>0.070740393457</c:v>
                </c:pt>
                <c:pt idx="108">
                  <c:v>0.0734068125817</c:v>
                </c:pt>
                <c:pt idx="109">
                  <c:v>0.0761432736962</c:v>
                </c:pt>
                <c:pt idx="110">
                  <c:v>0.0789501583009</c:v>
                </c:pt>
                <c:pt idx="111">
                  <c:v>0.0818277759921</c:v>
                </c:pt>
                <c:pt idx="112">
                  <c:v>0.084776361308</c:v>
                </c:pt>
                <c:pt idx="113">
                  <c:v>0.0877960706109</c:v>
                </c:pt>
                <c:pt idx="114">
                  <c:v>0.0908869790163</c:v>
                </c:pt>
                <c:pt idx="115">
                  <c:v>0.0940490773769</c:v>
                </c:pt>
                <c:pt idx="116">
                  <c:v>0.0972822693315</c:v>
                </c:pt>
                <c:pt idx="117">
                  <c:v>0.100586368428</c:v>
                </c:pt>
                <c:pt idx="118">
                  <c:v>0.103961095329</c:v>
                </c:pt>
                <c:pt idx="119">
                  <c:v>0.107406075113</c:v>
                </c:pt>
                <c:pt idx="120">
                  <c:v>0.110920834679</c:v>
                </c:pt>
                <c:pt idx="121">
                  <c:v>0.114504800259</c:v>
                </c:pt>
                <c:pt idx="122">
                  <c:v>0.11815729506</c:v>
                </c:pt>
                <c:pt idx="123">
                  <c:v>0.121877537032</c:v>
                </c:pt>
                <c:pt idx="124">
                  <c:v>0.125664636789</c:v>
                </c:pt>
                <c:pt idx="125">
                  <c:v>0.129517595666</c:v>
                </c:pt>
                <c:pt idx="126">
                  <c:v>0.133435303951</c:v>
                </c:pt>
                <c:pt idx="127">
                  <c:v>0.137416539282</c:v>
                </c:pt>
                <c:pt idx="128">
                  <c:v>0.141459965225</c:v>
                </c:pt>
                <c:pt idx="129">
                  <c:v>0.145564130037</c:v>
                </c:pt>
                <c:pt idx="130">
                  <c:v>0.149727465636</c:v>
                </c:pt>
                <c:pt idx="131">
                  <c:v>0.153948286763</c:v>
                </c:pt>
                <c:pt idx="132">
                  <c:v>0.15822479037</c:v>
                </c:pt>
                <c:pt idx="133">
                  <c:v>0.162555055226</c:v>
                </c:pt>
                <c:pt idx="134">
                  <c:v>0.166937041742</c:v>
                </c:pt>
                <c:pt idx="135">
                  <c:v>0.171368592048</c:v>
                </c:pt>
                <c:pt idx="136">
                  <c:v>0.175847430298</c:v>
                </c:pt>
                <c:pt idx="137">
                  <c:v>0.180371163227</c:v>
                </c:pt>
                <c:pt idx="138">
                  <c:v>0.184937280963</c:v>
                </c:pt>
                <c:pt idx="139">
                  <c:v>0.189543158092</c:v>
                </c:pt>
                <c:pt idx="140">
                  <c:v>0.194186054983</c:v>
                </c:pt>
                <c:pt idx="141">
                  <c:v>0.198863119387</c:v>
                </c:pt>
                <c:pt idx="142">
                  <c:v>0.203571388291</c:v>
                </c:pt>
                <c:pt idx="143">
                  <c:v>0.208307790047</c:v>
                </c:pt>
                <c:pt idx="144">
                  <c:v>0.213069146776</c:v>
                </c:pt>
                <c:pt idx="145">
                  <c:v>0.217852177033</c:v>
                </c:pt>
                <c:pt idx="146">
                  <c:v>0.222653498752</c:v>
                </c:pt>
                <c:pt idx="147">
                  <c:v>0.227469632457</c:v>
                </c:pt>
                <c:pt idx="148">
                  <c:v>0.232297004743</c:v>
                </c:pt>
                <c:pt idx="149">
                  <c:v>0.237131952019</c:v>
                </c:pt>
                <c:pt idx="150">
                  <c:v>0.241970724519</c:v>
                </c:pt>
                <c:pt idx="151">
                  <c:v>0.246809490567</c:v>
                </c:pt>
                <c:pt idx="152">
                  <c:v>0.251644341098</c:v>
                </c:pt>
                <c:pt idx="153">
                  <c:v>0.256471294426</c:v>
                </c:pt>
                <c:pt idx="154">
                  <c:v>0.26128630125</c:v>
                </c:pt>
                <c:pt idx="155">
                  <c:v>0.266085249899</c:v>
                </c:pt>
                <c:pt idx="156">
                  <c:v>0.270863971798</c:v>
                </c:pt>
                <c:pt idx="157">
                  <c:v>0.275618247153</c:v>
                </c:pt>
                <c:pt idx="158">
                  <c:v>0.28034381084</c:v>
                </c:pt>
                <c:pt idx="159">
                  <c:v>0.285036358489</c:v>
                </c:pt>
                <c:pt idx="160">
                  <c:v>0.289691552761</c:v>
                </c:pt>
                <c:pt idx="161">
                  <c:v>0.294305029788</c:v>
                </c:pt>
                <c:pt idx="162">
                  <c:v>0.298872405776</c:v>
                </c:pt>
                <c:pt idx="163">
                  <c:v>0.303389283756</c:v>
                </c:pt>
                <c:pt idx="164">
                  <c:v>0.30785126047</c:v>
                </c:pt>
                <c:pt idx="165">
                  <c:v>0.312253933367</c:v>
                </c:pt>
                <c:pt idx="166">
                  <c:v>0.316592907711</c:v>
                </c:pt>
                <c:pt idx="167">
                  <c:v>0.320863803771</c:v>
                </c:pt>
                <c:pt idx="168">
                  <c:v>0.325062264084</c:v>
                </c:pt>
                <c:pt idx="169">
                  <c:v>0.329183960771</c:v>
                </c:pt>
                <c:pt idx="170">
                  <c:v>0.333224602892</c:v>
                </c:pt>
                <c:pt idx="171">
                  <c:v>0.337179943822</c:v>
                </c:pt>
                <c:pt idx="172">
                  <c:v>0.34104578863</c:v>
                </c:pt>
                <c:pt idx="173">
                  <c:v>0.344818001439</c:v>
                </c:pt>
                <c:pt idx="174">
                  <c:v>0.348492512759</c:v>
                </c:pt>
                <c:pt idx="175">
                  <c:v>0.352065326764</c:v>
                </c:pt>
                <c:pt idx="176">
                  <c:v>0.355532528506</c:v>
                </c:pt>
                <c:pt idx="177">
                  <c:v>0.358890291034</c:v>
                </c:pt>
                <c:pt idx="178">
                  <c:v>0.362134882413</c:v>
                </c:pt>
                <c:pt idx="179">
                  <c:v>0.365262672622</c:v>
                </c:pt>
                <c:pt idx="180">
                  <c:v>0.368270140303</c:v>
                </c:pt>
                <c:pt idx="181">
                  <c:v>0.371153879359</c:v>
                </c:pt>
                <c:pt idx="182">
                  <c:v>0.373910605373</c:v>
                </c:pt>
                <c:pt idx="183">
                  <c:v>0.376537161833</c:v>
                </c:pt>
                <c:pt idx="184">
                  <c:v>0.379030526153</c:v>
                </c:pt>
                <c:pt idx="185">
                  <c:v>0.381387815461</c:v>
                </c:pt>
                <c:pt idx="186">
                  <c:v>0.383606292153</c:v>
                </c:pt>
                <c:pt idx="187">
                  <c:v>0.385683369192</c:v>
                </c:pt>
                <c:pt idx="188">
                  <c:v>0.387616615125</c:v>
                </c:pt>
                <c:pt idx="189">
                  <c:v>0.389403758834</c:v>
                </c:pt>
                <c:pt idx="190">
                  <c:v>0.391042693975</c:v>
                </c:pt>
                <c:pt idx="191">
                  <c:v>0.39253148312</c:v>
                </c:pt>
                <c:pt idx="192">
                  <c:v>0.393868361569</c:v>
                </c:pt>
                <c:pt idx="193">
                  <c:v>0.395051740835</c:v>
                </c:pt>
                <c:pt idx="194">
                  <c:v>0.396080211794</c:v>
                </c:pt>
                <c:pt idx="195">
                  <c:v>0.396952547477</c:v>
                </c:pt>
                <c:pt idx="196">
                  <c:v>0.397667705512</c:v>
                </c:pt>
                <c:pt idx="197">
                  <c:v>0.398224830196</c:v>
                </c:pt>
                <c:pt idx="198">
                  <c:v>0.398623254205</c:v>
                </c:pt>
                <c:pt idx="199">
                  <c:v>0.398862499924</c:v>
                </c:pt>
                <c:pt idx="200">
                  <c:v>0.398942280401</c:v>
                </c:pt>
                <c:pt idx="201">
                  <c:v>0.398862499924</c:v>
                </c:pt>
                <c:pt idx="202">
                  <c:v>0.398623254205</c:v>
                </c:pt>
                <c:pt idx="203">
                  <c:v>0.398224830196</c:v>
                </c:pt>
                <c:pt idx="204">
                  <c:v>0.397667705512</c:v>
                </c:pt>
                <c:pt idx="205">
                  <c:v>0.396952547477</c:v>
                </c:pt>
                <c:pt idx="206">
                  <c:v>0.396080211794</c:v>
                </c:pt>
                <c:pt idx="207">
                  <c:v>0.395051740835</c:v>
                </c:pt>
                <c:pt idx="208">
                  <c:v>0.393868361569</c:v>
                </c:pt>
                <c:pt idx="209">
                  <c:v>0.39253148312</c:v>
                </c:pt>
                <c:pt idx="210">
                  <c:v>0.391042693975</c:v>
                </c:pt>
                <c:pt idx="211">
                  <c:v>0.389403758834</c:v>
                </c:pt>
                <c:pt idx="212">
                  <c:v>0.387616615125</c:v>
                </c:pt>
                <c:pt idx="213">
                  <c:v>0.385683369192</c:v>
                </c:pt>
                <c:pt idx="214">
                  <c:v>0.383606292153</c:v>
                </c:pt>
                <c:pt idx="215">
                  <c:v>0.381387815461</c:v>
                </c:pt>
                <c:pt idx="216">
                  <c:v>0.379030526153</c:v>
                </c:pt>
                <c:pt idx="217">
                  <c:v>0.376537161833</c:v>
                </c:pt>
                <c:pt idx="218">
                  <c:v>0.373910605373</c:v>
                </c:pt>
                <c:pt idx="219">
                  <c:v>0.371153879359</c:v>
                </c:pt>
                <c:pt idx="220">
                  <c:v>0.368270140303</c:v>
                </c:pt>
                <c:pt idx="221">
                  <c:v>0.365262672622</c:v>
                </c:pt>
                <c:pt idx="222">
                  <c:v>0.362134882413</c:v>
                </c:pt>
                <c:pt idx="223">
                  <c:v>0.358890291034</c:v>
                </c:pt>
                <c:pt idx="224">
                  <c:v>0.355532528506</c:v>
                </c:pt>
                <c:pt idx="225">
                  <c:v>0.352065326764</c:v>
                </c:pt>
                <c:pt idx="226">
                  <c:v>0.348492512759</c:v>
                </c:pt>
                <c:pt idx="227">
                  <c:v>0.344818001439</c:v>
                </c:pt>
                <c:pt idx="228">
                  <c:v>0.34104578863</c:v>
                </c:pt>
                <c:pt idx="229">
                  <c:v>0.337179943822</c:v>
                </c:pt>
                <c:pt idx="230">
                  <c:v>0.333224602892</c:v>
                </c:pt>
                <c:pt idx="231">
                  <c:v>0.329183960771</c:v>
                </c:pt>
                <c:pt idx="232">
                  <c:v>0.325062264084</c:v>
                </c:pt>
                <c:pt idx="233">
                  <c:v>0.320863803771</c:v>
                </c:pt>
                <c:pt idx="234">
                  <c:v>0.316592907711</c:v>
                </c:pt>
                <c:pt idx="235">
                  <c:v>0.312253933367</c:v>
                </c:pt>
                <c:pt idx="236">
                  <c:v>0.30785126047</c:v>
                </c:pt>
                <c:pt idx="237">
                  <c:v>0.303389283756</c:v>
                </c:pt>
                <c:pt idx="238">
                  <c:v>0.298872405776</c:v>
                </c:pt>
                <c:pt idx="239">
                  <c:v>0.294305029788</c:v>
                </c:pt>
                <c:pt idx="240">
                  <c:v>0.289691552761</c:v>
                </c:pt>
                <c:pt idx="241">
                  <c:v>0.285036358489</c:v>
                </c:pt>
                <c:pt idx="242">
                  <c:v>0.28034381084</c:v>
                </c:pt>
                <c:pt idx="243">
                  <c:v>0.275618247153</c:v>
                </c:pt>
                <c:pt idx="244">
                  <c:v>0.270863971798</c:v>
                </c:pt>
                <c:pt idx="245">
                  <c:v>0.266085249899</c:v>
                </c:pt>
                <c:pt idx="246">
                  <c:v>0.26128630125</c:v>
                </c:pt>
                <c:pt idx="247">
                  <c:v>0.256471294426</c:v>
                </c:pt>
                <c:pt idx="248">
                  <c:v>0.251644341098</c:v>
                </c:pt>
                <c:pt idx="249">
                  <c:v>0.246809490567</c:v>
                </c:pt>
                <c:pt idx="250">
                  <c:v>0.241970724519</c:v>
                </c:pt>
                <c:pt idx="251">
                  <c:v>0.237131952019</c:v>
                </c:pt>
                <c:pt idx="252">
                  <c:v>0.232297004743</c:v>
                </c:pt>
                <c:pt idx="253">
                  <c:v>0.227469632457</c:v>
                </c:pt>
                <c:pt idx="254">
                  <c:v>0.222653498752</c:v>
                </c:pt>
                <c:pt idx="255">
                  <c:v>0.217852177033</c:v>
                </c:pt>
                <c:pt idx="256">
                  <c:v>0.213069146776</c:v>
                </c:pt>
                <c:pt idx="257">
                  <c:v>0.208307790047</c:v>
                </c:pt>
                <c:pt idx="258">
                  <c:v>0.203571388291</c:v>
                </c:pt>
                <c:pt idx="259">
                  <c:v>0.198863119387</c:v>
                </c:pt>
                <c:pt idx="260">
                  <c:v>0.194186054983</c:v>
                </c:pt>
                <c:pt idx="261">
                  <c:v>0.189543158092</c:v>
                </c:pt>
                <c:pt idx="262">
                  <c:v>0.184937280963</c:v>
                </c:pt>
                <c:pt idx="263">
                  <c:v>0.180371163227</c:v>
                </c:pt>
                <c:pt idx="264">
                  <c:v>0.175847430298</c:v>
                </c:pt>
                <c:pt idx="265">
                  <c:v>0.171368592048</c:v>
                </c:pt>
                <c:pt idx="266">
                  <c:v>0.166937041742</c:v>
                </c:pt>
                <c:pt idx="267">
                  <c:v>0.162555055226</c:v>
                </c:pt>
                <c:pt idx="268">
                  <c:v>0.15822479037</c:v>
                </c:pt>
                <c:pt idx="269">
                  <c:v>0.153948286763</c:v>
                </c:pt>
                <c:pt idx="270">
                  <c:v>0.149727465636</c:v>
                </c:pt>
                <c:pt idx="271">
                  <c:v>0.145564130037</c:v>
                </c:pt>
                <c:pt idx="272">
                  <c:v>0.141459965225</c:v>
                </c:pt>
                <c:pt idx="273">
                  <c:v>0.137416539282</c:v>
                </c:pt>
                <c:pt idx="274">
                  <c:v>0.133435303951</c:v>
                </c:pt>
                <c:pt idx="275">
                  <c:v>0.129517595666</c:v>
                </c:pt>
                <c:pt idx="276">
                  <c:v>0.125664636789</c:v>
                </c:pt>
                <c:pt idx="277">
                  <c:v>0.121877537032</c:v>
                </c:pt>
                <c:pt idx="278">
                  <c:v>0.11815729506</c:v>
                </c:pt>
                <c:pt idx="279">
                  <c:v>0.114504800259</c:v>
                </c:pt>
                <c:pt idx="280">
                  <c:v>0.110920834679</c:v>
                </c:pt>
                <c:pt idx="281">
                  <c:v>0.107406075113</c:v>
                </c:pt>
                <c:pt idx="282">
                  <c:v>0.103961095329</c:v>
                </c:pt>
                <c:pt idx="283">
                  <c:v>0.100586368428</c:v>
                </c:pt>
                <c:pt idx="284">
                  <c:v>0.0972822693315</c:v>
                </c:pt>
                <c:pt idx="285">
                  <c:v>0.0940490773769</c:v>
                </c:pt>
                <c:pt idx="286">
                  <c:v>0.0908869790163</c:v>
                </c:pt>
                <c:pt idx="287">
                  <c:v>0.0877960706109</c:v>
                </c:pt>
                <c:pt idx="288">
                  <c:v>0.084776361308</c:v>
                </c:pt>
                <c:pt idx="289">
                  <c:v>0.0818277759921</c:v>
                </c:pt>
                <c:pt idx="290">
                  <c:v>0.0789501583009</c:v>
                </c:pt>
                <c:pt idx="291">
                  <c:v>0.0761432736962</c:v>
                </c:pt>
                <c:pt idx="292">
                  <c:v>0.0734068125817</c:v>
                </c:pt>
                <c:pt idx="293">
                  <c:v>0.070740393457</c:v>
                </c:pt>
                <c:pt idx="294">
                  <c:v>0.068143566101</c:v>
                </c:pt>
                <c:pt idx="295">
                  <c:v>0.0656158147747</c:v>
                </c:pt>
                <c:pt idx="296">
                  <c:v>0.0631565614352</c:v>
                </c:pt>
                <c:pt idx="297">
                  <c:v>0.0607651689546</c:v>
                </c:pt>
                <c:pt idx="298">
                  <c:v>0.0584409443335</c:v>
                </c:pt>
                <c:pt idx="299">
                  <c:v>0.0561831419039</c:v>
                </c:pt>
                <c:pt idx="300">
                  <c:v>0.0539909665132</c:v>
                </c:pt>
                <c:pt idx="301">
                  <c:v>0.0518635766828</c:v>
                </c:pt>
                <c:pt idx="302">
                  <c:v>0.0498000877351</c:v>
                </c:pt>
                <c:pt idx="303">
                  <c:v>0.0477995748821</c:v>
                </c:pt>
                <c:pt idx="304">
                  <c:v>0.0458610762711</c:v>
                </c:pt>
                <c:pt idx="305">
                  <c:v>0.0439835959804</c:v>
                </c:pt>
                <c:pt idx="306">
                  <c:v>0.0421661069618</c:v>
                </c:pt>
                <c:pt idx="307">
                  <c:v>0.0404075539229</c:v>
                </c:pt>
                <c:pt idx="308">
                  <c:v>0.0387068561475</c:v>
                </c:pt>
                <c:pt idx="309">
                  <c:v>0.0370629102478</c:v>
                </c:pt>
                <c:pt idx="310">
                  <c:v>0.0354745928462</c:v>
                </c:pt>
                <c:pt idx="311">
                  <c:v>0.0339407631824</c:v>
                </c:pt>
                <c:pt idx="312">
                  <c:v>0.0324602656437</c:v>
                </c:pt>
                <c:pt idx="313">
                  <c:v>0.031031932215</c:v>
                </c:pt>
                <c:pt idx="314">
                  <c:v>0.0296545848473</c:v>
                </c:pt>
                <c:pt idx="315">
                  <c:v>0.0283270377416</c:v>
                </c:pt>
                <c:pt idx="316">
                  <c:v>0.0270480995469</c:v>
                </c:pt>
                <c:pt idx="317">
                  <c:v>0.0258165754716</c:v>
                </c:pt>
                <c:pt idx="318">
                  <c:v>0.0246312693064</c:v>
                </c:pt>
                <c:pt idx="319">
                  <c:v>0.0234909853582</c:v>
                </c:pt>
                <c:pt idx="320">
                  <c:v>0.0223945302948</c:v>
                </c:pt>
                <c:pt idx="321">
                  <c:v>0.0213407148999</c:v>
                </c:pt>
                <c:pt idx="322">
                  <c:v>0.0203283557382</c:v>
                </c:pt>
                <c:pt idx="323">
                  <c:v>0.0193562767317</c:v>
                </c:pt>
                <c:pt idx="324">
                  <c:v>0.0184233106469</c:v>
                </c:pt>
                <c:pt idx="325">
                  <c:v>0.0175283004936</c:v>
                </c:pt>
                <c:pt idx="326">
                  <c:v>0.0166701008374</c:v>
                </c:pt>
                <c:pt idx="327">
                  <c:v>0.0158475790254</c:v>
                </c:pt>
                <c:pt idx="328">
                  <c:v>0.0150596163274</c:v>
                </c:pt>
                <c:pt idx="329">
                  <c:v>0.0143051089941</c:v>
                </c:pt>
                <c:pt idx="330">
                  <c:v>0.0135829692337</c:v>
                </c:pt>
                <c:pt idx="331">
                  <c:v>0.0128921261079</c:v>
                </c:pt>
                <c:pt idx="332">
                  <c:v>0.0122315263513</c:v>
                </c:pt>
                <c:pt idx="333">
                  <c:v>0.0116001351137</c:v>
                </c:pt>
                <c:pt idx="334">
                  <c:v>0.0109969366294</c:v>
                </c:pt>
                <c:pt idx="335">
                  <c:v>0.0104209348144</c:v>
                </c:pt>
                <c:pt idx="336">
                  <c:v>0.00987115379475</c:v>
                </c:pt>
                <c:pt idx="337">
                  <c:v>0.00934663836761</c:v>
                </c:pt>
                <c:pt idx="338">
                  <c:v>0.00884645439824</c:v>
                </c:pt>
                <c:pt idx="339">
                  <c:v>0.00836968915465</c:v>
                </c:pt>
                <c:pt idx="340">
                  <c:v>0.00791545158298</c:v>
                </c:pt>
                <c:pt idx="341">
                  <c:v>0.00748287252578</c:v>
                </c:pt>
                <c:pt idx="342">
                  <c:v>0.00707110488602</c:v>
                </c:pt>
                <c:pt idx="343">
                  <c:v>0.0066793237392</c:v>
                </c:pt>
                <c:pt idx="344">
                  <c:v>0.00630672639627</c:v>
                </c:pt>
                <c:pt idx="345">
                  <c:v>0.00595253241978</c:v>
                </c:pt>
                <c:pt idx="346">
                  <c:v>0.00561598359599</c:v>
                </c:pt>
                <c:pt idx="347">
                  <c:v>0.00529634386531</c:v>
                </c:pt>
                <c:pt idx="348">
                  <c:v>0.00499289921361</c:v>
                </c:pt>
                <c:pt idx="349">
                  <c:v>0.00470495752693</c:v>
                </c:pt>
                <c:pt idx="350">
                  <c:v>0.00443184841194</c:v>
                </c:pt>
                <c:pt idx="351">
                  <c:v>0.00417292298452</c:v>
                </c:pt>
                <c:pt idx="352">
                  <c:v>0.00392755362892</c:v>
                </c:pt>
                <c:pt idx="353">
                  <c:v>0.00369513372956</c:v>
                </c:pt>
                <c:pt idx="354">
                  <c:v>0.00347507737785</c:v>
                </c:pt>
                <c:pt idx="355">
                  <c:v>0.0032668190562</c:v>
                </c:pt>
                <c:pt idx="356">
                  <c:v>0.0030698133011</c:v>
                </c:pt>
                <c:pt idx="357">
                  <c:v>0.0028835343476</c:v>
                </c:pt>
                <c:pt idx="358">
                  <c:v>0.00270747575684</c:v>
                </c:pt>
                <c:pt idx="359">
                  <c:v>0.00254115002873</c:v>
                </c:pt>
                <c:pt idx="360">
                  <c:v>0.00238408820146</c:v>
                </c:pt>
                <c:pt idx="361">
                  <c:v>0.00223583943969</c:v>
                </c:pt>
                <c:pt idx="362">
                  <c:v>0.00209597061286</c:v>
                </c:pt>
                <c:pt idx="363">
                  <c:v>0.0019640658655</c:v>
                </c:pt>
                <c:pt idx="364">
                  <c:v>0.00183972618082</c:v>
                </c:pt>
                <c:pt idx="365">
                  <c:v>0.00172256893905</c:v>
                </c:pt>
                <c:pt idx="366">
                  <c:v>0.00161222747198</c:v>
                </c:pt>
                <c:pt idx="367">
                  <c:v>0.00150835061485</c:v>
                </c:pt>
                <c:pt idx="368">
                  <c:v>0.00141060225694</c:v>
                </c:pt>
                <c:pt idx="369">
                  <c:v>0.00131866089182</c:v>
                </c:pt>
                <c:pt idx="370">
                  <c:v>0.00123221916847</c:v>
                </c:pt>
                <c:pt idx="371">
                  <c:v>0.00115098344418</c:v>
                </c:pt>
                <c:pt idx="372">
                  <c:v>0.00107467334015</c:v>
                </c:pt>
                <c:pt idx="373">
                  <c:v>0.00100302130073</c:v>
                </c:pt>
                <c:pt idx="374">
                  <c:v>0.000935772156927</c:v>
                </c:pt>
                <c:pt idx="375">
                  <c:v>0.000872682695046</c:v>
                </c:pt>
                <c:pt idx="376">
                  <c:v>0.000813521231082</c:v>
                </c:pt>
                <c:pt idx="377">
                  <c:v>0.000758067191429</c:v>
                </c:pt>
                <c:pt idx="378">
                  <c:v>0.000706110700488</c:v>
                </c:pt>
                <c:pt idx="379">
                  <c:v>0.000657452175655</c:v>
                </c:pt>
                <c:pt idx="380">
                  <c:v>0.000611901930114</c:v>
                </c:pt>
                <c:pt idx="381">
                  <c:v>0.000569279783834</c:v>
                </c:pt>
                <c:pt idx="382">
                  <c:v>0.000529414683095</c:v>
                </c:pt>
                <c:pt idx="383">
                  <c:v>0.000492144328833</c:v>
                </c:pt>
                <c:pt idx="384">
                  <c:v>0.00045731481406</c:v>
                </c:pt>
                <c:pt idx="385">
                  <c:v>0.000424780270551</c:v>
                </c:pt>
                <c:pt idx="386">
                  <c:v>0.000394402524969</c:v>
                </c:pt>
                <c:pt idx="387">
                  <c:v>0.000366050764557</c:v>
                </c:pt>
                <c:pt idx="388">
                  <c:v>0.000339601212484</c:v>
                </c:pt>
                <c:pt idx="389">
                  <c:v>0.000314936812908</c:v>
                </c:pt>
                <c:pt idx="390">
                  <c:v>0.000291946925791</c:v>
                </c:pt>
                <c:pt idx="391">
                  <c:v>0.000270527031462</c:v>
                </c:pt>
                <c:pt idx="392">
                  <c:v>0.000250578444891</c:v>
                </c:pt>
                <c:pt idx="393">
                  <c:v>0.000232008039657</c:v>
                </c:pt>
                <c:pt idx="394">
                  <c:v>0.0002147279815</c:v>
                </c:pt>
                <c:pt idx="395">
                  <c:v>0.000198655471393</c:v>
                </c:pt>
                <c:pt idx="396">
                  <c:v>0.000183712498002</c:v>
                </c:pt>
                <c:pt idx="397">
                  <c:v>0.000169825599429</c:v>
                </c:pt>
                <c:pt idx="398">
                  <c:v>0.000156925634066</c:v>
                </c:pt>
                <c:pt idx="399">
                  <c:v>0.000144947560424</c:v>
                </c:pt>
                <c:pt idx="400">
                  <c:v>0.000133830225765</c:v>
                </c:pt>
                <c:pt idx="401">
                  <c:v>0.000123516163341</c:v>
                </c:pt>
                <c:pt idx="402">
                  <c:v>0.000113951398069</c:v>
                </c:pt>
                <c:pt idx="403">
                  <c:v>0.00010508526043</c:v>
                </c:pt>
                <c:pt idx="404">
                  <c:v>9.68702083987E-05</c:v>
                </c:pt>
                <c:pt idx="405">
                  <c:v>8.92616571771E-05</c:v>
                </c:pt>
                <c:pt idx="406">
                  <c:v>8.22178165363E-05</c:v>
                </c:pt>
                <c:pt idx="407">
                  <c:v>7.56995355302E-05</c:v>
                </c:pt>
                <c:pt idx="408">
                  <c:v>6.96701543692E-05</c:v>
                </c:pt>
                <c:pt idx="409">
                  <c:v>6.40953632271E-05</c:v>
                </c:pt>
                <c:pt idx="410">
                  <c:v>5.89430677565E-05</c:v>
                </c:pt>
                <c:pt idx="411">
                  <c:v>5.41832610895E-05</c:v>
                </c:pt>
                <c:pt idx="412">
                  <c:v>4.9787902098E-05</c:v>
                </c:pt>
                <c:pt idx="413">
                  <c:v>4.57307996916E-05</c:v>
                </c:pt>
                <c:pt idx="414">
                  <c:v>4.19875029316E-05</c:v>
                </c:pt>
                <c:pt idx="415">
                  <c:v>3.85351967421E-05</c:v>
                </c:pt>
                <c:pt idx="416">
                  <c:v>3.53526030018E-05</c:v>
                </c:pt>
                <c:pt idx="417">
                  <c:v>3.24198868042E-05</c:v>
                </c:pt>
                <c:pt idx="418">
                  <c:v>2.97185676764E-05</c:v>
                </c:pt>
                <c:pt idx="419">
                  <c:v>2.7231435551E-05</c:v>
                </c:pt>
                <c:pt idx="420">
                  <c:v>2.49424712901E-05</c:v>
                </c:pt>
                <c:pt idx="421">
                  <c:v>2.28367715651E-05</c:v>
                </c:pt>
                <c:pt idx="422">
                  <c:v>2.09004779005E-05</c:v>
                </c:pt>
                <c:pt idx="423">
                  <c:v>1.91207096928E-05</c:v>
                </c:pt>
                <c:pt idx="424">
                  <c:v>1.74855010266E-05</c:v>
                </c:pt>
                <c:pt idx="425">
                  <c:v>1.59837411069E-05</c:v>
                </c:pt>
                <c:pt idx="426">
                  <c:v>1.46051181392E-05</c:v>
                </c:pt>
                <c:pt idx="427">
                  <c:v>1.33400664904E-05</c:v>
                </c:pt>
                <c:pt idx="428">
                  <c:v>1.21797169703E-05</c:v>
                </c:pt>
                <c:pt idx="429">
                  <c:v>1.11158500782E-05</c:v>
                </c:pt>
                <c:pt idx="430">
                  <c:v>1.01408520655E-05</c:v>
                </c:pt>
                <c:pt idx="431">
                  <c:v>9.24767367001E-06</c:v>
                </c:pt>
                <c:pt idx="432">
                  <c:v>8.42979138323E-06</c:v>
                </c:pt>
                <c:pt idx="433">
                  <c:v>7.68117111725E-06</c:v>
                </c:pt>
                <c:pt idx="434">
                  <c:v>6.99623414327E-06</c:v>
                </c:pt>
                <c:pt idx="435">
                  <c:v>6.36982517887E-06</c:v>
                </c:pt>
                <c:pt idx="436">
                  <c:v>5.79718250636E-06</c:v>
                </c:pt>
                <c:pt idx="437">
                  <c:v>5.2739100096E-06</c:v>
                </c:pt>
                <c:pt idx="438">
                  <c:v>4.79595102155E-06</c:v>
                </c:pt>
                <c:pt idx="439">
                  <c:v>4.35956387967E-06</c:v>
                </c:pt>
                <c:pt idx="440">
                  <c:v>3.96129909103E-06</c:v>
                </c:pt>
                <c:pt idx="441">
                  <c:v>3.59797801352E-06</c:v>
                </c:pt>
                <c:pt idx="442">
                  <c:v>3.26667296399E-06</c:v>
                </c:pt>
                <c:pt idx="443">
                  <c:v>2.96468866855E-06</c:v>
                </c:pt>
                <c:pt idx="444">
                  <c:v>2.68954497427E-06</c:v>
                </c:pt>
                <c:pt idx="445">
                  <c:v>2.43896074589E-06</c:v>
                </c:pt>
                <c:pt idx="446">
                  <c:v>2.21083887457E-06</c:v>
                </c:pt>
                <c:pt idx="447">
                  <c:v>2.00325232995E-06</c:v>
                </c:pt>
                <c:pt idx="448">
                  <c:v>1.81443119018E-06</c:v>
                </c:pt>
                <c:pt idx="449">
                  <c:v>1.64275058805E-06</c:v>
                </c:pt>
                <c:pt idx="450">
                  <c:v>1.48671951473E-06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5"/>
      </c:valAx>
      <c:valAx>
        <c:axId val="48650112"/>
        <c:scaling>
          <c:orientation val="minMax"/>
          <c:max val="5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Standardized average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 = 4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Exact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Data'!$B$2:$B$452</c:f>
              <c:numCache>
                <c:formatCode>0.0</c:formatCode>
                <c:ptCount val="4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2.04968413686E-05</c:v>
                </c:pt>
                <c:pt idx="102">
                  <c:v>0.000157545189783</c:v>
                </c:pt>
                <c:pt idx="103">
                  <c:v>0.000510866171549</c:v>
                </c:pt>
                <c:pt idx="104">
                  <c:v>0.00116346031987</c:v>
                </c:pt>
                <c:pt idx="105">
                  <c:v>0.00218328200821</c:v>
                </c:pt>
                <c:pt idx="106">
                  <c:v>0.00362478118379</c:v>
                </c:pt>
                <c:pt idx="107">
                  <c:v>0.00553032156415</c:v>
                </c:pt>
                <c:pt idx="108">
                  <c:v>0.00793148388228</c:v>
                </c:pt>
                <c:pt idx="109">
                  <c:v>0.0108502622231</c:v>
                </c:pt>
                <c:pt idx="110">
                  <c:v>0.0143001609821</c:v>
                </c:pt>
                <c:pt idx="111">
                  <c:v>0.0182871994978</c:v>
                </c:pt>
                <c:pt idx="112">
                  <c:v>0.0228108309555</c:v>
                </c:pt>
                <c:pt idx="113">
                  <c:v>0.0278647817363</c:v>
                </c:pt>
                <c:pt idx="114">
                  <c:v>0.0334378169856</c:v>
                </c:pt>
                <c:pt idx="115">
                  <c:v>0.0395144377988</c:v>
                </c:pt>
                <c:pt idx="116">
                  <c:v>0.0460755150694</c:v>
                </c:pt>
                <c:pt idx="117">
                  <c:v>0.0530988647145</c:v>
                </c:pt>
                <c:pt idx="118">
                  <c:v>0.0605597686775</c:v>
                </c:pt>
                <c:pt idx="119">
                  <c:v>0.068431445821</c:v>
                </c:pt>
                <c:pt idx="120">
                  <c:v>0.0766854765427</c:v>
                </c:pt>
                <c:pt idx="121">
                  <c:v>0.0852921846928</c:v>
                </c:pt>
                <c:pt idx="122">
                  <c:v>0.0942209801298</c:v>
                </c:pt>
                <c:pt idx="123">
                  <c:v>0.103440665021</c:v>
                </c:pt>
                <c:pt idx="124">
                  <c:v>0.112919706789</c:v>
                </c:pt>
                <c:pt idx="125">
                  <c:v>0.12262648039</c:v>
                </c:pt>
                <c:pt idx="126">
                  <c:v>0.132529482456</c:v>
                </c:pt>
                <c:pt idx="127">
                  <c:v>0.1425975196</c:v>
                </c:pt>
                <c:pt idx="128">
                  <c:v>0.1527998731</c:v>
                </c:pt>
                <c:pt idx="129">
                  <c:v>0.163106441932</c:v>
                </c:pt>
                <c:pt idx="130">
                  <c:v>0.173487866061</c:v>
                </c:pt>
                <c:pt idx="131">
                  <c:v>0.183915631715</c:v>
                </c:pt>
                <c:pt idx="132">
                  <c:v>0.19436216024</c:v>
                </c:pt>
                <c:pt idx="133">
                  <c:v>0.204800882064</c:v>
                </c:pt>
                <c:pt idx="134">
                  <c:v>0.215206297117</c:v>
                </c:pt>
                <c:pt idx="135">
                  <c:v>0.225554023019</c:v>
                </c:pt>
                <c:pt idx="136">
                  <c:v>0.235820832194</c:v>
                </c:pt>
                <c:pt idx="137">
                  <c:v>0.245984679034</c:v>
                </c:pt>
                <c:pt idx="138">
                  <c:v>0.256024718098</c:v>
                </c:pt>
                <c:pt idx="139">
                  <c:v>0.265921314295</c:v>
                </c:pt>
                <c:pt idx="140">
                  <c:v>0.275656045902</c:v>
                </c:pt>
                <c:pt idx="141">
                  <c:v>0.285211701221</c:v>
                </c:pt>
                <c:pt idx="142">
                  <c:v>0.294572269585</c:v>
                </c:pt>
                <c:pt idx="143">
                  <c:v>0.303722927403</c:v>
                </c:pt>
                <c:pt idx="144">
                  <c:v>0.312650019838</c:v>
                </c:pt>
                <c:pt idx="145">
                  <c:v>0.321341038703</c:v>
                </c:pt>
                <c:pt idx="146">
                  <c:v>0.329784597068</c:v>
                </c:pt>
                <c:pt idx="147">
                  <c:v>0.337970401067</c:v>
                </c:pt>
                <c:pt idx="148">
                  <c:v>0.345889219326</c:v>
                </c:pt>
                <c:pt idx="149">
                  <c:v>0.353532850409</c:v>
                </c:pt>
                <c:pt idx="150">
                  <c:v>0.360894088631</c:v>
                </c:pt>
                <c:pt idx="151">
                  <c:v>0.36796668857</c:v>
                </c:pt>
                <c:pt idx="152">
                  <c:v>0.374745328572</c:v>
                </c:pt>
                <c:pt idx="153">
                  <c:v>0.381225573502</c:v>
                </c:pt>
                <c:pt idx="154">
                  <c:v>0.387403836995</c:v>
                </c:pt>
                <c:pt idx="155">
                  <c:v>0.393277343414</c:v>
                </c:pt>
                <c:pt idx="156">
                  <c:v>0.398844089708</c:v>
                </c:pt>
                <c:pt idx="157">
                  <c:v>0.404102807344</c:v>
                </c:pt>
                <c:pt idx="158">
                  <c:v>0.409052924468</c:v>
                </c:pt>
                <c:pt idx="159">
                  <c:v>0.413694528423</c:v>
                </c:pt>
                <c:pt idx="160">
                  <c:v>0.418028328758</c:v>
                </c:pt>
                <c:pt idx="161">
                  <c:v>0.422055620815</c:v>
                </c:pt>
                <c:pt idx="162">
                  <c:v>0.425778250004</c:v>
                </c:pt>
                <c:pt idx="163">
                  <c:v>0.42919857683</c:v>
                </c:pt>
                <c:pt idx="164">
                  <c:v>0.432319442747</c:v>
                </c:pt>
                <c:pt idx="165">
                  <c:v>0.435144136898</c:v>
                </c:pt>
                <c:pt idx="166">
                  <c:v>0.437676363784</c:v>
                </c:pt>
                <c:pt idx="167">
                  <c:v>0.439920211902</c:v>
                </c:pt>
                <c:pt idx="168">
                  <c:v>0.441880123388</c:v>
                </c:pt>
                <c:pt idx="169">
                  <c:v>0.443560864684</c:v>
                </c:pt>
                <c:pt idx="170">
                  <c:v>0.44496749825</c:v>
                </c:pt>
                <c:pt idx="171">
                  <c:v>0.446105355328</c:v>
                </c:pt>
                <c:pt idx="172">
                  <c:v>0.446980009777</c:v>
                </c:pt>
                <c:pt idx="173">
                  <c:v>0.44759725296</c:v>
                </c:pt>
                <c:pt idx="174">
                  <c:v>0.447963069705</c:v>
                </c:pt>
                <c:pt idx="175">
                  <c:v>0.448083615311</c:v>
                </c:pt>
                <c:pt idx="176">
                  <c:v>0.447965193613</c:v>
                </c:pt>
                <c:pt idx="177">
                  <c:v>0.44761423607</c:v>
                </c:pt>
                <c:pt idx="178">
                  <c:v>0.447037281875</c:v>
                </c:pt>
                <c:pt idx="179">
                  <c:v>0.446240959074</c:v>
                </c:pt>
                <c:pt idx="180">
                  <c:v>0.445231966654</c:v>
                </c:pt>
                <c:pt idx="181">
                  <c:v>0.444017057606</c:v>
                </c:pt>
                <c:pt idx="182">
                  <c:v>0.442603022918</c:v>
                </c:pt>
                <c:pt idx="183">
                  <c:v>0.440996676483</c:v>
                </c:pt>
                <c:pt idx="184">
                  <c:v>0.439204840908</c:v>
                </c:pt>
                <c:pt idx="185">
                  <c:v>0.437234334174</c:v>
                </c:pt>
                <c:pt idx="186">
                  <c:v>0.435091957139</c:v>
                </c:pt>
                <c:pt idx="187">
                  <c:v>0.432784481862</c:v>
                </c:pt>
                <c:pt idx="188">
                  <c:v>0.430318640698</c:v>
                </c:pt>
                <c:pt idx="189">
                  <c:v>0.427701116159</c:v>
                </c:pt>
                <c:pt idx="190">
                  <c:v>0.4249385315</c:v>
                </c:pt>
                <c:pt idx="191">
                  <c:v>0.422037442017</c:v>
                </c:pt>
                <c:pt idx="192">
                  <c:v>0.419004327008</c:v>
                </c:pt>
                <c:pt idx="193">
                  <c:v>0.415845582388</c:v>
                </c:pt>
                <c:pt idx="194">
                  <c:v>0.412567513932</c:v>
                </c:pt>
                <c:pt idx="195">
                  <c:v>0.409176331097</c:v>
                </c:pt>
                <c:pt idx="196">
                  <c:v>0.405678141433</c:v>
                </c:pt>
                <c:pt idx="197">
                  <c:v>0.402078945516</c:v>
                </c:pt>
                <c:pt idx="198">
                  <c:v>0.398384632419</c:v>
                </c:pt>
                <c:pt idx="199">
                  <c:v>0.394600975659</c:v>
                </c:pt>
                <c:pt idx="200">
                  <c:v>0.390733629626</c:v>
                </c:pt>
                <c:pt idx="201">
                  <c:v>0.386788126449</c:v>
                </c:pt>
                <c:pt idx="202">
                  <c:v>0.382769873288</c:v>
                </c:pt>
                <c:pt idx="203">
                  <c:v>0.378684150029</c:v>
                </c:pt>
                <c:pt idx="204">
                  <c:v>0.374536107352</c:v>
                </c:pt>
                <c:pt idx="205">
                  <c:v>0.370330765159</c:v>
                </c:pt>
                <c:pt idx="206">
                  <c:v>0.366073011341</c:v>
                </c:pt>
                <c:pt idx="207">
                  <c:v>0.361767600862</c:v>
                </c:pt>
                <c:pt idx="208">
                  <c:v>0.357419155136</c:v>
                </c:pt>
                <c:pt idx="209">
                  <c:v>0.353032161694</c:v>
                </c:pt>
                <c:pt idx="210">
                  <c:v>0.348610974101</c:v>
                </c:pt>
                <c:pt idx="211">
                  <c:v>0.344159812132</c:v>
                </c:pt>
                <c:pt idx="212">
                  <c:v>0.339682762167</c:v>
                </c:pt>
                <c:pt idx="213">
                  <c:v>0.335183777798</c:v>
                </c:pt>
                <c:pt idx="214">
                  <c:v>0.330666680646</c:v>
                </c:pt>
                <c:pt idx="215">
                  <c:v>0.326135161347</c:v>
                </c:pt>
                <c:pt idx="216">
                  <c:v>0.321592780715</c:v>
                </c:pt>
                <c:pt idx="217">
                  <c:v>0.317042971066</c:v>
                </c:pt>
                <c:pt idx="218">
                  <c:v>0.31248903767</c:v>
                </c:pt>
                <c:pt idx="219">
                  <c:v>0.307934160356</c:v>
                </c:pt>
                <c:pt idx="220">
                  <c:v>0.303381395215</c:v>
                </c:pt>
                <c:pt idx="221">
                  <c:v>0.298833676431</c:v>
                </c:pt>
                <c:pt idx="222">
                  <c:v>0.294293818196</c:v>
                </c:pt>
                <c:pt idx="223">
                  <c:v>0.289764516725</c:v>
                </c:pt>
                <c:pt idx="224">
                  <c:v>0.285248352339</c:v>
                </c:pt>
                <c:pt idx="225">
                  <c:v>0.280747791629</c:v>
                </c:pt>
                <c:pt idx="226">
                  <c:v>0.276265189674</c:v>
                </c:pt>
                <c:pt idx="227">
                  <c:v>0.271802792316</c:v>
                </c:pt>
                <c:pt idx="228">
                  <c:v>0.267362738481</c:v>
                </c:pt>
                <c:pt idx="229">
                  <c:v>0.262947062539</c:v>
                </c:pt>
                <c:pt idx="230">
                  <c:v>0.258557696691</c:v>
                </c:pt>
                <c:pt idx="231">
                  <c:v>0.254196473395</c:v>
                </c:pt>
                <c:pt idx="232">
                  <c:v>0.249865127796</c:v>
                </c:pt>
                <c:pt idx="233">
                  <c:v>0.245565300179</c:v>
                </c:pt>
                <c:pt idx="234">
                  <c:v>0.241298538434</c:v>
                </c:pt>
                <c:pt idx="235">
                  <c:v>0.237066300516</c:v>
                </c:pt>
                <c:pt idx="236">
                  <c:v>0.232869956913</c:v>
                </c:pt>
                <c:pt idx="237">
                  <c:v>0.228710793103</c:v>
                </c:pt>
                <c:pt idx="238">
                  <c:v>0.224590012008</c:v>
                </c:pt>
                <c:pt idx="239">
                  <c:v>0.22050873643</c:v>
                </c:pt>
                <c:pt idx="240">
                  <c:v>0.216468011478</c:v>
                </c:pt>
                <c:pt idx="241">
                  <c:v>0.212468806967</c:v>
                </c:pt>
                <c:pt idx="242">
                  <c:v>0.208512019803</c:v>
                </c:pt>
                <c:pt idx="243">
                  <c:v>0.204598476344</c:v>
                </c:pt>
                <c:pt idx="244">
                  <c:v>0.200728934724</c:v>
                </c:pt>
                <c:pt idx="245">
                  <c:v>0.19690408716</c:v>
                </c:pt>
                <c:pt idx="246">
                  <c:v>0.193124562221</c:v>
                </c:pt>
                <c:pt idx="247">
                  <c:v>0.189390927066</c:v>
                </c:pt>
                <c:pt idx="248">
                  <c:v>0.185703689644</c:v>
                </c:pt>
                <c:pt idx="249">
                  <c:v>0.182063300863</c:v>
                </c:pt>
                <c:pt idx="250">
                  <c:v>0.17847015672</c:v>
                </c:pt>
                <c:pt idx="251">
                  <c:v>0.174924600388</c:v>
                </c:pt>
                <c:pt idx="252">
                  <c:v>0.17142692427</c:v>
                </c:pt>
                <c:pt idx="253">
                  <c:v>0.167977372005</c:v>
                </c:pt>
                <c:pt idx="254">
                  <c:v>0.164576140442</c:v>
                </c:pt>
                <c:pt idx="255">
                  <c:v>0.161223381562</c:v>
                </c:pt>
                <c:pt idx="256">
                  <c:v>0.157919204365</c:v>
                </c:pt>
                <c:pt idx="257">
                  <c:v>0.15466367671</c:v>
                </c:pt>
                <c:pt idx="258">
                  <c:v>0.151456827114</c:v>
                </c:pt>
                <c:pt idx="259">
                  <c:v>0.148298646506</c:v>
                </c:pt>
                <c:pt idx="260">
                  <c:v>0.14518908994</c:v>
                </c:pt>
                <c:pt idx="261">
                  <c:v>0.142128078261</c:v>
                </c:pt>
                <c:pt idx="262">
                  <c:v>0.13911549973</c:v>
                </c:pt>
                <c:pt idx="263">
                  <c:v>0.136151211606</c:v>
                </c:pt>
                <c:pt idx="264">
                  <c:v>0.13323504168</c:v>
                </c:pt>
                <c:pt idx="265">
                  <c:v>0.130366789774</c:v>
                </c:pt>
                <c:pt idx="266">
                  <c:v>0.127546229192</c:v>
                </c:pt>
                <c:pt idx="267">
                  <c:v>0.124773108126</c:v>
                </c:pt>
                <c:pt idx="268">
                  <c:v>0.12204715103</c:v>
                </c:pt>
                <c:pt idx="269">
                  <c:v>0.11936805994</c:v>
                </c:pt>
                <c:pt idx="270">
                  <c:v>0.116735515762</c:v>
                </c:pt>
                <c:pt idx="271">
                  <c:v>0.11414917952</c:v>
                </c:pt>
                <c:pt idx="272">
                  <c:v>0.111608693555</c:v>
                </c:pt>
                <c:pt idx="273">
                  <c:v>0.109113682692</c:v>
                </c:pt>
                <c:pt idx="274">
                  <c:v>0.106663755371</c:v>
                </c:pt>
                <c:pt idx="275">
                  <c:v>0.104258504728</c:v>
                </c:pt>
                <c:pt idx="276">
                  <c:v>0.101897509655</c:v>
                </c:pt>
                <c:pt idx="277">
                  <c:v>0.0995803358059</c:v>
                </c:pt>
                <c:pt idx="278">
                  <c:v>0.09730653658</c:v>
                </c:pt>
                <c:pt idx="279">
                  <c:v>0.0950756540629</c:v>
                </c:pt>
                <c:pt idx="280">
                  <c:v>0.092887219935</c:v>
                </c:pt>
                <c:pt idx="281">
                  <c:v>0.0907407563457</c:v>
                </c:pt>
                <c:pt idx="282">
                  <c:v>0.0886357767539</c:v>
                </c:pt>
                <c:pt idx="283">
                  <c:v>0.0865717867372</c:v>
                </c:pt>
                <c:pt idx="284">
                  <c:v>0.0845482847678</c:v>
                </c:pt>
                <c:pt idx="285">
                  <c:v>0.0825647629587</c:v>
                </c:pt>
                <c:pt idx="286">
                  <c:v>0.080620707779</c:v>
                </c:pt>
                <c:pt idx="287">
                  <c:v>0.0787156007399</c:v>
                </c:pt>
                <c:pt idx="288">
                  <c:v>0.076848919052</c:v>
                </c:pt>
                <c:pt idx="289">
                  <c:v>0.075020136254</c:v>
                </c:pt>
                <c:pt idx="290">
                  <c:v>0.0732287228153</c:v>
                </c:pt>
                <c:pt idx="291">
                  <c:v>0.0714741467109</c:v>
                </c:pt>
                <c:pt idx="292">
                  <c:v>0.0697558739709</c:v>
                </c:pt>
                <c:pt idx="293">
                  <c:v>0.0680733692056</c:v>
                </c:pt>
                <c:pt idx="294">
                  <c:v>0.0664260961048</c:v>
                </c:pt>
                <c:pt idx="295">
                  <c:v>0.0648135179149</c:v>
                </c:pt>
                <c:pt idx="296">
                  <c:v>0.0632350978922</c:v>
                </c:pt>
                <c:pt idx="297">
                  <c:v>0.061690299734</c:v>
                </c:pt>
                <c:pt idx="298">
                  <c:v>0.0601785879886</c:v>
                </c:pt>
                <c:pt idx="299">
                  <c:v>0.0586994284438</c:v>
                </c:pt>
                <c:pt idx="300">
                  <c:v>0.0572522884954</c:v>
                </c:pt>
                <c:pt idx="301">
                  <c:v>0.0558366374964</c:v>
                </c:pt>
                <c:pt idx="302">
                  <c:v>0.054451947087</c:v>
                </c:pt>
                <c:pt idx="303">
                  <c:v>0.0530976915057</c:v>
                </c:pt>
                <c:pt idx="304">
                  <c:v>0.0517733478841</c:v>
                </c:pt>
                <c:pt idx="305">
                  <c:v>0.0504783965228</c:v>
                </c:pt>
                <c:pt idx="306">
                  <c:v>0.0492123211527</c:v>
                </c:pt>
                <c:pt idx="307">
                  <c:v>0.0479746091786</c:v>
                </c:pt>
                <c:pt idx="308">
                  <c:v>0.0467647519089</c:v>
                </c:pt>
                <c:pt idx="309">
                  <c:v>0.0455822447694</c:v>
                </c:pt>
                <c:pt idx="310">
                  <c:v>0.0444265875034</c:v>
                </c:pt>
                <c:pt idx="311">
                  <c:v>0.0432972843581</c:v>
                </c:pt>
                <c:pt idx="312">
                  <c:v>0.0421938442575</c:v>
                </c:pt>
                <c:pt idx="313">
                  <c:v>0.0411157809628</c:v>
                </c:pt>
                <c:pt idx="314">
                  <c:v>0.0400626132206</c:v>
                </c:pt>
                <c:pt idx="315">
                  <c:v>0.039033864899</c:v>
                </c:pt>
                <c:pt idx="316">
                  <c:v>0.0380290651132</c:v>
                </c:pt>
                <c:pt idx="317">
                  <c:v>0.0370477483394</c:v>
                </c:pt>
                <c:pt idx="318">
                  <c:v>0.036089454519</c:v>
                </c:pt>
                <c:pt idx="319">
                  <c:v>0.0351537291524</c:v>
                </c:pt>
                <c:pt idx="320">
                  <c:v>0.0342401233838</c:v>
                </c:pt>
                <c:pt idx="321">
                  <c:v>0.0333481940764</c:v>
                </c:pt>
                <c:pt idx="322">
                  <c:v>0.0324775038791</c:v>
                </c:pt>
                <c:pt idx="323">
                  <c:v>0.0316276212848</c:v>
                </c:pt>
                <c:pt idx="324">
                  <c:v>0.0307981206812</c:v>
                </c:pt>
                <c:pt idx="325">
                  <c:v>0.0299885823931</c:v>
                </c:pt>
                <c:pt idx="326">
                  <c:v>0.0291985927181</c:v>
                </c:pt>
                <c:pt idx="327">
                  <c:v>0.0284277439555</c:v>
                </c:pt>
                <c:pt idx="328">
                  <c:v>0.0276756344284</c:v>
                </c:pt>
                <c:pt idx="329">
                  <c:v>0.026941868499</c:v>
                </c:pt>
                <c:pt idx="330">
                  <c:v>0.0262260565792</c:v>
                </c:pt>
                <c:pt idx="331">
                  <c:v>0.0255278151345</c:v>
                </c:pt>
                <c:pt idx="332">
                  <c:v>0.0248467666828</c:v>
                </c:pt>
                <c:pt idx="333">
                  <c:v>0.0241825397883</c:v>
                </c:pt>
                <c:pt idx="334">
                  <c:v>0.0235347690505</c:v>
                </c:pt>
                <c:pt idx="335">
                  <c:v>0.0229030950888</c:v>
                </c:pt>
                <c:pt idx="336">
                  <c:v>0.0222871645221</c:v>
                </c:pt>
                <c:pt idx="337">
                  <c:v>0.0216866299455</c:v>
                </c:pt>
                <c:pt idx="338">
                  <c:v>0.021101149902</c:v>
                </c:pt>
                <c:pt idx="339">
                  <c:v>0.0205303888516</c:v>
                </c:pt>
                <c:pt idx="340">
                  <c:v>0.019974017136</c:v>
                </c:pt>
                <c:pt idx="341">
                  <c:v>0.0194317109411</c:v>
                </c:pt>
                <c:pt idx="342">
                  <c:v>0.0189031522558</c:v>
                </c:pt>
                <c:pt idx="343">
                  <c:v>0.0183880288285</c:v>
                </c:pt>
                <c:pt idx="344">
                  <c:v>0.0178860341205</c:v>
                </c:pt>
                <c:pt idx="345">
                  <c:v>0.0173968672576</c:v>
                </c:pt>
                <c:pt idx="346">
                  <c:v>0.0169202329786</c:v>
                </c:pt>
                <c:pt idx="347">
                  <c:v>0.0164558415828</c:v>
                </c:pt>
                <c:pt idx="348">
                  <c:v>0.0160034088745</c:v>
                </c:pt>
                <c:pt idx="349">
                  <c:v>0.0155626561063</c:v>
                </c:pt>
                <c:pt idx="350">
                  <c:v>0.0151333099208</c:v>
                </c:pt>
                <c:pt idx="351">
                  <c:v>0.0147151022905</c:v>
                </c:pt>
                <c:pt idx="352">
                  <c:v>0.0143077704564</c:v>
                </c:pt>
                <c:pt idx="353">
                  <c:v>0.0139110568657</c:v>
                </c:pt>
                <c:pt idx="354">
                  <c:v>0.0135247091079</c:v>
                </c:pt>
                <c:pt idx="355">
                  <c:v>0.01314847985</c:v>
                </c:pt>
                <c:pt idx="356">
                  <c:v>0.0127821267715</c:v>
                </c:pt>
                <c:pt idx="357">
                  <c:v>0.0124254124971</c:v>
                </c:pt>
                <c:pt idx="358">
                  <c:v>0.0120781045306</c:v>
                </c:pt>
                <c:pt idx="359">
                  <c:v>0.0117399751865</c:v>
                </c:pt>
                <c:pt idx="360">
                  <c:v>0.0114108015223</c:v>
                </c:pt>
                <c:pt idx="361">
                  <c:v>0.0110903652698</c:v>
                </c:pt>
                <c:pt idx="362">
                  <c:v>0.0107784527661</c:v>
                </c:pt>
                <c:pt idx="363">
                  <c:v>0.0104748548849</c:v>
                </c:pt>
                <c:pt idx="364">
                  <c:v>0.0101793669665</c:v>
                </c:pt>
                <c:pt idx="365">
                  <c:v>0.00989178874879</c:v>
                </c:pt>
                <c:pt idx="366">
                  <c:v>0.00961192429792</c:v>
                </c:pt>
                <c:pt idx="367">
                  <c:v>0.00933958193853</c:v>
                </c:pt>
                <c:pt idx="368">
                  <c:v>0.00907457418459</c:v>
                </c:pt>
                <c:pt idx="369">
                  <c:v>0.00881671767016</c:v>
                </c:pt>
                <c:pt idx="370">
                  <c:v>0.00856583308036</c:v>
                </c:pt>
                <c:pt idx="371">
                  <c:v>0.00832174508263</c:v>
                </c:pt>
                <c:pt idx="372">
                  <c:v>0.00808428225824</c:v>
                </c:pt>
                <c:pt idx="373">
                  <c:v>0.00785327703416</c:v>
                </c:pt>
                <c:pt idx="374">
                  <c:v>0.00762856561532</c:v>
                </c:pt>
                <c:pt idx="375">
                  <c:v>0.00740998791727</c:v>
                </c:pt>
                <c:pt idx="376">
                  <c:v>0.00719738749932</c:v>
                </c:pt>
                <c:pt idx="377">
                  <c:v>0.00699061149815</c:v>
                </c:pt>
                <c:pt idx="378">
                  <c:v>0.00678951056192</c:v>
                </c:pt>
                <c:pt idx="379">
                  <c:v>0.00659393878504</c:v>
                </c:pt>
                <c:pt idx="380">
                  <c:v>0.00640375364339</c:v>
                </c:pt>
                <c:pt idx="381">
                  <c:v>0.00621881593021</c:v>
                </c:pt>
                <c:pt idx="382">
                  <c:v>0.00603898969263</c:v>
                </c:pt>
                <c:pt idx="383">
                  <c:v>0.00586414216886</c:v>
                </c:pt>
                <c:pt idx="384">
                  <c:v>0.00569414372599</c:v>
                </c:pt>
                <c:pt idx="385">
                  <c:v>0.00552886779854</c:v>
                </c:pt>
                <c:pt idx="386">
                  <c:v>0.00536819082774</c:v>
                </c:pt>
                <c:pt idx="387">
                  <c:v>0.00521199220142</c:v>
                </c:pt>
                <c:pt idx="388">
                  <c:v>0.00506015419481</c:v>
                </c:pt>
                <c:pt idx="389">
                  <c:v>0.0049125619119</c:v>
                </c:pt>
                <c:pt idx="390">
                  <c:v>0.00476910322772</c:v>
                </c:pt>
                <c:pt idx="391">
                  <c:v>0.0046296687313</c:v>
                </c:pt>
                <c:pt idx="392">
                  <c:v>0.00449415166945</c:v>
                </c:pt>
                <c:pt idx="393">
                  <c:v>0.00436244789126</c:v>
                </c:pt>
                <c:pt idx="394">
                  <c:v>0.00423445579352</c:v>
                </c:pt>
                <c:pt idx="395">
                  <c:v>0.00411007626677</c:v>
                </c:pt>
                <c:pt idx="396">
                  <c:v>0.00398921264234</c:v>
                </c:pt>
                <c:pt idx="397">
                  <c:v>0.00387177063998</c:v>
                </c:pt>
                <c:pt idx="398">
                  <c:v>0.00375765831651</c:v>
                </c:pt>
                <c:pt idx="399">
                  <c:v>0.00364678601511</c:v>
                </c:pt>
                <c:pt idx="400">
                  <c:v>0.00353906631552</c:v>
                </c:pt>
                <c:pt idx="401">
                  <c:v>0.003434413985</c:v>
                </c:pt>
                <c:pt idx="402">
                  <c:v>0.00333274593012</c:v>
                </c:pt>
                <c:pt idx="403">
                  <c:v>0.00323398114934</c:v>
                </c:pt>
                <c:pt idx="404">
                  <c:v>0.00313804068637</c:v>
                </c:pt>
                <c:pt idx="405">
                  <c:v>0.00304484758442</c:v>
                </c:pt>
                <c:pt idx="406">
                  <c:v>0.00295432684113</c:v>
                </c:pt>
                <c:pt idx="407">
                  <c:v>0.00286640536436</c:v>
                </c:pt>
                <c:pt idx="408">
                  <c:v>0.00278101192879</c:v>
                </c:pt>
                <c:pt idx="409">
                  <c:v>0.00269807713319</c:v>
                </c:pt>
                <c:pt idx="410">
                  <c:v>0.00261753335864</c:v>
                </c:pt>
                <c:pt idx="411">
                  <c:v>0.00253931472735</c:v>
                </c:pt>
                <c:pt idx="412">
                  <c:v>0.00246335706236</c:v>
                </c:pt>
                <c:pt idx="413">
                  <c:v>0.00238959784795</c:v>
                </c:pt>
                <c:pt idx="414">
                  <c:v>0.00231797619082</c:v>
                </c:pt>
                <c:pt idx="415">
                  <c:v>0.002248432782</c:v>
                </c:pt>
                <c:pt idx="416">
                  <c:v>0.0021809098595</c:v>
                </c:pt>
                <c:pt idx="417">
                  <c:v>0.00211535117169</c:v>
                </c:pt>
                <c:pt idx="418">
                  <c:v>0.00205170194144</c:v>
                </c:pt>
                <c:pt idx="419">
                  <c:v>0.00198990883089</c:v>
                </c:pt>
                <c:pt idx="420">
                  <c:v>0.001929919907</c:v>
                </c:pt>
                <c:pt idx="421">
                  <c:v>0.00187168460776</c:v>
                </c:pt>
                <c:pt idx="422">
                  <c:v>0.0018151537091</c:v>
                </c:pt>
                <c:pt idx="423">
                  <c:v>0.00176027929249</c:v>
                </c:pt>
                <c:pt idx="424">
                  <c:v>0.00170701471316</c:v>
                </c:pt>
                <c:pt idx="425">
                  <c:v>0.00165531456905</c:v>
                </c:pt>
                <c:pt idx="426">
                  <c:v>0.00160513467033</c:v>
                </c:pt>
                <c:pt idx="427">
                  <c:v>0.00155643200968</c:v>
                </c:pt>
                <c:pt idx="428">
                  <c:v>0.00150916473305</c:v>
                </c:pt>
                <c:pt idx="429">
                  <c:v>0.00146329211121</c:v>
                </c:pt>
                <c:pt idx="430">
                  <c:v>0.00141877451173</c:v>
                </c:pt>
                <c:pt idx="431">
                  <c:v>0.00137557337176</c:v>
                </c:pt>
                <c:pt idx="432">
                  <c:v>0.00133365117122</c:v>
                </c:pt>
                <c:pt idx="433">
                  <c:v>0.00129297140673</c:v>
                </c:pt>
                <c:pt idx="434">
                  <c:v>0.00125349856603</c:v>
                </c:pt>
                <c:pt idx="435">
                  <c:v>0.00121519810293</c:v>
                </c:pt>
                <c:pt idx="436">
                  <c:v>0.00117803641298</c:v>
                </c:pt>
                <c:pt idx="437">
                  <c:v>0.00114198080946</c:v>
                </c:pt>
                <c:pt idx="438">
                  <c:v>0.00110699950011</c:v>
                </c:pt>
                <c:pt idx="439">
                  <c:v>0.00107306156429</c:v>
                </c:pt>
                <c:pt idx="440">
                  <c:v>0.00104013693062</c:v>
                </c:pt>
                <c:pt idx="441">
                  <c:v>0.00100819635526</c:v>
                </c:pt>
                <c:pt idx="442">
                  <c:v>0.000977211400566</c:v>
                </c:pt>
                <c:pt idx="443">
                  <c:v>0.000947154414312</c:v>
                </c:pt>
                <c:pt idx="444">
                  <c:v>0.000917998509345</c:v>
                </c:pt>
                <c:pt idx="445">
                  <c:v>0.000889717543753</c:v>
                </c:pt>
                <c:pt idx="446">
                  <c:v>0.00086228610148</c:v>
                </c:pt>
                <c:pt idx="447">
                  <c:v>0.000835679473392</c:v>
                </c:pt>
                <c:pt idx="448">
                  <c:v>0.0008098736388</c:v>
                </c:pt>
                <c:pt idx="449">
                  <c:v>0.000784845247416</c:v>
                </c:pt>
                <c:pt idx="450">
                  <c:v>0.00076057160174</c:v>
                </c:pt>
              </c:numCache>
            </c:numRef>
          </c:yVal>
          <c:smooth val="0"/>
        </c:ser>
        <c:ser>
          <c:idx val="1"/>
          <c:order val="1"/>
          <c:tx>
            <c:v>Normal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Data'!$D$2:$D$452</c:f>
              <c:numCache>
                <c:formatCode>0.0</c:formatCode>
                <c:ptCount val="451"/>
                <c:pt idx="0">
                  <c:v>0.000133830225765</c:v>
                </c:pt>
                <c:pt idx="1">
                  <c:v>0.000144947560424</c:v>
                </c:pt>
                <c:pt idx="2">
                  <c:v>0.000156925634066</c:v>
                </c:pt>
                <c:pt idx="3">
                  <c:v>0.000169825599429</c:v>
                </c:pt>
                <c:pt idx="4">
                  <c:v>0.000183712498002</c:v>
                </c:pt>
                <c:pt idx="5">
                  <c:v>0.000198655471393</c:v>
                </c:pt>
                <c:pt idx="6">
                  <c:v>0.0002147279815</c:v>
                </c:pt>
                <c:pt idx="7">
                  <c:v>0.000232008039657</c:v>
                </c:pt>
                <c:pt idx="8">
                  <c:v>0.000250578444891</c:v>
                </c:pt>
                <c:pt idx="9">
                  <c:v>0.000270527031462</c:v>
                </c:pt>
                <c:pt idx="10">
                  <c:v>0.000291946925791</c:v>
                </c:pt>
                <c:pt idx="11">
                  <c:v>0.000314936812908</c:v>
                </c:pt>
                <c:pt idx="12">
                  <c:v>0.000339601212484</c:v>
                </c:pt>
                <c:pt idx="13">
                  <c:v>0.000366050764557</c:v>
                </c:pt>
                <c:pt idx="14">
                  <c:v>0.000394402524969</c:v>
                </c:pt>
                <c:pt idx="15">
                  <c:v>0.000424780270551</c:v>
                </c:pt>
                <c:pt idx="16">
                  <c:v>0.00045731481406</c:v>
                </c:pt>
                <c:pt idx="17">
                  <c:v>0.000492144328833</c:v>
                </c:pt>
                <c:pt idx="18">
                  <c:v>0.000529414683095</c:v>
                </c:pt>
                <c:pt idx="19">
                  <c:v>0.000569279783834</c:v>
                </c:pt>
                <c:pt idx="20">
                  <c:v>0.000611901930114</c:v>
                </c:pt>
                <c:pt idx="21">
                  <c:v>0.000657452175655</c:v>
                </c:pt>
                <c:pt idx="22">
                  <c:v>0.000706110700488</c:v>
                </c:pt>
                <c:pt idx="23">
                  <c:v>0.000758067191429</c:v>
                </c:pt>
                <c:pt idx="24">
                  <c:v>0.000813521231082</c:v>
                </c:pt>
                <c:pt idx="25">
                  <c:v>0.000872682695046</c:v>
                </c:pt>
                <c:pt idx="26">
                  <c:v>0.000935772156927</c:v>
                </c:pt>
                <c:pt idx="27">
                  <c:v>0.00100302130073</c:v>
                </c:pt>
                <c:pt idx="28">
                  <c:v>0.00107467334015</c:v>
                </c:pt>
                <c:pt idx="29">
                  <c:v>0.00115098344418</c:v>
                </c:pt>
                <c:pt idx="30">
                  <c:v>0.00123221916847</c:v>
                </c:pt>
                <c:pt idx="31">
                  <c:v>0.00131866089182</c:v>
                </c:pt>
                <c:pt idx="32">
                  <c:v>0.00141060225694</c:v>
                </c:pt>
                <c:pt idx="33">
                  <c:v>0.00150835061485</c:v>
                </c:pt>
                <c:pt idx="34">
                  <c:v>0.00161222747198</c:v>
                </c:pt>
                <c:pt idx="35">
                  <c:v>0.00172256893905</c:v>
                </c:pt>
                <c:pt idx="36">
                  <c:v>0.00183972618082</c:v>
                </c:pt>
                <c:pt idx="37">
                  <c:v>0.0019640658655</c:v>
                </c:pt>
                <c:pt idx="38">
                  <c:v>0.00209597061286</c:v>
                </c:pt>
                <c:pt idx="39">
                  <c:v>0.00223583943969</c:v>
                </c:pt>
                <c:pt idx="40">
                  <c:v>0.00238408820146</c:v>
                </c:pt>
                <c:pt idx="41">
                  <c:v>0.00254115002873</c:v>
                </c:pt>
                <c:pt idx="42">
                  <c:v>0.00270747575684</c:v>
                </c:pt>
                <c:pt idx="43">
                  <c:v>0.0028835343476</c:v>
                </c:pt>
                <c:pt idx="44">
                  <c:v>0.0030698133011</c:v>
                </c:pt>
                <c:pt idx="45">
                  <c:v>0.0032668190562</c:v>
                </c:pt>
                <c:pt idx="46">
                  <c:v>0.00347507737785</c:v>
                </c:pt>
                <c:pt idx="47">
                  <c:v>0.00369513372956</c:v>
                </c:pt>
                <c:pt idx="48">
                  <c:v>0.00392755362892</c:v>
                </c:pt>
                <c:pt idx="49">
                  <c:v>0.00417292298452</c:v>
                </c:pt>
                <c:pt idx="50">
                  <c:v>0.00443184841194</c:v>
                </c:pt>
                <c:pt idx="51">
                  <c:v>0.00470495752693</c:v>
                </c:pt>
                <c:pt idx="52">
                  <c:v>0.00499289921361</c:v>
                </c:pt>
                <c:pt idx="53">
                  <c:v>0.00529634386531</c:v>
                </c:pt>
                <c:pt idx="54">
                  <c:v>0.00561598359599</c:v>
                </c:pt>
                <c:pt idx="55">
                  <c:v>0.00595253241978</c:v>
                </c:pt>
                <c:pt idx="56">
                  <c:v>0.00630672639627</c:v>
                </c:pt>
                <c:pt idx="57">
                  <c:v>0.0066793237392</c:v>
                </c:pt>
                <c:pt idx="58">
                  <c:v>0.00707110488602</c:v>
                </c:pt>
                <c:pt idx="59">
                  <c:v>0.00748287252578</c:v>
                </c:pt>
                <c:pt idx="60">
                  <c:v>0.00791545158298</c:v>
                </c:pt>
                <c:pt idx="61">
                  <c:v>0.00836968915465</c:v>
                </c:pt>
                <c:pt idx="62">
                  <c:v>0.00884645439824</c:v>
                </c:pt>
                <c:pt idx="63">
                  <c:v>0.00934663836761</c:v>
                </c:pt>
                <c:pt idx="64">
                  <c:v>0.00987115379475</c:v>
                </c:pt>
                <c:pt idx="65">
                  <c:v>0.0104209348144</c:v>
                </c:pt>
                <c:pt idx="66">
                  <c:v>0.0109969366294</c:v>
                </c:pt>
                <c:pt idx="67">
                  <c:v>0.0116001351137</c:v>
                </c:pt>
                <c:pt idx="68">
                  <c:v>0.0122315263513</c:v>
                </c:pt>
                <c:pt idx="69">
                  <c:v>0.0128921261079</c:v>
                </c:pt>
                <c:pt idx="70">
                  <c:v>0.0135829692337</c:v>
                </c:pt>
                <c:pt idx="71">
                  <c:v>0.0143051089941</c:v>
                </c:pt>
                <c:pt idx="72">
                  <c:v>0.0150596163274</c:v>
                </c:pt>
                <c:pt idx="73">
                  <c:v>0.0158475790254</c:v>
                </c:pt>
                <c:pt idx="74">
                  <c:v>0.0166701008374</c:v>
                </c:pt>
                <c:pt idx="75">
                  <c:v>0.0175283004936</c:v>
                </c:pt>
                <c:pt idx="76">
                  <c:v>0.0184233106469</c:v>
                </c:pt>
                <c:pt idx="77">
                  <c:v>0.0193562767317</c:v>
                </c:pt>
                <c:pt idx="78">
                  <c:v>0.0203283557382</c:v>
                </c:pt>
                <c:pt idx="79">
                  <c:v>0.0213407148999</c:v>
                </c:pt>
                <c:pt idx="80">
                  <c:v>0.0223945302948</c:v>
                </c:pt>
                <c:pt idx="81">
                  <c:v>0.0234909853582</c:v>
                </c:pt>
                <c:pt idx="82">
                  <c:v>0.0246312693064</c:v>
                </c:pt>
                <c:pt idx="83">
                  <c:v>0.0258165754716</c:v>
                </c:pt>
                <c:pt idx="84">
                  <c:v>0.0270480995469</c:v>
                </c:pt>
                <c:pt idx="85">
                  <c:v>0.0283270377416</c:v>
                </c:pt>
                <c:pt idx="86">
                  <c:v>0.0296545848473</c:v>
                </c:pt>
                <c:pt idx="87">
                  <c:v>0.031031932215</c:v>
                </c:pt>
                <c:pt idx="88">
                  <c:v>0.0324602656437</c:v>
                </c:pt>
                <c:pt idx="89">
                  <c:v>0.0339407631824</c:v>
                </c:pt>
                <c:pt idx="90">
                  <c:v>0.0354745928462</c:v>
                </c:pt>
                <c:pt idx="91">
                  <c:v>0.0370629102478</c:v>
                </c:pt>
                <c:pt idx="92">
                  <c:v>0.0387068561475</c:v>
                </c:pt>
                <c:pt idx="93">
                  <c:v>0.0404075539229</c:v>
                </c:pt>
                <c:pt idx="94">
                  <c:v>0.0421661069618</c:v>
                </c:pt>
                <c:pt idx="95">
                  <c:v>0.0439835959804</c:v>
                </c:pt>
                <c:pt idx="96">
                  <c:v>0.0458610762711</c:v>
                </c:pt>
                <c:pt idx="97">
                  <c:v>0.0477995748821</c:v>
                </c:pt>
                <c:pt idx="98">
                  <c:v>0.0498000877351</c:v>
                </c:pt>
                <c:pt idx="99">
                  <c:v>0.0518635766828</c:v>
                </c:pt>
                <c:pt idx="100">
                  <c:v>0.0539909665132</c:v>
                </c:pt>
                <c:pt idx="101">
                  <c:v>0.0561831419039</c:v>
                </c:pt>
                <c:pt idx="102">
                  <c:v>0.0584409443335</c:v>
                </c:pt>
                <c:pt idx="103">
                  <c:v>0.0607651689546</c:v>
                </c:pt>
                <c:pt idx="104">
                  <c:v>0.0631565614352</c:v>
                </c:pt>
                <c:pt idx="105">
                  <c:v>0.0656158147747</c:v>
                </c:pt>
                <c:pt idx="106">
                  <c:v>0.068143566101</c:v>
                </c:pt>
                <c:pt idx="107">
                  <c:v>0.070740393457</c:v>
                </c:pt>
                <c:pt idx="108">
                  <c:v>0.0734068125817</c:v>
                </c:pt>
                <c:pt idx="109">
                  <c:v>0.0761432736962</c:v>
                </c:pt>
                <c:pt idx="110">
                  <c:v>0.0789501583009</c:v>
                </c:pt>
                <c:pt idx="111">
                  <c:v>0.0818277759921</c:v>
                </c:pt>
                <c:pt idx="112">
                  <c:v>0.084776361308</c:v>
                </c:pt>
                <c:pt idx="113">
                  <c:v>0.0877960706109</c:v>
                </c:pt>
                <c:pt idx="114">
                  <c:v>0.0908869790163</c:v>
                </c:pt>
                <c:pt idx="115">
                  <c:v>0.0940490773769</c:v>
                </c:pt>
                <c:pt idx="116">
                  <c:v>0.0972822693315</c:v>
                </c:pt>
                <c:pt idx="117">
                  <c:v>0.100586368428</c:v>
                </c:pt>
                <c:pt idx="118">
                  <c:v>0.103961095329</c:v>
                </c:pt>
                <c:pt idx="119">
                  <c:v>0.107406075113</c:v>
                </c:pt>
                <c:pt idx="120">
                  <c:v>0.110920834679</c:v>
                </c:pt>
                <c:pt idx="121">
                  <c:v>0.114504800259</c:v>
                </c:pt>
                <c:pt idx="122">
                  <c:v>0.11815729506</c:v>
                </c:pt>
                <c:pt idx="123">
                  <c:v>0.121877537032</c:v>
                </c:pt>
                <c:pt idx="124">
                  <c:v>0.125664636789</c:v>
                </c:pt>
                <c:pt idx="125">
                  <c:v>0.129517595666</c:v>
                </c:pt>
                <c:pt idx="126">
                  <c:v>0.133435303951</c:v>
                </c:pt>
                <c:pt idx="127">
                  <c:v>0.137416539282</c:v>
                </c:pt>
                <c:pt idx="128">
                  <c:v>0.141459965225</c:v>
                </c:pt>
                <c:pt idx="129">
                  <c:v>0.145564130037</c:v>
                </c:pt>
                <c:pt idx="130">
                  <c:v>0.149727465636</c:v>
                </c:pt>
                <c:pt idx="131">
                  <c:v>0.153948286763</c:v>
                </c:pt>
                <c:pt idx="132">
                  <c:v>0.15822479037</c:v>
                </c:pt>
                <c:pt idx="133">
                  <c:v>0.162555055226</c:v>
                </c:pt>
                <c:pt idx="134">
                  <c:v>0.166937041742</c:v>
                </c:pt>
                <c:pt idx="135">
                  <c:v>0.171368592048</c:v>
                </c:pt>
                <c:pt idx="136">
                  <c:v>0.175847430298</c:v>
                </c:pt>
                <c:pt idx="137">
                  <c:v>0.180371163227</c:v>
                </c:pt>
                <c:pt idx="138">
                  <c:v>0.184937280963</c:v>
                </c:pt>
                <c:pt idx="139">
                  <c:v>0.189543158092</c:v>
                </c:pt>
                <c:pt idx="140">
                  <c:v>0.194186054983</c:v>
                </c:pt>
                <c:pt idx="141">
                  <c:v>0.198863119387</c:v>
                </c:pt>
                <c:pt idx="142">
                  <c:v>0.203571388291</c:v>
                </c:pt>
                <c:pt idx="143">
                  <c:v>0.208307790047</c:v>
                </c:pt>
                <c:pt idx="144">
                  <c:v>0.213069146776</c:v>
                </c:pt>
                <c:pt idx="145">
                  <c:v>0.217852177033</c:v>
                </c:pt>
                <c:pt idx="146">
                  <c:v>0.222653498752</c:v>
                </c:pt>
                <c:pt idx="147">
                  <c:v>0.227469632457</c:v>
                </c:pt>
                <c:pt idx="148">
                  <c:v>0.232297004743</c:v>
                </c:pt>
                <c:pt idx="149">
                  <c:v>0.237131952019</c:v>
                </c:pt>
                <c:pt idx="150">
                  <c:v>0.241970724519</c:v>
                </c:pt>
                <c:pt idx="151">
                  <c:v>0.246809490567</c:v>
                </c:pt>
                <c:pt idx="152">
                  <c:v>0.251644341098</c:v>
                </c:pt>
                <c:pt idx="153">
                  <c:v>0.256471294426</c:v>
                </c:pt>
                <c:pt idx="154">
                  <c:v>0.26128630125</c:v>
                </c:pt>
                <c:pt idx="155">
                  <c:v>0.266085249899</c:v>
                </c:pt>
                <c:pt idx="156">
                  <c:v>0.270863971798</c:v>
                </c:pt>
                <c:pt idx="157">
                  <c:v>0.275618247153</c:v>
                </c:pt>
                <c:pt idx="158">
                  <c:v>0.28034381084</c:v>
                </c:pt>
                <c:pt idx="159">
                  <c:v>0.285036358489</c:v>
                </c:pt>
                <c:pt idx="160">
                  <c:v>0.289691552761</c:v>
                </c:pt>
                <c:pt idx="161">
                  <c:v>0.294305029788</c:v>
                </c:pt>
                <c:pt idx="162">
                  <c:v>0.298872405776</c:v>
                </c:pt>
                <c:pt idx="163">
                  <c:v>0.303389283756</c:v>
                </c:pt>
                <c:pt idx="164">
                  <c:v>0.30785126047</c:v>
                </c:pt>
                <c:pt idx="165">
                  <c:v>0.312253933367</c:v>
                </c:pt>
                <c:pt idx="166">
                  <c:v>0.316592907711</c:v>
                </c:pt>
                <c:pt idx="167">
                  <c:v>0.320863803771</c:v>
                </c:pt>
                <c:pt idx="168">
                  <c:v>0.325062264084</c:v>
                </c:pt>
                <c:pt idx="169">
                  <c:v>0.329183960771</c:v>
                </c:pt>
                <c:pt idx="170">
                  <c:v>0.333224602892</c:v>
                </c:pt>
                <c:pt idx="171">
                  <c:v>0.337179943822</c:v>
                </c:pt>
                <c:pt idx="172">
                  <c:v>0.34104578863</c:v>
                </c:pt>
                <c:pt idx="173">
                  <c:v>0.344818001439</c:v>
                </c:pt>
                <c:pt idx="174">
                  <c:v>0.348492512759</c:v>
                </c:pt>
                <c:pt idx="175">
                  <c:v>0.352065326764</c:v>
                </c:pt>
                <c:pt idx="176">
                  <c:v>0.355532528506</c:v>
                </c:pt>
                <c:pt idx="177">
                  <c:v>0.358890291034</c:v>
                </c:pt>
                <c:pt idx="178">
                  <c:v>0.362134882413</c:v>
                </c:pt>
                <c:pt idx="179">
                  <c:v>0.365262672622</c:v>
                </c:pt>
                <c:pt idx="180">
                  <c:v>0.368270140303</c:v>
                </c:pt>
                <c:pt idx="181">
                  <c:v>0.371153879359</c:v>
                </c:pt>
                <c:pt idx="182">
                  <c:v>0.373910605373</c:v>
                </c:pt>
                <c:pt idx="183">
                  <c:v>0.376537161833</c:v>
                </c:pt>
                <c:pt idx="184">
                  <c:v>0.379030526153</c:v>
                </c:pt>
                <c:pt idx="185">
                  <c:v>0.381387815461</c:v>
                </c:pt>
                <c:pt idx="186">
                  <c:v>0.383606292153</c:v>
                </c:pt>
                <c:pt idx="187">
                  <c:v>0.385683369192</c:v>
                </c:pt>
                <c:pt idx="188">
                  <c:v>0.387616615125</c:v>
                </c:pt>
                <c:pt idx="189">
                  <c:v>0.389403758834</c:v>
                </c:pt>
                <c:pt idx="190">
                  <c:v>0.391042693975</c:v>
                </c:pt>
                <c:pt idx="191">
                  <c:v>0.39253148312</c:v>
                </c:pt>
                <c:pt idx="192">
                  <c:v>0.393868361569</c:v>
                </c:pt>
                <c:pt idx="193">
                  <c:v>0.395051740835</c:v>
                </c:pt>
                <c:pt idx="194">
                  <c:v>0.396080211794</c:v>
                </c:pt>
                <c:pt idx="195">
                  <c:v>0.396952547477</c:v>
                </c:pt>
                <c:pt idx="196">
                  <c:v>0.397667705512</c:v>
                </c:pt>
                <c:pt idx="197">
                  <c:v>0.398224830196</c:v>
                </c:pt>
                <c:pt idx="198">
                  <c:v>0.398623254205</c:v>
                </c:pt>
                <c:pt idx="199">
                  <c:v>0.398862499924</c:v>
                </c:pt>
                <c:pt idx="200">
                  <c:v>0.398942280401</c:v>
                </c:pt>
                <c:pt idx="201">
                  <c:v>0.398862499924</c:v>
                </c:pt>
                <c:pt idx="202">
                  <c:v>0.398623254205</c:v>
                </c:pt>
                <c:pt idx="203">
                  <c:v>0.398224830196</c:v>
                </c:pt>
                <c:pt idx="204">
                  <c:v>0.397667705512</c:v>
                </c:pt>
                <c:pt idx="205">
                  <c:v>0.396952547477</c:v>
                </c:pt>
                <c:pt idx="206">
                  <c:v>0.396080211794</c:v>
                </c:pt>
                <c:pt idx="207">
                  <c:v>0.395051740835</c:v>
                </c:pt>
                <c:pt idx="208">
                  <c:v>0.393868361569</c:v>
                </c:pt>
                <c:pt idx="209">
                  <c:v>0.39253148312</c:v>
                </c:pt>
                <c:pt idx="210">
                  <c:v>0.391042693975</c:v>
                </c:pt>
                <c:pt idx="211">
                  <c:v>0.389403758834</c:v>
                </c:pt>
                <c:pt idx="212">
                  <c:v>0.387616615125</c:v>
                </c:pt>
                <c:pt idx="213">
                  <c:v>0.385683369192</c:v>
                </c:pt>
                <c:pt idx="214">
                  <c:v>0.383606292153</c:v>
                </c:pt>
                <c:pt idx="215">
                  <c:v>0.381387815461</c:v>
                </c:pt>
                <c:pt idx="216">
                  <c:v>0.379030526153</c:v>
                </c:pt>
                <c:pt idx="217">
                  <c:v>0.376537161833</c:v>
                </c:pt>
                <c:pt idx="218">
                  <c:v>0.373910605373</c:v>
                </c:pt>
                <c:pt idx="219">
                  <c:v>0.371153879359</c:v>
                </c:pt>
                <c:pt idx="220">
                  <c:v>0.368270140303</c:v>
                </c:pt>
                <c:pt idx="221">
                  <c:v>0.365262672622</c:v>
                </c:pt>
                <c:pt idx="222">
                  <c:v>0.362134882413</c:v>
                </c:pt>
                <c:pt idx="223">
                  <c:v>0.358890291034</c:v>
                </c:pt>
                <c:pt idx="224">
                  <c:v>0.355532528506</c:v>
                </c:pt>
                <c:pt idx="225">
                  <c:v>0.352065326764</c:v>
                </c:pt>
                <c:pt idx="226">
                  <c:v>0.348492512759</c:v>
                </c:pt>
                <c:pt idx="227">
                  <c:v>0.344818001439</c:v>
                </c:pt>
                <c:pt idx="228">
                  <c:v>0.34104578863</c:v>
                </c:pt>
                <c:pt idx="229">
                  <c:v>0.337179943822</c:v>
                </c:pt>
                <c:pt idx="230">
                  <c:v>0.333224602892</c:v>
                </c:pt>
                <c:pt idx="231">
                  <c:v>0.329183960771</c:v>
                </c:pt>
                <c:pt idx="232">
                  <c:v>0.325062264084</c:v>
                </c:pt>
                <c:pt idx="233">
                  <c:v>0.320863803771</c:v>
                </c:pt>
                <c:pt idx="234">
                  <c:v>0.316592907711</c:v>
                </c:pt>
                <c:pt idx="235">
                  <c:v>0.312253933367</c:v>
                </c:pt>
                <c:pt idx="236">
                  <c:v>0.30785126047</c:v>
                </c:pt>
                <c:pt idx="237">
                  <c:v>0.303389283756</c:v>
                </c:pt>
                <c:pt idx="238">
                  <c:v>0.298872405776</c:v>
                </c:pt>
                <c:pt idx="239">
                  <c:v>0.294305029788</c:v>
                </c:pt>
                <c:pt idx="240">
                  <c:v>0.289691552761</c:v>
                </c:pt>
                <c:pt idx="241">
                  <c:v>0.285036358489</c:v>
                </c:pt>
                <c:pt idx="242">
                  <c:v>0.28034381084</c:v>
                </c:pt>
                <c:pt idx="243">
                  <c:v>0.275618247153</c:v>
                </c:pt>
                <c:pt idx="244">
                  <c:v>0.270863971798</c:v>
                </c:pt>
                <c:pt idx="245">
                  <c:v>0.266085249899</c:v>
                </c:pt>
                <c:pt idx="246">
                  <c:v>0.26128630125</c:v>
                </c:pt>
                <c:pt idx="247">
                  <c:v>0.256471294426</c:v>
                </c:pt>
                <c:pt idx="248">
                  <c:v>0.251644341098</c:v>
                </c:pt>
                <c:pt idx="249">
                  <c:v>0.246809490567</c:v>
                </c:pt>
                <c:pt idx="250">
                  <c:v>0.241970724519</c:v>
                </c:pt>
                <c:pt idx="251">
                  <c:v>0.237131952019</c:v>
                </c:pt>
                <c:pt idx="252">
                  <c:v>0.232297004743</c:v>
                </c:pt>
                <c:pt idx="253">
                  <c:v>0.227469632457</c:v>
                </c:pt>
                <c:pt idx="254">
                  <c:v>0.222653498752</c:v>
                </c:pt>
                <c:pt idx="255">
                  <c:v>0.217852177033</c:v>
                </c:pt>
                <c:pt idx="256">
                  <c:v>0.213069146776</c:v>
                </c:pt>
                <c:pt idx="257">
                  <c:v>0.208307790047</c:v>
                </c:pt>
                <c:pt idx="258">
                  <c:v>0.203571388291</c:v>
                </c:pt>
                <c:pt idx="259">
                  <c:v>0.198863119387</c:v>
                </c:pt>
                <c:pt idx="260">
                  <c:v>0.194186054983</c:v>
                </c:pt>
                <c:pt idx="261">
                  <c:v>0.189543158092</c:v>
                </c:pt>
                <c:pt idx="262">
                  <c:v>0.184937280963</c:v>
                </c:pt>
                <c:pt idx="263">
                  <c:v>0.180371163227</c:v>
                </c:pt>
                <c:pt idx="264">
                  <c:v>0.175847430298</c:v>
                </c:pt>
                <c:pt idx="265">
                  <c:v>0.171368592048</c:v>
                </c:pt>
                <c:pt idx="266">
                  <c:v>0.166937041742</c:v>
                </c:pt>
                <c:pt idx="267">
                  <c:v>0.162555055226</c:v>
                </c:pt>
                <c:pt idx="268">
                  <c:v>0.15822479037</c:v>
                </c:pt>
                <c:pt idx="269">
                  <c:v>0.153948286763</c:v>
                </c:pt>
                <c:pt idx="270">
                  <c:v>0.149727465636</c:v>
                </c:pt>
                <c:pt idx="271">
                  <c:v>0.145564130037</c:v>
                </c:pt>
                <c:pt idx="272">
                  <c:v>0.141459965225</c:v>
                </c:pt>
                <c:pt idx="273">
                  <c:v>0.137416539282</c:v>
                </c:pt>
                <c:pt idx="274">
                  <c:v>0.133435303951</c:v>
                </c:pt>
                <c:pt idx="275">
                  <c:v>0.129517595666</c:v>
                </c:pt>
                <c:pt idx="276">
                  <c:v>0.125664636789</c:v>
                </c:pt>
                <c:pt idx="277">
                  <c:v>0.121877537032</c:v>
                </c:pt>
                <c:pt idx="278">
                  <c:v>0.11815729506</c:v>
                </c:pt>
                <c:pt idx="279">
                  <c:v>0.114504800259</c:v>
                </c:pt>
                <c:pt idx="280">
                  <c:v>0.110920834679</c:v>
                </c:pt>
                <c:pt idx="281">
                  <c:v>0.107406075113</c:v>
                </c:pt>
                <c:pt idx="282">
                  <c:v>0.103961095329</c:v>
                </c:pt>
                <c:pt idx="283">
                  <c:v>0.100586368428</c:v>
                </c:pt>
                <c:pt idx="284">
                  <c:v>0.0972822693315</c:v>
                </c:pt>
                <c:pt idx="285">
                  <c:v>0.0940490773769</c:v>
                </c:pt>
                <c:pt idx="286">
                  <c:v>0.0908869790163</c:v>
                </c:pt>
                <c:pt idx="287">
                  <c:v>0.0877960706109</c:v>
                </c:pt>
                <c:pt idx="288">
                  <c:v>0.084776361308</c:v>
                </c:pt>
                <c:pt idx="289">
                  <c:v>0.0818277759921</c:v>
                </c:pt>
                <c:pt idx="290">
                  <c:v>0.0789501583009</c:v>
                </c:pt>
                <c:pt idx="291">
                  <c:v>0.0761432736962</c:v>
                </c:pt>
                <c:pt idx="292">
                  <c:v>0.0734068125817</c:v>
                </c:pt>
                <c:pt idx="293">
                  <c:v>0.070740393457</c:v>
                </c:pt>
                <c:pt idx="294">
                  <c:v>0.068143566101</c:v>
                </c:pt>
                <c:pt idx="295">
                  <c:v>0.0656158147747</c:v>
                </c:pt>
                <c:pt idx="296">
                  <c:v>0.0631565614352</c:v>
                </c:pt>
                <c:pt idx="297">
                  <c:v>0.0607651689546</c:v>
                </c:pt>
                <c:pt idx="298">
                  <c:v>0.0584409443335</c:v>
                </c:pt>
                <c:pt idx="299">
                  <c:v>0.0561831419039</c:v>
                </c:pt>
                <c:pt idx="300">
                  <c:v>0.0539909665132</c:v>
                </c:pt>
                <c:pt idx="301">
                  <c:v>0.0518635766828</c:v>
                </c:pt>
                <c:pt idx="302">
                  <c:v>0.0498000877351</c:v>
                </c:pt>
                <c:pt idx="303">
                  <c:v>0.0477995748821</c:v>
                </c:pt>
                <c:pt idx="304">
                  <c:v>0.0458610762711</c:v>
                </c:pt>
                <c:pt idx="305">
                  <c:v>0.0439835959804</c:v>
                </c:pt>
                <c:pt idx="306">
                  <c:v>0.0421661069618</c:v>
                </c:pt>
                <c:pt idx="307">
                  <c:v>0.0404075539229</c:v>
                </c:pt>
                <c:pt idx="308">
                  <c:v>0.0387068561475</c:v>
                </c:pt>
                <c:pt idx="309">
                  <c:v>0.0370629102478</c:v>
                </c:pt>
                <c:pt idx="310">
                  <c:v>0.0354745928462</c:v>
                </c:pt>
                <c:pt idx="311">
                  <c:v>0.0339407631824</c:v>
                </c:pt>
                <c:pt idx="312">
                  <c:v>0.0324602656437</c:v>
                </c:pt>
                <c:pt idx="313">
                  <c:v>0.031031932215</c:v>
                </c:pt>
                <c:pt idx="314">
                  <c:v>0.0296545848473</c:v>
                </c:pt>
                <c:pt idx="315">
                  <c:v>0.0283270377416</c:v>
                </c:pt>
                <c:pt idx="316">
                  <c:v>0.0270480995469</c:v>
                </c:pt>
                <c:pt idx="317">
                  <c:v>0.0258165754716</c:v>
                </c:pt>
                <c:pt idx="318">
                  <c:v>0.0246312693064</c:v>
                </c:pt>
                <c:pt idx="319">
                  <c:v>0.0234909853582</c:v>
                </c:pt>
                <c:pt idx="320">
                  <c:v>0.0223945302948</c:v>
                </c:pt>
                <c:pt idx="321">
                  <c:v>0.0213407148999</c:v>
                </c:pt>
                <c:pt idx="322">
                  <c:v>0.0203283557382</c:v>
                </c:pt>
                <c:pt idx="323">
                  <c:v>0.0193562767317</c:v>
                </c:pt>
                <c:pt idx="324">
                  <c:v>0.0184233106469</c:v>
                </c:pt>
                <c:pt idx="325">
                  <c:v>0.0175283004936</c:v>
                </c:pt>
                <c:pt idx="326">
                  <c:v>0.0166701008374</c:v>
                </c:pt>
                <c:pt idx="327">
                  <c:v>0.0158475790254</c:v>
                </c:pt>
                <c:pt idx="328">
                  <c:v>0.0150596163274</c:v>
                </c:pt>
                <c:pt idx="329">
                  <c:v>0.0143051089941</c:v>
                </c:pt>
                <c:pt idx="330">
                  <c:v>0.0135829692337</c:v>
                </c:pt>
                <c:pt idx="331">
                  <c:v>0.0128921261079</c:v>
                </c:pt>
                <c:pt idx="332">
                  <c:v>0.0122315263513</c:v>
                </c:pt>
                <c:pt idx="333">
                  <c:v>0.0116001351137</c:v>
                </c:pt>
                <c:pt idx="334">
                  <c:v>0.0109969366294</c:v>
                </c:pt>
                <c:pt idx="335">
                  <c:v>0.0104209348144</c:v>
                </c:pt>
                <c:pt idx="336">
                  <c:v>0.00987115379475</c:v>
                </c:pt>
                <c:pt idx="337">
                  <c:v>0.00934663836761</c:v>
                </c:pt>
                <c:pt idx="338">
                  <c:v>0.00884645439824</c:v>
                </c:pt>
                <c:pt idx="339">
                  <c:v>0.00836968915465</c:v>
                </c:pt>
                <c:pt idx="340">
                  <c:v>0.00791545158298</c:v>
                </c:pt>
                <c:pt idx="341">
                  <c:v>0.00748287252578</c:v>
                </c:pt>
                <c:pt idx="342">
                  <c:v>0.00707110488602</c:v>
                </c:pt>
                <c:pt idx="343">
                  <c:v>0.0066793237392</c:v>
                </c:pt>
                <c:pt idx="344">
                  <c:v>0.00630672639627</c:v>
                </c:pt>
                <c:pt idx="345">
                  <c:v>0.00595253241978</c:v>
                </c:pt>
                <c:pt idx="346">
                  <c:v>0.00561598359599</c:v>
                </c:pt>
                <c:pt idx="347">
                  <c:v>0.00529634386531</c:v>
                </c:pt>
                <c:pt idx="348">
                  <c:v>0.00499289921361</c:v>
                </c:pt>
                <c:pt idx="349">
                  <c:v>0.00470495752693</c:v>
                </c:pt>
                <c:pt idx="350">
                  <c:v>0.00443184841194</c:v>
                </c:pt>
                <c:pt idx="351">
                  <c:v>0.00417292298452</c:v>
                </c:pt>
                <c:pt idx="352">
                  <c:v>0.00392755362892</c:v>
                </c:pt>
                <c:pt idx="353">
                  <c:v>0.00369513372956</c:v>
                </c:pt>
                <c:pt idx="354">
                  <c:v>0.00347507737785</c:v>
                </c:pt>
                <c:pt idx="355">
                  <c:v>0.0032668190562</c:v>
                </c:pt>
                <c:pt idx="356">
                  <c:v>0.0030698133011</c:v>
                </c:pt>
                <c:pt idx="357">
                  <c:v>0.0028835343476</c:v>
                </c:pt>
                <c:pt idx="358">
                  <c:v>0.00270747575684</c:v>
                </c:pt>
                <c:pt idx="359">
                  <c:v>0.00254115002873</c:v>
                </c:pt>
                <c:pt idx="360">
                  <c:v>0.00238408820146</c:v>
                </c:pt>
                <c:pt idx="361">
                  <c:v>0.00223583943969</c:v>
                </c:pt>
                <c:pt idx="362">
                  <c:v>0.00209597061286</c:v>
                </c:pt>
                <c:pt idx="363">
                  <c:v>0.0019640658655</c:v>
                </c:pt>
                <c:pt idx="364">
                  <c:v>0.00183972618082</c:v>
                </c:pt>
                <c:pt idx="365">
                  <c:v>0.00172256893905</c:v>
                </c:pt>
                <c:pt idx="366">
                  <c:v>0.00161222747198</c:v>
                </c:pt>
                <c:pt idx="367">
                  <c:v>0.00150835061485</c:v>
                </c:pt>
                <c:pt idx="368">
                  <c:v>0.00141060225694</c:v>
                </c:pt>
                <c:pt idx="369">
                  <c:v>0.00131866089182</c:v>
                </c:pt>
                <c:pt idx="370">
                  <c:v>0.00123221916847</c:v>
                </c:pt>
                <c:pt idx="371">
                  <c:v>0.00115098344418</c:v>
                </c:pt>
                <c:pt idx="372">
                  <c:v>0.00107467334015</c:v>
                </c:pt>
                <c:pt idx="373">
                  <c:v>0.00100302130073</c:v>
                </c:pt>
                <c:pt idx="374">
                  <c:v>0.000935772156927</c:v>
                </c:pt>
                <c:pt idx="375">
                  <c:v>0.000872682695046</c:v>
                </c:pt>
                <c:pt idx="376">
                  <c:v>0.000813521231082</c:v>
                </c:pt>
                <c:pt idx="377">
                  <c:v>0.000758067191429</c:v>
                </c:pt>
                <c:pt idx="378">
                  <c:v>0.000706110700488</c:v>
                </c:pt>
                <c:pt idx="379">
                  <c:v>0.000657452175655</c:v>
                </c:pt>
                <c:pt idx="380">
                  <c:v>0.000611901930114</c:v>
                </c:pt>
                <c:pt idx="381">
                  <c:v>0.000569279783834</c:v>
                </c:pt>
                <c:pt idx="382">
                  <c:v>0.000529414683095</c:v>
                </c:pt>
                <c:pt idx="383">
                  <c:v>0.000492144328833</c:v>
                </c:pt>
                <c:pt idx="384">
                  <c:v>0.00045731481406</c:v>
                </c:pt>
                <c:pt idx="385">
                  <c:v>0.000424780270551</c:v>
                </c:pt>
                <c:pt idx="386">
                  <c:v>0.000394402524969</c:v>
                </c:pt>
                <c:pt idx="387">
                  <c:v>0.000366050764557</c:v>
                </c:pt>
                <c:pt idx="388">
                  <c:v>0.000339601212484</c:v>
                </c:pt>
                <c:pt idx="389">
                  <c:v>0.000314936812908</c:v>
                </c:pt>
                <c:pt idx="390">
                  <c:v>0.000291946925791</c:v>
                </c:pt>
                <c:pt idx="391">
                  <c:v>0.000270527031462</c:v>
                </c:pt>
                <c:pt idx="392">
                  <c:v>0.000250578444891</c:v>
                </c:pt>
                <c:pt idx="393">
                  <c:v>0.000232008039657</c:v>
                </c:pt>
                <c:pt idx="394">
                  <c:v>0.0002147279815</c:v>
                </c:pt>
                <c:pt idx="395">
                  <c:v>0.000198655471393</c:v>
                </c:pt>
                <c:pt idx="396">
                  <c:v>0.000183712498002</c:v>
                </c:pt>
                <c:pt idx="397">
                  <c:v>0.000169825599429</c:v>
                </c:pt>
                <c:pt idx="398">
                  <c:v>0.000156925634066</c:v>
                </c:pt>
                <c:pt idx="399">
                  <c:v>0.000144947560424</c:v>
                </c:pt>
                <c:pt idx="400">
                  <c:v>0.000133830225765</c:v>
                </c:pt>
                <c:pt idx="401">
                  <c:v>0.000123516163341</c:v>
                </c:pt>
                <c:pt idx="402">
                  <c:v>0.000113951398069</c:v>
                </c:pt>
                <c:pt idx="403">
                  <c:v>0.00010508526043</c:v>
                </c:pt>
                <c:pt idx="404">
                  <c:v>9.68702083987E-05</c:v>
                </c:pt>
                <c:pt idx="405">
                  <c:v>8.92616571771E-05</c:v>
                </c:pt>
                <c:pt idx="406">
                  <c:v>8.22178165363E-05</c:v>
                </c:pt>
                <c:pt idx="407">
                  <c:v>7.56995355302E-05</c:v>
                </c:pt>
                <c:pt idx="408">
                  <c:v>6.96701543692E-05</c:v>
                </c:pt>
                <c:pt idx="409">
                  <c:v>6.40953632271E-05</c:v>
                </c:pt>
                <c:pt idx="410">
                  <c:v>5.89430677565E-05</c:v>
                </c:pt>
                <c:pt idx="411">
                  <c:v>5.41832610895E-05</c:v>
                </c:pt>
                <c:pt idx="412">
                  <c:v>4.9787902098E-05</c:v>
                </c:pt>
                <c:pt idx="413">
                  <c:v>4.57307996916E-05</c:v>
                </c:pt>
                <c:pt idx="414">
                  <c:v>4.19875029316E-05</c:v>
                </c:pt>
                <c:pt idx="415">
                  <c:v>3.85351967421E-05</c:v>
                </c:pt>
                <c:pt idx="416">
                  <c:v>3.53526030018E-05</c:v>
                </c:pt>
                <c:pt idx="417">
                  <c:v>3.24198868042E-05</c:v>
                </c:pt>
                <c:pt idx="418">
                  <c:v>2.97185676764E-05</c:v>
                </c:pt>
                <c:pt idx="419">
                  <c:v>2.7231435551E-05</c:v>
                </c:pt>
                <c:pt idx="420">
                  <c:v>2.49424712901E-05</c:v>
                </c:pt>
                <c:pt idx="421">
                  <c:v>2.28367715651E-05</c:v>
                </c:pt>
                <c:pt idx="422">
                  <c:v>2.09004779005E-05</c:v>
                </c:pt>
                <c:pt idx="423">
                  <c:v>1.91207096928E-05</c:v>
                </c:pt>
                <c:pt idx="424">
                  <c:v>1.74855010266E-05</c:v>
                </c:pt>
                <c:pt idx="425">
                  <c:v>1.59837411069E-05</c:v>
                </c:pt>
                <c:pt idx="426">
                  <c:v>1.46051181392E-05</c:v>
                </c:pt>
                <c:pt idx="427">
                  <c:v>1.33400664904E-05</c:v>
                </c:pt>
                <c:pt idx="428">
                  <c:v>1.21797169703E-05</c:v>
                </c:pt>
                <c:pt idx="429">
                  <c:v>1.11158500782E-05</c:v>
                </c:pt>
                <c:pt idx="430">
                  <c:v>1.01408520655E-05</c:v>
                </c:pt>
                <c:pt idx="431">
                  <c:v>9.24767367001E-06</c:v>
                </c:pt>
                <c:pt idx="432">
                  <c:v>8.42979138323E-06</c:v>
                </c:pt>
                <c:pt idx="433">
                  <c:v>7.68117111725E-06</c:v>
                </c:pt>
                <c:pt idx="434">
                  <c:v>6.99623414327E-06</c:v>
                </c:pt>
                <c:pt idx="435">
                  <c:v>6.36982517887E-06</c:v>
                </c:pt>
                <c:pt idx="436">
                  <c:v>5.79718250636E-06</c:v>
                </c:pt>
                <c:pt idx="437">
                  <c:v>5.2739100096E-06</c:v>
                </c:pt>
                <c:pt idx="438">
                  <c:v>4.79595102155E-06</c:v>
                </c:pt>
                <c:pt idx="439">
                  <c:v>4.35956387967E-06</c:v>
                </c:pt>
                <c:pt idx="440">
                  <c:v>3.96129909103E-06</c:v>
                </c:pt>
                <c:pt idx="441">
                  <c:v>3.59797801352E-06</c:v>
                </c:pt>
                <c:pt idx="442">
                  <c:v>3.26667296399E-06</c:v>
                </c:pt>
                <c:pt idx="443">
                  <c:v>2.96468866855E-06</c:v>
                </c:pt>
                <c:pt idx="444">
                  <c:v>2.68954497427E-06</c:v>
                </c:pt>
                <c:pt idx="445">
                  <c:v>2.43896074589E-06</c:v>
                </c:pt>
                <c:pt idx="446">
                  <c:v>2.21083887457E-06</c:v>
                </c:pt>
                <c:pt idx="447">
                  <c:v>2.00325232995E-06</c:v>
                </c:pt>
                <c:pt idx="448">
                  <c:v>1.81443119018E-06</c:v>
                </c:pt>
                <c:pt idx="449">
                  <c:v>1.64275058805E-06</c:v>
                </c:pt>
                <c:pt idx="450">
                  <c:v>1.48671951473E-06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5"/>
      </c:valAx>
      <c:valAx>
        <c:axId val="48650112"/>
        <c:scaling>
          <c:orientation val="minMax"/>
          <c:max val="5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Standardized average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 = 25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Exact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Data'!$B$2:$B$452</c:f>
              <c:numCache>
                <c:formatCode>0.0</c:formatCode>
                <c:ptCount val="451"/>
                <c:pt idx="0">
                  <c:v>3.2364733012E-09</c:v>
                </c:pt>
                <c:pt idx="1">
                  <c:v>4.71027976708E-09</c:v>
                </c:pt>
                <c:pt idx="2">
                  <c:v>6.79224394827E-09</c:v>
                </c:pt>
                <c:pt idx="3">
                  <c:v>9.70788114372E-09</c:v>
                </c:pt>
                <c:pt idx="4">
                  <c:v>1.3757019968E-08</c:v>
                </c:pt>
                <c:pt idx="5">
                  <c:v>1.93352250594E-08</c:v>
                </c:pt>
                <c:pt idx="6">
                  <c:v>2.69604963654E-08</c:v>
                </c:pt>
                <c:pt idx="7">
                  <c:v>3.73063124696E-08</c:v>
                </c:pt>
                <c:pt idx="8">
                  <c:v>5.12422492546E-08</c:v>
                </c:pt>
                <c:pt idx="9">
                  <c:v>6.98835840891E-08</c:v>
                </c:pt>
                <c:pt idx="10">
                  <c:v>9.46514893376E-08</c:v>
                </c:pt>
                <c:pt idx="11">
                  <c:v>1.2734562664E-07</c:v>
                </c:pt>
                <c:pt idx="12">
                  <c:v>1.70231174024E-07</c:v>
                </c:pt>
                <c:pt idx="13">
                  <c:v>2.26142550037E-07</c:v>
                </c:pt>
                <c:pt idx="14">
                  <c:v>2.9860634082E-07</c:v>
                </c:pt>
                <c:pt idx="15">
                  <c:v>3.91986185033E-07</c:v>
                </c:pt>
                <c:pt idx="16">
                  <c:v>5.11652625033E-07</c:v>
                </c:pt>
                <c:pt idx="17">
                  <c:v>6.64181187367E-07</c:v>
                </c:pt>
                <c:pt idx="18">
                  <c:v>8.57582207833E-07</c:v>
                </c:pt>
                <c:pt idx="19">
                  <c:v>1.10156616194E-06</c:v>
                </c:pt>
                <c:pt idx="20">
                  <c:v>1.40784849592E-06</c:v>
                </c:pt>
                <c:pt idx="21">
                  <c:v>1.79049817184E-06</c:v>
                </c:pt>
                <c:pt idx="22">
                  <c:v>2.26633433718E-06</c:v>
                </c:pt>
                <c:pt idx="23">
                  <c:v>2.85537569956E-06</c:v>
                </c:pt>
                <c:pt idx="24">
                  <c:v>3.58134732483E-06</c:v>
                </c:pt>
                <c:pt idx="25">
                  <c:v>4.47224967626E-06</c:v>
                </c:pt>
                <c:pt idx="26">
                  <c:v>5.56099476763E-06</c:v>
                </c:pt>
                <c:pt idx="27">
                  <c:v>6.88611430856E-06</c:v>
                </c:pt>
                <c:pt idx="28">
                  <c:v>8.49254467004E-06</c:v>
                </c:pt>
                <c:pt idx="29">
                  <c:v>1.04324933874E-05</c:v>
                </c:pt>
                <c:pt idx="30">
                  <c:v>1.27663917405E-05</c:v>
                </c:pt>
                <c:pt idx="31">
                  <c:v>1.55639377044E-05</c:v>
                </c:pt>
                <c:pt idx="32">
                  <c:v>1.89052332405E-05</c:v>
                </c:pt>
                <c:pt idx="33">
                  <c:v>2.28820195016E-05</c:v>
                </c:pt>
                <c:pt idx="34">
                  <c:v>2.75990130401E-05</c:v>
                </c:pt>
                <c:pt idx="35">
                  <c:v>3.31753455519E-05</c:v>
                </c:pt>
                <c:pt idx="36">
                  <c:v>3.97461090396E-05</c:v>
                </c:pt>
                <c:pt idx="37">
                  <c:v>4.74640075554E-05</c:v>
                </c:pt>
                <c:pt idx="38">
                  <c:v>5.65011158721E-05</c:v>
                </c:pt>
                <c:pt idx="39">
                  <c:v>6.70507445456E-05</c:v>
                </c:pt>
                <c:pt idx="40">
                  <c:v>7.93294098696E-05</c:v>
                </c:pt>
                <c:pt idx="41">
                  <c:v>9.35789061868E-05</c:v>
                </c:pt>
                <c:pt idx="42">
                  <c:v>0.000110068476925</c:v>
                </c:pt>
                <c:pt idx="43">
                  <c:v>0.000129097079566</c:v>
                </c:pt>
                <c:pt idx="44">
                  <c:v>0.000150995738552</c:v>
                </c:pt>
                <c:pt idx="45">
                  <c:v>0.000176129978882</c:v>
                </c:pt>
                <c:pt idx="46">
                  <c:v>0.00020490233186</c:v>
                </c:pt>
                <c:pt idx="47">
                  <c:v>0.000237754903189</c:v>
                </c:pt>
                <c:pt idx="48">
                  <c:v>0.000275171992247</c:v>
                </c:pt>
                <c:pt idx="49">
                  <c:v>0.000317682750116</c:v>
                </c:pt>
                <c:pt idx="50">
                  <c:v>0.000365863862617</c:v>
                </c:pt>
                <c:pt idx="51">
                  <c:v>0.000420342243369</c:v>
                </c:pt>
                <c:pt idx="52">
                  <c:v>0.000481797720644</c:v>
                </c:pt>
                <c:pt idx="53">
                  <c:v>0.000550965700649</c:v>
                </c:pt>
                <c:pt idx="54">
                  <c:v>0.000628639788784</c:v>
                </c:pt>
                <c:pt idx="55">
                  <c:v>0.000715674349389</c:v>
                </c:pt>
                <c:pt idx="56">
                  <c:v>0.000812986983625</c:v>
                </c:pt>
                <c:pt idx="57">
                  <c:v>0.000921560904321</c:v>
                </c:pt>
                <c:pt idx="58">
                  <c:v>0.00104244718593</c:v>
                </c:pt>
                <c:pt idx="59">
                  <c:v>0.00117676686724</c:v>
                </c:pt>
                <c:pt idx="60">
                  <c:v>0.00132571288407</c:v>
                </c:pt>
                <c:pt idx="61">
                  <c:v>0.0014905518089</c:v>
                </c:pt>
                <c:pt idx="62">
                  <c:v>0.00167262537448</c:v>
                </c:pt>
                <c:pt idx="63">
                  <c:v>0.00187335175823</c:v>
                </c:pt>
                <c:pt idx="64">
                  <c:v>0.00209422660498</c:v>
                </c:pt>
                <c:pt idx="65">
                  <c:v>0.00233682376555</c:v>
                </c:pt>
                <c:pt idx="66">
                  <c:v>0.00260279572975</c:v>
                </c:pt>
                <c:pt idx="67">
                  <c:v>0.00289387373286</c:v>
                </c:pt>
                <c:pt idx="68">
                  <c:v>0.00321186751589</c:v>
                </c:pt>
                <c:pt idx="69">
                  <c:v>0.00355866472096</c:v>
                </c:pt>
                <c:pt idx="70">
                  <c:v>0.00393622990464</c:v>
                </c:pt>
                <c:pt idx="71">
                  <c:v>0.00434660315337</c:v>
                </c:pt>
                <c:pt idx="72">
                  <c:v>0.0047918982872</c:v>
                </c:pt>
                <c:pt idx="73">
                  <c:v>0.00527430063951</c:v>
                </c:pt>
                <c:pt idx="74">
                  <c:v>0.00579606440267</c:v>
                </c:pt>
                <c:pt idx="75">
                  <c:v>0.00635950953158</c:v>
                </c:pt>
                <c:pt idx="76">
                  <c:v>0.00696701819946</c:v>
                </c:pt>
                <c:pt idx="77">
                  <c:v>0.00762103080238</c:v>
                </c:pt>
                <c:pt idx="78">
                  <c:v>0.00832404151178</c:v>
                </c:pt>
                <c:pt idx="79">
                  <c:v>0.00907859337647</c:v>
                </c:pt>
                <c:pt idx="80">
                  <c:v>0.00988727297856</c:v>
                </c:pt>
                <c:pt idx="81">
                  <c:v>0.01075270465</c:v>
                </c:pt>
                <c:pt idx="82">
                  <c:v>0.0116775442593</c:v>
                </c:pt>
                <c:pt idx="83">
                  <c:v>0.0126644725811</c:v>
                </c:pt>
                <c:pt idx="84">
                  <c:v>0.0137161882626</c:v>
                </c:pt>
                <c:pt idx="85">
                  <c:v>0.0148354004054</c:v>
                </c:pt>
                <c:pt idx="86">
                  <c:v>0.0160248207823</c:v>
                </c:pt>
                <c:pt idx="87">
                  <c:v>0.0172871557113</c:v>
                </c:pt>
                <c:pt idx="88">
                  <c:v>0.018625097613</c:v>
                </c:pt>
                <c:pt idx="89">
                  <c:v>0.0200413162778</c:v>
                </c:pt>
                <c:pt idx="90">
                  <c:v>0.0215384498724</c:v>
                </c:pt>
                <c:pt idx="91">
                  <c:v>0.0231190957186</c:v>
                </c:pt>
                <c:pt idx="92">
                  <c:v>0.0247858008759</c:v>
                </c:pt>
                <c:pt idx="93">
                  <c:v>0.0265410525649</c:v>
                </c:pt>
                <c:pt idx="94">
                  <c:v>0.0283872684679</c:v>
                </c:pt>
                <c:pt idx="95">
                  <c:v>0.0303267869445</c:v>
                </c:pt>
                <c:pt idx="96">
                  <c:v>0.032361857202</c:v>
                </c:pt>
                <c:pt idx="97">
                  <c:v>0.0344946294615</c:v>
                </c:pt>
                <c:pt idx="98">
                  <c:v>0.0367271451598</c:v>
                </c:pt>
                <c:pt idx="99">
                  <c:v>0.0390613272302</c:v>
                </c:pt>
                <c:pt idx="100">
                  <c:v>0.0414989705024</c:v>
                </c:pt>
                <c:pt idx="101">
                  <c:v>0.044041732266</c:v>
                </c:pt>
                <c:pt idx="102">
                  <c:v>0.0466911230376</c:v>
                </c:pt>
                <c:pt idx="103">
                  <c:v>0.0494484975734</c:v>
                </c:pt>
                <c:pt idx="104">
                  <c:v>0.0523150461701</c:v>
                </c:pt>
                <c:pt idx="105">
                  <c:v>0.0552917862917</c:v>
                </c:pt>
                <c:pt idx="106">
                  <c:v>0.0583795545629</c:v>
                </c:pt>
                <c:pt idx="107">
                  <c:v>0.0615789991675</c:v>
                </c:pt>
                <c:pt idx="108">
                  <c:v>0.0648905726867</c:v>
                </c:pt>
                <c:pt idx="109">
                  <c:v>0.0683145254134</c:v>
                </c:pt>
                <c:pt idx="110">
                  <c:v>0.0718508991749</c:v>
                </c:pt>
                <c:pt idx="111">
                  <c:v>0.0754995216953</c:v>
                </c:pt>
                <c:pt idx="112">
                  <c:v>0.0792600015267</c:v>
                </c:pt>
                <c:pt idx="113">
                  <c:v>0.0831317235743</c:v>
                </c:pt>
                <c:pt idx="114">
                  <c:v>0.0871138452419</c:v>
                </c:pt>
                <c:pt idx="115">
                  <c:v>0.0912052932174</c:v>
                </c:pt>
                <c:pt idx="116">
                  <c:v>0.0954047609174</c:v>
                </c:pt>
                <c:pt idx="117">
                  <c:v>0.0997107066082</c:v>
                </c:pt>
                <c:pt idx="118">
                  <c:v>0.104121352215</c:v>
                </c:pt>
                <c:pt idx="119">
                  <c:v>0.108634682831</c:v>
                </c:pt>
                <c:pt idx="120">
                  <c:v>0.113248446933</c:v>
                </c:pt>
                <c:pt idx="121">
                  <c:v>0.117960157307</c:v>
                </c:pt>
                <c:pt idx="122">
                  <c:v>0.122767092691</c:v>
                </c:pt>
                <c:pt idx="123">
                  <c:v>0.127666300121</c:v>
                </c:pt>
                <c:pt idx="124">
                  <c:v>0.132654597996</c:v>
                </c:pt>
                <c:pt idx="125">
                  <c:v>0.137728579829</c:v>
                </c:pt>
                <c:pt idx="126">
                  <c:v>0.142884618704</c:v>
                </c:pt>
                <c:pt idx="127">
                  <c:v>0.148118872392</c:v>
                </c:pt>
                <c:pt idx="128">
                  <c:v>0.153427289146</c:v>
                </c:pt>
                <c:pt idx="129">
                  <c:v>0.158805614126</c:v>
                </c:pt>
                <c:pt idx="130">
                  <c:v>0.164249396456</c:v>
                </c:pt>
                <c:pt idx="131">
                  <c:v>0.169753996877</c:v>
                </c:pt>
                <c:pt idx="132">
                  <c:v>0.175314595974</c:v>
                </c:pt>
                <c:pt idx="133">
                  <c:v>0.180926202954</c:v>
                </c:pt>
                <c:pt idx="134">
                  <c:v>0.186583664939</c:v>
                </c:pt>
                <c:pt idx="135">
                  <c:v>0.192281676747</c:v>
                </c:pt>
                <c:pt idx="136">
                  <c:v>0.198014791127</c:v>
                </c:pt>
                <c:pt idx="137">
                  <c:v>0.203777429415</c:v>
                </c:pt>
                <c:pt idx="138">
                  <c:v>0.209563892577</c:v>
                </c:pt>
                <c:pt idx="139">
                  <c:v>0.215368372589</c:v>
                </c:pt>
                <c:pt idx="140">
                  <c:v>0.221184964142</c:v>
                </c:pt>
                <c:pt idx="141">
                  <c:v>0.227007676608</c:v>
                </c:pt>
                <c:pt idx="142">
                  <c:v>0.232830446238</c:v>
                </c:pt>
                <c:pt idx="143">
                  <c:v>0.238647148558</c:v>
                </c:pt>
                <c:pt idx="144">
                  <c:v>0.244451610917</c:v>
                </c:pt>
                <c:pt idx="145">
                  <c:v>0.250237625139</c:v>
                </c:pt>
                <c:pt idx="146">
                  <c:v>0.255998960258</c:v>
                </c:pt>
                <c:pt idx="147">
                  <c:v>0.261729375281</c:v>
                </c:pt>
                <c:pt idx="148">
                  <c:v>0.267422631942</c:v>
                </c:pt>
                <c:pt idx="149">
                  <c:v>0.273072507411</c:v>
                </c:pt>
                <c:pt idx="150">
                  <c:v>0.278672806927</c:v>
                </c:pt>
                <c:pt idx="151">
                  <c:v>0.284217376292</c:v>
                </c:pt>
                <c:pt idx="152">
                  <c:v>0.289700114229</c:v>
                </c:pt>
                <c:pt idx="153">
                  <c:v>0.295114984526</c:v>
                </c:pt>
                <c:pt idx="154">
                  <c:v>0.300456027967</c:v>
                </c:pt>
                <c:pt idx="155">
                  <c:v>0.305717373997</c:v>
                </c:pt>
                <c:pt idx="156">
                  <c:v>0.310893252092</c:v>
                </c:pt>
                <c:pt idx="157">
                  <c:v>0.315978002814</c:v>
                </c:pt>
                <c:pt idx="158">
                  <c:v>0.32096608851</c:v>
                </c:pt>
                <c:pt idx="159">
                  <c:v>0.325852103637</c:v>
                </c:pt>
                <c:pt idx="160">
                  <c:v>0.330630784683</c:v>
                </c:pt>
                <c:pt idx="161">
                  <c:v>0.335297019666</c:v>
                </c:pt>
                <c:pt idx="162">
                  <c:v>0.33984585718</c:v>
                </c:pt>
                <c:pt idx="163">
                  <c:v>0.344272514984</c:v>
                </c:pt>
                <c:pt idx="164">
                  <c:v>0.348572388099</c:v>
                </c:pt>
                <c:pt idx="165">
                  <c:v>0.352741056412</c:v>
                </c:pt>
                <c:pt idx="166">
                  <c:v>0.35677429176</c:v>
                </c:pt>
                <c:pt idx="167">
                  <c:v>0.360668064498</c:v>
                </c:pt>
                <c:pt idx="168">
                  <c:v>0.364418549525</c:v>
                </c:pt>
                <c:pt idx="169">
                  <c:v>0.368022131771</c:v>
                </c:pt>
                <c:pt idx="170">
                  <c:v>0.371475411134</c:v>
                </c:pt>
                <c:pt idx="171">
                  <c:v>0.374775206866</c:v>
                </c:pt>
                <c:pt idx="172">
                  <c:v>0.377918561402</c:v>
                </c:pt>
                <c:pt idx="173">
                  <c:v>0.380902743635</c:v>
                </c:pt>
                <c:pt idx="174">
                  <c:v>0.383725251635</c:v>
                </c:pt>
                <c:pt idx="175">
                  <c:v>0.386383814821</c:v>
                </c:pt>
                <c:pt idx="176">
                  <c:v>0.388876395583</c:v>
                </c:pt>
                <c:pt idx="177">
                  <c:v>0.391201190361</c:v>
                </c:pt>
                <c:pt idx="178">
                  <c:v>0.393356630198</c:v>
                </c:pt>
                <c:pt idx="179">
                  <c:v>0.395341380765</c:v>
                </c:pt>
                <c:pt idx="180">
                  <c:v>0.397154341876</c:v>
                </c:pt>
                <c:pt idx="181">
                  <c:v>0.398794646498</c:v>
                </c:pt>
                <c:pt idx="182">
                  <c:v>0.400261659277</c:v>
                </c:pt>
                <c:pt idx="183">
                  <c:v>0.401554974588</c:v>
                </c:pt>
                <c:pt idx="184">
                  <c:v>0.40267441413</c:v>
                </c:pt>
                <c:pt idx="185">
                  <c:v>0.403620024072</c:v>
                </c:pt>
                <c:pt idx="186">
                  <c:v>0.404392071781</c:v>
                </c:pt>
                <c:pt idx="187">
                  <c:v>0.40499104214</c:v>
                </c:pt>
                <c:pt idx="188">
                  <c:v>0.405417633477</c:v>
                </c:pt>
                <c:pt idx="189">
                  <c:v>0.405672753126</c:v>
                </c:pt>
                <c:pt idx="190">
                  <c:v>0.405757512636</c:v>
                </c:pt>
                <c:pt idx="191">
                  <c:v>0.405673222659</c:v>
                </c:pt>
                <c:pt idx="192">
                  <c:v>0.405421387518</c:v>
                </c:pt>
                <c:pt idx="193">
                  <c:v>0.405003699495</c:v>
                </c:pt>
                <c:pt idx="194">
                  <c:v>0.404422032853</c:v>
                </c:pt>
                <c:pt idx="195">
                  <c:v>0.403678437611</c:v>
                </c:pt>
                <c:pt idx="196">
                  <c:v>0.402775133096</c:v>
                </c:pt>
                <c:pt idx="197">
                  <c:v>0.401714501292</c:v>
                </c:pt>
                <c:pt idx="198">
                  <c:v>0.400499080012</c:v>
                </c:pt>
                <c:pt idx="199">
                  <c:v>0.399131555907</c:v>
                </c:pt>
                <c:pt idx="200">
                  <c:v>0.39761475734</c:v>
                </c:pt>
                <c:pt idx="201">
                  <c:v>0.395951647137</c:v>
                </c:pt>
                <c:pt idx="202">
                  <c:v>0.394145315246</c:v>
                </c:pt>
                <c:pt idx="203">
                  <c:v>0.392198971318</c:v>
                </c:pt>
                <c:pt idx="204">
                  <c:v>0.390115937229</c:v>
                </c:pt>
                <c:pt idx="205">
                  <c:v>0.387899639565</c:v>
                </c:pt>
                <c:pt idx="206">
                  <c:v>0.385553602086</c:v>
                </c:pt>
                <c:pt idx="207">
                  <c:v>0.383081438192</c:v>
                </c:pt>
                <c:pt idx="208">
                  <c:v>0.380486843399</c:v>
                </c:pt>
                <c:pt idx="209">
                  <c:v>0.377773587855</c:v>
                </c:pt>
                <c:pt idx="210">
                  <c:v>0.374945508903</c:v>
                </c:pt>
                <c:pt idx="211">
                  <c:v>0.372006503702</c:v>
                </c:pt>
                <c:pt idx="212">
                  <c:v>0.368960521943</c:v>
                </c:pt>
                <c:pt idx="213">
                  <c:v>0.365811558642</c:v>
                </c:pt>
                <c:pt idx="214">
                  <c:v>0.362563647052</c:v>
                </c:pt>
                <c:pt idx="215">
                  <c:v>0.359220851694</c:v>
                </c:pt>
                <c:pt idx="216">
                  <c:v>0.355787261512</c:v>
                </c:pt>
                <c:pt idx="217">
                  <c:v>0.352266983183</c:v>
                </c:pt>
                <c:pt idx="218">
                  <c:v>0.348664134572</c:v>
                </c:pt>
                <c:pt idx="219">
                  <c:v>0.344982838353</c:v>
                </c:pt>
                <c:pt idx="220">
                  <c:v>0.341227215808</c:v>
                </c:pt>
                <c:pt idx="221">
                  <c:v>0.337401380795</c:v>
                </c:pt>
                <c:pt idx="222">
                  <c:v>0.333509433913</c:v>
                </c:pt>
                <c:pt idx="223">
                  <c:v>0.329555456862</c:v>
                </c:pt>
                <c:pt idx="224">
                  <c:v>0.325543506995</c:v>
                </c:pt>
                <c:pt idx="225">
                  <c:v>0.321477612088</c:v>
                </c:pt>
                <c:pt idx="226">
                  <c:v>0.317361765305</c:v>
                </c:pt>
                <c:pt idx="227">
                  <c:v>0.313199920393</c:v>
                </c:pt>
                <c:pt idx="228">
                  <c:v>0.308995987081</c:v>
                </c:pt>
                <c:pt idx="229">
                  <c:v>0.304753826708</c:v>
                </c:pt>
                <c:pt idx="230">
                  <c:v>0.300477248063</c:v>
                </c:pt>
                <c:pt idx="231">
                  <c:v>0.296170003456</c:v>
                </c:pt>
                <c:pt idx="232">
                  <c:v>0.291835785007</c:v>
                </c:pt>
                <c:pt idx="233">
                  <c:v>0.287478221161</c:v>
                </c:pt>
                <c:pt idx="234">
                  <c:v>0.283100873421</c:v>
                </c:pt>
                <c:pt idx="235">
                  <c:v>0.278707233308</c:v>
                </c:pt>
                <c:pt idx="236">
                  <c:v>0.274300719539</c:v>
                </c:pt>
                <c:pt idx="237">
                  <c:v>0.26988467542</c:v>
                </c:pt>
                <c:pt idx="238">
                  <c:v>0.265462366457</c:v>
                </c:pt>
                <c:pt idx="239">
                  <c:v>0.261036978182</c:v>
                </c:pt>
                <c:pt idx="240">
                  <c:v>0.256611614184</c:v>
                </c:pt>
                <c:pt idx="241">
                  <c:v>0.252189294345</c:v>
                </c:pt>
                <c:pt idx="242">
                  <c:v>0.247772953286</c:v>
                </c:pt>
                <c:pt idx="243">
                  <c:v>0.243365438997</c:v>
                </c:pt>
                <c:pt idx="244">
                  <c:v>0.238969511674</c:v>
                </c:pt>
                <c:pt idx="245">
                  <c:v>0.234587842729</c:v>
                </c:pt>
                <c:pt idx="246">
                  <c:v>0.230223014</c:v>
                </c:pt>
                <c:pt idx="247">
                  <c:v>0.22587751712</c:v>
                </c:pt>
                <c:pt idx="248">
                  <c:v>0.221553753074</c:v>
                </c:pt>
                <c:pt idx="249">
                  <c:v>0.21725403191</c:v>
                </c:pt>
                <c:pt idx="250">
                  <c:v>0.212980572621</c:v>
                </c:pt>
                <c:pt idx="251">
                  <c:v>0.208735503168</c:v>
                </c:pt>
                <c:pt idx="252">
                  <c:v>0.204520860669</c:v>
                </c:pt>
                <c:pt idx="253">
                  <c:v>0.200338591713</c:v>
                </c:pt>
                <c:pt idx="254">
                  <c:v>0.196190552818</c:v>
                </c:pt>
                <c:pt idx="255">
                  <c:v>0.192078511023</c:v>
                </c:pt>
                <c:pt idx="256">
                  <c:v>0.188004144595</c:v>
                </c:pt>
                <c:pt idx="257">
                  <c:v>0.183969043856</c:v>
                </c:pt>
                <c:pt idx="258">
                  <c:v>0.179974712123</c:v>
                </c:pt>
                <c:pt idx="259">
                  <c:v>0.176022566751</c:v>
                </c:pt>
                <c:pt idx="260">
                  <c:v>0.172113940274</c:v>
                </c:pt>
                <c:pt idx="261">
                  <c:v>0.168250081639</c:v>
                </c:pt>
                <c:pt idx="262">
                  <c:v>0.164432157525</c:v>
                </c:pt>
                <c:pt idx="263">
                  <c:v>0.160661253742</c:v>
                </c:pt>
                <c:pt idx="264">
                  <c:v>0.156938376707</c:v>
                </c:pt>
                <c:pt idx="265">
                  <c:v>0.153264454983</c:v>
                </c:pt>
                <c:pt idx="266">
                  <c:v>0.149640340888</c:v>
                </c:pt>
                <c:pt idx="267">
                  <c:v>0.14606681215</c:v>
                </c:pt>
                <c:pt idx="268">
                  <c:v>0.142544573626</c:v>
                </c:pt>
                <c:pt idx="269">
                  <c:v>0.139074259055</c:v>
                </c:pt>
                <c:pt idx="270">
                  <c:v>0.135656432864</c:v>
                </c:pt>
                <c:pt idx="271">
                  <c:v>0.132291592</c:v>
                </c:pt>
                <c:pt idx="272">
                  <c:v>0.128980167794</c:v>
                </c:pt>
                <c:pt idx="273">
                  <c:v>0.12572252786</c:v>
                </c:pt>
                <c:pt idx="274">
                  <c:v>0.122518978003</c:v>
                </c:pt>
                <c:pt idx="275">
                  <c:v>0.119369764155</c:v>
                </c:pt>
                <c:pt idx="276">
                  <c:v>0.116275074316</c:v>
                </c:pt>
                <c:pt idx="277">
                  <c:v>0.113235040507</c:v>
                </c:pt>
                <c:pt idx="278">
                  <c:v>0.11024974073</c:v>
                </c:pt>
                <c:pt idx="279">
                  <c:v>0.107319200926</c:v>
                </c:pt>
                <c:pt idx="280">
                  <c:v>0.104443396932</c:v>
                </c:pt>
                <c:pt idx="281">
                  <c:v>0.101622256429</c:v>
                </c:pt>
                <c:pt idx="282">
                  <c:v>0.098855660889</c:v>
                </c:pt>
                <c:pt idx="283">
                  <c:v>0.0961434474991</c:v>
                </c:pt>
                <c:pt idx="284">
                  <c:v>0.0934854110797</c:v>
                </c:pt>
                <c:pt idx="285">
                  <c:v>0.09088130598</c:v>
                </c:pt>
                <c:pt idx="286">
                  <c:v>0.088330847955</c:v>
                </c:pt>
                <c:pt idx="287">
                  <c:v>0.0858337160193</c:v>
                </c:pt>
                <c:pt idx="288">
                  <c:v>0.0833895542767</c:v>
                </c:pt>
                <c:pt idx="289">
                  <c:v>0.0809979737217</c:v>
                </c:pt>
                <c:pt idx="290">
                  <c:v>0.0786585540134</c:v>
                </c:pt>
                <c:pt idx="291">
                  <c:v>0.0763708452183</c:v>
                </c:pt>
                <c:pt idx="292">
                  <c:v>0.07413436952</c:v>
                </c:pt>
                <c:pt idx="293">
                  <c:v>0.0719486228971</c:v>
                </c:pt>
                <c:pt idx="294">
                  <c:v>0.0698130767639</c:v>
                </c:pt>
                <c:pt idx="295">
                  <c:v>0.0677271795765</c:v>
                </c:pt>
                <c:pt idx="296">
                  <c:v>0.0656903584009</c:v>
                </c:pt>
                <c:pt idx="297">
                  <c:v>0.0637020204427</c:v>
                </c:pt>
                <c:pt idx="298">
                  <c:v>0.0617615545384</c:v>
                </c:pt>
                <c:pt idx="299">
                  <c:v>0.0598683326059</c:v>
                </c:pt>
                <c:pt idx="300">
                  <c:v>0.0580217110557</c:v>
                </c:pt>
                <c:pt idx="301">
                  <c:v>0.0562210321608</c:v>
                </c:pt>
                <c:pt idx="302">
                  <c:v>0.0544656253852</c:v>
                </c:pt>
                <c:pt idx="303">
                  <c:v>0.0527548086713</c:v>
                </c:pt>
                <c:pt idx="304">
                  <c:v>0.051087889685</c:v>
                </c:pt>
                <c:pt idx="305">
                  <c:v>0.0494641670205</c:v>
                </c:pt>
                <c:pt idx="306">
                  <c:v>0.0478829313611</c:v>
                </c:pt>
                <c:pt idx="307">
                  <c:v>0.0463434666005</c:v>
                </c:pt>
                <c:pt idx="308">
                  <c:v>0.0448450509212</c:v>
                </c:pt>
                <c:pt idx="309">
                  <c:v>0.0433869578322</c:v>
                </c:pt>
                <c:pt idx="310">
                  <c:v>0.0419684571652</c:v>
                </c:pt>
                <c:pt idx="311">
                  <c:v>0.0405888160307</c:v>
                </c:pt>
                <c:pt idx="312">
                  <c:v>0.0392472997336</c:v>
                </c:pt>
                <c:pt idx="313">
                  <c:v>0.0379431726487</c:v>
                </c:pt>
                <c:pt idx="314">
                  <c:v>0.0366756990578</c:v>
                </c:pt>
                <c:pt idx="315">
                  <c:v>0.0354441439469</c:v>
                </c:pt>
                <c:pt idx="316">
                  <c:v>0.0342477737666</c:v>
                </c:pt>
                <c:pt idx="317">
                  <c:v>0.0330858571539</c:v>
                </c:pt>
                <c:pt idx="318">
                  <c:v>0.0319576656183</c:v>
                </c:pt>
                <c:pt idx="319">
                  <c:v>0.0308624741912</c:v>
                </c:pt>
                <c:pt idx="320">
                  <c:v>0.0297995620402</c:v>
                </c:pt>
                <c:pt idx="321">
                  <c:v>0.028768213049</c:v>
                </c:pt>
                <c:pt idx="322">
                  <c:v>0.0277677163636</c:v>
                </c:pt>
                <c:pt idx="323">
                  <c:v>0.0267973669056</c:v>
                </c:pt>
                <c:pt idx="324">
                  <c:v>0.0258564658532</c:v>
                </c:pt>
                <c:pt idx="325">
                  <c:v>0.0249443210917</c:v>
                </c:pt>
                <c:pt idx="326">
                  <c:v>0.024060247633</c:v>
                </c:pt>
                <c:pt idx="327">
                  <c:v>0.0232035680058</c:v>
                </c:pt>
                <c:pt idx="328">
                  <c:v>0.0223736126175</c:v>
                </c:pt>
                <c:pt idx="329">
                  <c:v>0.0215697200884</c:v>
                </c:pt>
                <c:pt idx="330">
                  <c:v>0.0207912375588</c:v>
                </c:pt>
                <c:pt idx="331">
                  <c:v>0.0200375209703</c:v>
                </c:pt>
                <c:pt idx="332">
                  <c:v>0.0193079353223</c:v>
                </c:pt>
                <c:pt idx="333">
                  <c:v>0.0186018549043</c:v>
                </c:pt>
                <c:pt idx="334">
                  <c:v>0.0179186635047</c:v>
                </c:pt>
                <c:pt idx="335">
                  <c:v>0.0172577545976</c:v>
                </c:pt>
                <c:pt idx="336">
                  <c:v>0.016618531508</c:v>
                </c:pt>
                <c:pt idx="337">
                  <c:v>0.0160004075559</c:v>
                </c:pt>
                <c:pt idx="338">
                  <c:v>0.0154028061816</c:v>
                </c:pt>
                <c:pt idx="339">
                  <c:v>0.0148251610509</c:v>
                </c:pt>
                <c:pt idx="340">
                  <c:v>0.0142669161429</c:v>
                </c:pt>
                <c:pt idx="341">
                  <c:v>0.0137275258204</c:v>
                </c:pt>
                <c:pt idx="342">
                  <c:v>0.0132064548838</c:v>
                </c:pt>
                <c:pt idx="343">
                  <c:v>0.0127031786088</c:v>
                </c:pt>
                <c:pt idx="344">
                  <c:v>0.0122171827698</c:v>
                </c:pt>
                <c:pt idx="345">
                  <c:v>0.0117479636487</c:v>
                </c:pt>
                <c:pt idx="346">
                  <c:v>0.0112950280301</c:v>
                </c:pt>
                <c:pt idx="347">
                  <c:v>0.0108578931845</c:v>
                </c:pt>
                <c:pt idx="348">
                  <c:v>0.0104360868383</c:v>
                </c:pt>
                <c:pt idx="349">
                  <c:v>0.0100291471335</c:v>
                </c:pt>
                <c:pt idx="350">
                  <c:v>0.00963662257592</c:v>
                </c:pt>
                <c:pt idx="351">
                  <c:v>0.00925807197378</c:v>
                </c:pt>
                <c:pt idx="352">
                  <c:v>0.00889306436675</c:v>
                </c:pt>
                <c:pt idx="353">
                  <c:v>0.0085411789461</c:v>
                </c:pt>
                <c:pt idx="354">
                  <c:v>0.00820200496668</c:v>
                </c:pt>
                <c:pt idx="355">
                  <c:v>0.0078751416512</c:v>
                </c:pt>
                <c:pt idx="356">
                  <c:v>0.00756019808742</c:v>
                </c:pt>
                <c:pt idx="357">
                  <c:v>0.00725679311875</c:v>
                </c:pt>
                <c:pt idx="358">
                  <c:v>0.00696455522871</c:v>
                </c:pt>
                <c:pt idx="359">
                  <c:v>0.00668312241995</c:v>
                </c:pt>
                <c:pt idx="360">
                  <c:v>0.00641214208803</c:v>
                </c:pt>
                <c:pt idx="361">
                  <c:v>0.00615127089065</c:v>
                </c:pt>
                <c:pt idx="362">
                  <c:v>0.00590017461263</c:v>
                </c:pt>
                <c:pt idx="363">
                  <c:v>0.00565852802712</c:v>
                </c:pt>
                <c:pt idx="364">
                  <c:v>0.00542601475341</c:v>
                </c:pt>
                <c:pt idx="365">
                  <c:v>0.00520232711182</c:v>
                </c:pt>
                <c:pt idx="366">
                  <c:v>0.00498716597587</c:v>
                </c:pt>
                <c:pt idx="367">
                  <c:v>0.00478024062224</c:v>
                </c:pt>
                <c:pt idx="368">
                  <c:v>0.00458126857878</c:v>
                </c:pt>
                <c:pt idx="369">
                  <c:v>0.0043899754709</c:v>
                </c:pt>
                <c:pt idx="370">
                  <c:v>0.00420609486666</c:v>
                </c:pt>
                <c:pt idx="371">
                  <c:v>0.00402936812082</c:v>
                </c:pt>
                <c:pt idx="372">
                  <c:v>0.00385954421817</c:v>
                </c:pt>
                <c:pt idx="373">
                  <c:v>0.00369637961635</c:v>
                </c:pt>
                <c:pt idx="374">
                  <c:v>0.00353963808843</c:v>
                </c:pt>
                <c:pt idx="375">
                  <c:v>0.00338909056548</c:v>
                </c:pt>
                <c:pt idx="376">
                  <c:v>0.00324451497935</c:v>
                </c:pt>
                <c:pt idx="377">
                  <c:v>0.00310569610584</c:v>
                </c:pt>
                <c:pt idx="378">
                  <c:v>0.00297242540851</c:v>
                </c:pt>
                <c:pt idx="379">
                  <c:v>0.00284450088325</c:v>
                </c:pt>
                <c:pt idx="380">
                  <c:v>0.00272172690379</c:v>
                </c:pt>
                <c:pt idx="381">
                  <c:v>0.00260391406835</c:v>
                </c:pt>
                <c:pt idx="382">
                  <c:v>0.00249087904751</c:v>
                </c:pt>
                <c:pt idx="383">
                  <c:v>0.00238244443351</c:v>
                </c:pt>
                <c:pt idx="384">
                  <c:v>0.002278438591</c:v>
                </c:pt>
                <c:pt idx="385">
                  <c:v>0.00217869550954</c:v>
                </c:pt>
                <c:pt idx="386">
                  <c:v>0.00208305465769</c:v>
                </c:pt>
                <c:pt idx="387">
                  <c:v>0.00199136083904</c:v>
                </c:pt>
                <c:pt idx="388">
                  <c:v>0.00190346405016</c:v>
                </c:pt>
                <c:pt idx="389">
                  <c:v>0.00181921934045</c:v>
                </c:pt>
                <c:pt idx="390">
                  <c:v>0.00173848667423</c:v>
                </c:pt>
                <c:pt idx="391">
                  <c:v>0.00166113079485</c:v>
                </c:pt>
                <c:pt idx="392">
                  <c:v>0.001587021091</c:v>
                </c:pt>
                <c:pt idx="393">
                  <c:v>0.00151603146538</c:v>
                </c:pt>
                <c:pt idx="394">
                  <c:v>0.00144804020552</c:v>
                </c:pt>
                <c:pt idx="395">
                  <c:v>0.00138292985706</c:v>
                </c:pt>
                <c:pt idx="396">
                  <c:v>0.00132058709932</c:v>
                </c:pt>
                <c:pt idx="397">
                  <c:v>0.00126090262327</c:v>
                </c:pt>
                <c:pt idx="398">
                  <c:v>0.00120377101197</c:v>
                </c:pt>
                <c:pt idx="399">
                  <c:v>0.00114909062336</c:v>
                </c:pt>
                <c:pt idx="400">
                  <c:v>0.00109676347555</c:v>
                </c:pt>
                <c:pt idx="401">
                  <c:v>0.00104669513456</c:v>
                </c:pt>
                <c:pt idx="402">
                  <c:v>0.000998794604494</c:v>
                </c:pt>
                <c:pt idx="403">
                  <c:v>0.000952974220143</c:v>
                </c:pt>
                <c:pt idx="404">
                  <c:v>0.000909149542112</c:v>
                </c:pt>
                <c:pt idx="405">
                  <c:v>0.00086723925432</c:v>
                </c:pt>
                <c:pt idx="406">
                  <c:v>0.000827165063962</c:v>
                </c:pt>
                <c:pt idx="407">
                  <c:v>0.000788851603881</c:v>
                </c:pt>
                <c:pt idx="408">
                  <c:v>0.00075222633734</c:v>
                </c:pt>
                <c:pt idx="409">
                  <c:v>0.00071721946518</c:v>
                </c:pt>
                <c:pt idx="410">
                  <c:v>0.000683763835334</c:v>
                </c:pt>
                <c:pt idx="411">
                  <c:v>0.000651794854675</c:v>
                </c:pt>
                <c:pt idx="412">
                  <c:v>0.000621250403179</c:v>
                </c:pt>
                <c:pt idx="413">
                  <c:v>0.000592070750367</c:v>
                </c:pt>
                <c:pt idx="414">
                  <c:v>0.000564198474005</c:v>
                </c:pt>
                <c:pt idx="415">
                  <c:v>0.000537578381021</c:v>
                </c:pt>
                <c:pt idx="416">
                  <c:v>0.000512157430614</c:v>
                </c:pt>
                <c:pt idx="417">
                  <c:v>0.000487884659524</c:v>
                </c:pt>
                <c:pt idx="418">
                  <c:v>0.000464711109419</c:v>
                </c:pt>
                <c:pt idx="419">
                  <c:v>0.000442589756373</c:v>
                </c:pt>
                <c:pt idx="420">
                  <c:v>0.000421475442391</c:v>
                </c:pt>
                <c:pt idx="421">
                  <c:v>0.000401324808952</c:v>
                </c:pt>
                <c:pt idx="422">
                  <c:v>0.000382096232524</c:v>
                </c:pt>
                <c:pt idx="423">
                  <c:v>0.000363749762017</c:v>
                </c:pt>
                <c:pt idx="424">
                  <c:v>0.000346247058137</c:v>
                </c:pt>
                <c:pt idx="425">
                  <c:v>0.000329551334602</c:v>
                </c:pt>
                <c:pt idx="426">
                  <c:v>0.000313627301168</c:v>
                </c:pt>
                <c:pt idx="427">
                  <c:v>0.000298441108452</c:v>
                </c:pt>
                <c:pt idx="428">
                  <c:v>0.000283960294482</c:v>
                </c:pt>
                <c:pt idx="429">
                  <c:v>0.000270153732959</c:v>
                </c:pt>
                <c:pt idx="430">
                  <c:v>0.000256991583177</c:v>
                </c:pt>
                <c:pt idx="431">
                  <c:v>0.000244445241569</c:v>
                </c:pt>
                <c:pt idx="432">
                  <c:v>0.00023248729483</c:v>
                </c:pt>
                <c:pt idx="433">
                  <c:v>0.000221091474599</c:v>
                </c:pt>
                <c:pt idx="434">
                  <c:v>0.000210232613627</c:v>
                </c:pt>
                <c:pt idx="435">
                  <c:v>0.000199886603435</c:v>
                </c:pt>
                <c:pt idx="436">
                  <c:v>0.000190030353382</c:v>
                </c:pt>
                <c:pt idx="437">
                  <c:v>0.000180641751134</c:v>
                </c:pt>
                <c:pt idx="438">
                  <c:v>0.000171699624493</c:v>
                </c:pt>
                <c:pt idx="439">
                  <c:v>0.000163183704526</c:v>
                </c:pt>
                <c:pt idx="440">
                  <c:v>0.000155074589995</c:v>
                </c:pt>
                <c:pt idx="441">
                  <c:v>0.000147353713018</c:v>
                </c:pt>
                <c:pt idx="442">
                  <c:v>0.000140003305948</c:v>
                </c:pt>
                <c:pt idx="443">
                  <c:v>0.00013300636942</c:v>
                </c:pt>
                <c:pt idx="444">
                  <c:v>0.000126346641549</c:v>
                </c:pt>
                <c:pt idx="445">
                  <c:v>0.000120008568221</c:v>
                </c:pt>
                <c:pt idx="446">
                  <c:v>0.000113977274477</c:v>
                </c:pt>
                <c:pt idx="447">
                  <c:v>0.000108238536917</c:v>
                </c:pt>
                <c:pt idx="448">
                  <c:v>0.000102778757136</c:v>
                </c:pt>
                <c:pt idx="449">
                  <c:v>9.75849361191E-05</c:v>
                </c:pt>
                <c:pt idx="450">
                  <c:v>9.26446496013E-05</c:v>
                </c:pt>
              </c:numCache>
            </c:numRef>
          </c:yVal>
          <c:smooth val="0"/>
        </c:ser>
        <c:ser>
          <c:idx val="1"/>
          <c:order val="1"/>
          <c:tx>
            <c:v>Normal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Data'!$D$2:$D$452</c:f>
              <c:numCache>
                <c:formatCode>0.0</c:formatCode>
                <c:ptCount val="451"/>
                <c:pt idx="0">
                  <c:v>0.000133830225765</c:v>
                </c:pt>
                <c:pt idx="1">
                  <c:v>0.000144947560424</c:v>
                </c:pt>
                <c:pt idx="2">
                  <c:v>0.000156925634066</c:v>
                </c:pt>
                <c:pt idx="3">
                  <c:v>0.000169825599429</c:v>
                </c:pt>
                <c:pt idx="4">
                  <c:v>0.000183712498002</c:v>
                </c:pt>
                <c:pt idx="5">
                  <c:v>0.000198655471393</c:v>
                </c:pt>
                <c:pt idx="6">
                  <c:v>0.0002147279815</c:v>
                </c:pt>
                <c:pt idx="7">
                  <c:v>0.000232008039657</c:v>
                </c:pt>
                <c:pt idx="8">
                  <c:v>0.000250578444891</c:v>
                </c:pt>
                <c:pt idx="9">
                  <c:v>0.000270527031462</c:v>
                </c:pt>
                <c:pt idx="10">
                  <c:v>0.000291946925791</c:v>
                </c:pt>
                <c:pt idx="11">
                  <c:v>0.000314936812908</c:v>
                </c:pt>
                <c:pt idx="12">
                  <c:v>0.000339601212484</c:v>
                </c:pt>
                <c:pt idx="13">
                  <c:v>0.000366050764557</c:v>
                </c:pt>
                <c:pt idx="14">
                  <c:v>0.000394402524969</c:v>
                </c:pt>
                <c:pt idx="15">
                  <c:v>0.000424780270551</c:v>
                </c:pt>
                <c:pt idx="16">
                  <c:v>0.00045731481406</c:v>
                </c:pt>
                <c:pt idx="17">
                  <c:v>0.000492144328833</c:v>
                </c:pt>
                <c:pt idx="18">
                  <c:v>0.000529414683095</c:v>
                </c:pt>
                <c:pt idx="19">
                  <c:v>0.000569279783834</c:v>
                </c:pt>
                <c:pt idx="20">
                  <c:v>0.000611901930114</c:v>
                </c:pt>
                <c:pt idx="21">
                  <c:v>0.000657452175655</c:v>
                </c:pt>
                <c:pt idx="22">
                  <c:v>0.000706110700488</c:v>
                </c:pt>
                <c:pt idx="23">
                  <c:v>0.000758067191429</c:v>
                </c:pt>
                <c:pt idx="24">
                  <c:v>0.000813521231082</c:v>
                </c:pt>
                <c:pt idx="25">
                  <c:v>0.000872682695046</c:v>
                </c:pt>
                <c:pt idx="26">
                  <c:v>0.000935772156927</c:v>
                </c:pt>
                <c:pt idx="27">
                  <c:v>0.00100302130073</c:v>
                </c:pt>
                <c:pt idx="28">
                  <c:v>0.00107467334015</c:v>
                </c:pt>
                <c:pt idx="29">
                  <c:v>0.00115098344418</c:v>
                </c:pt>
                <c:pt idx="30">
                  <c:v>0.00123221916847</c:v>
                </c:pt>
                <c:pt idx="31">
                  <c:v>0.00131866089182</c:v>
                </c:pt>
                <c:pt idx="32">
                  <c:v>0.00141060225694</c:v>
                </c:pt>
                <c:pt idx="33">
                  <c:v>0.00150835061485</c:v>
                </c:pt>
                <c:pt idx="34">
                  <c:v>0.00161222747198</c:v>
                </c:pt>
                <c:pt idx="35">
                  <c:v>0.00172256893905</c:v>
                </c:pt>
                <c:pt idx="36">
                  <c:v>0.00183972618082</c:v>
                </c:pt>
                <c:pt idx="37">
                  <c:v>0.0019640658655</c:v>
                </c:pt>
                <c:pt idx="38">
                  <c:v>0.00209597061286</c:v>
                </c:pt>
                <c:pt idx="39">
                  <c:v>0.00223583943969</c:v>
                </c:pt>
                <c:pt idx="40">
                  <c:v>0.00238408820146</c:v>
                </c:pt>
                <c:pt idx="41">
                  <c:v>0.00254115002873</c:v>
                </c:pt>
                <c:pt idx="42">
                  <c:v>0.00270747575684</c:v>
                </c:pt>
                <c:pt idx="43">
                  <c:v>0.0028835343476</c:v>
                </c:pt>
                <c:pt idx="44">
                  <c:v>0.0030698133011</c:v>
                </c:pt>
                <c:pt idx="45">
                  <c:v>0.0032668190562</c:v>
                </c:pt>
                <c:pt idx="46">
                  <c:v>0.00347507737785</c:v>
                </c:pt>
                <c:pt idx="47">
                  <c:v>0.00369513372956</c:v>
                </c:pt>
                <c:pt idx="48">
                  <c:v>0.00392755362892</c:v>
                </c:pt>
                <c:pt idx="49">
                  <c:v>0.00417292298452</c:v>
                </c:pt>
                <c:pt idx="50">
                  <c:v>0.00443184841194</c:v>
                </c:pt>
                <c:pt idx="51">
                  <c:v>0.00470495752693</c:v>
                </c:pt>
                <c:pt idx="52">
                  <c:v>0.00499289921361</c:v>
                </c:pt>
                <c:pt idx="53">
                  <c:v>0.00529634386531</c:v>
                </c:pt>
                <c:pt idx="54">
                  <c:v>0.00561598359599</c:v>
                </c:pt>
                <c:pt idx="55">
                  <c:v>0.00595253241978</c:v>
                </c:pt>
                <c:pt idx="56">
                  <c:v>0.00630672639627</c:v>
                </c:pt>
                <c:pt idx="57">
                  <c:v>0.0066793237392</c:v>
                </c:pt>
                <c:pt idx="58">
                  <c:v>0.00707110488602</c:v>
                </c:pt>
                <c:pt idx="59">
                  <c:v>0.00748287252578</c:v>
                </c:pt>
                <c:pt idx="60">
                  <c:v>0.00791545158298</c:v>
                </c:pt>
                <c:pt idx="61">
                  <c:v>0.00836968915465</c:v>
                </c:pt>
                <c:pt idx="62">
                  <c:v>0.00884645439824</c:v>
                </c:pt>
                <c:pt idx="63">
                  <c:v>0.00934663836761</c:v>
                </c:pt>
                <c:pt idx="64">
                  <c:v>0.00987115379475</c:v>
                </c:pt>
                <c:pt idx="65">
                  <c:v>0.0104209348144</c:v>
                </c:pt>
                <c:pt idx="66">
                  <c:v>0.0109969366294</c:v>
                </c:pt>
                <c:pt idx="67">
                  <c:v>0.0116001351137</c:v>
                </c:pt>
                <c:pt idx="68">
                  <c:v>0.0122315263513</c:v>
                </c:pt>
                <c:pt idx="69">
                  <c:v>0.0128921261079</c:v>
                </c:pt>
                <c:pt idx="70">
                  <c:v>0.0135829692337</c:v>
                </c:pt>
                <c:pt idx="71">
                  <c:v>0.0143051089941</c:v>
                </c:pt>
                <c:pt idx="72">
                  <c:v>0.0150596163274</c:v>
                </c:pt>
                <c:pt idx="73">
                  <c:v>0.0158475790254</c:v>
                </c:pt>
                <c:pt idx="74">
                  <c:v>0.0166701008374</c:v>
                </c:pt>
                <c:pt idx="75">
                  <c:v>0.0175283004936</c:v>
                </c:pt>
                <c:pt idx="76">
                  <c:v>0.0184233106469</c:v>
                </c:pt>
                <c:pt idx="77">
                  <c:v>0.0193562767317</c:v>
                </c:pt>
                <c:pt idx="78">
                  <c:v>0.0203283557382</c:v>
                </c:pt>
                <c:pt idx="79">
                  <c:v>0.0213407148999</c:v>
                </c:pt>
                <c:pt idx="80">
                  <c:v>0.0223945302948</c:v>
                </c:pt>
                <c:pt idx="81">
                  <c:v>0.0234909853582</c:v>
                </c:pt>
                <c:pt idx="82">
                  <c:v>0.0246312693064</c:v>
                </c:pt>
                <c:pt idx="83">
                  <c:v>0.0258165754716</c:v>
                </c:pt>
                <c:pt idx="84">
                  <c:v>0.0270480995469</c:v>
                </c:pt>
                <c:pt idx="85">
                  <c:v>0.0283270377416</c:v>
                </c:pt>
                <c:pt idx="86">
                  <c:v>0.0296545848473</c:v>
                </c:pt>
                <c:pt idx="87">
                  <c:v>0.031031932215</c:v>
                </c:pt>
                <c:pt idx="88">
                  <c:v>0.0324602656437</c:v>
                </c:pt>
                <c:pt idx="89">
                  <c:v>0.0339407631824</c:v>
                </c:pt>
                <c:pt idx="90">
                  <c:v>0.0354745928462</c:v>
                </c:pt>
                <c:pt idx="91">
                  <c:v>0.0370629102478</c:v>
                </c:pt>
                <c:pt idx="92">
                  <c:v>0.0387068561475</c:v>
                </c:pt>
                <c:pt idx="93">
                  <c:v>0.0404075539229</c:v>
                </c:pt>
                <c:pt idx="94">
                  <c:v>0.0421661069618</c:v>
                </c:pt>
                <c:pt idx="95">
                  <c:v>0.0439835959804</c:v>
                </c:pt>
                <c:pt idx="96">
                  <c:v>0.0458610762711</c:v>
                </c:pt>
                <c:pt idx="97">
                  <c:v>0.0477995748821</c:v>
                </c:pt>
                <c:pt idx="98">
                  <c:v>0.0498000877351</c:v>
                </c:pt>
                <c:pt idx="99">
                  <c:v>0.0518635766828</c:v>
                </c:pt>
                <c:pt idx="100">
                  <c:v>0.0539909665132</c:v>
                </c:pt>
                <c:pt idx="101">
                  <c:v>0.0561831419039</c:v>
                </c:pt>
                <c:pt idx="102">
                  <c:v>0.0584409443335</c:v>
                </c:pt>
                <c:pt idx="103">
                  <c:v>0.0607651689546</c:v>
                </c:pt>
                <c:pt idx="104">
                  <c:v>0.0631565614352</c:v>
                </c:pt>
                <c:pt idx="105">
                  <c:v>0.0656158147747</c:v>
                </c:pt>
                <c:pt idx="106">
                  <c:v>0.068143566101</c:v>
                </c:pt>
                <c:pt idx="107">
                  <c:v>0.070740393457</c:v>
                </c:pt>
                <c:pt idx="108">
                  <c:v>0.0734068125817</c:v>
                </c:pt>
                <c:pt idx="109">
                  <c:v>0.0761432736962</c:v>
                </c:pt>
                <c:pt idx="110">
                  <c:v>0.0789501583009</c:v>
                </c:pt>
                <c:pt idx="111">
                  <c:v>0.0818277759921</c:v>
                </c:pt>
                <c:pt idx="112">
                  <c:v>0.084776361308</c:v>
                </c:pt>
                <c:pt idx="113">
                  <c:v>0.0877960706109</c:v>
                </c:pt>
                <c:pt idx="114">
                  <c:v>0.0908869790163</c:v>
                </c:pt>
                <c:pt idx="115">
                  <c:v>0.0940490773769</c:v>
                </c:pt>
                <c:pt idx="116">
                  <c:v>0.0972822693315</c:v>
                </c:pt>
                <c:pt idx="117">
                  <c:v>0.100586368428</c:v>
                </c:pt>
                <c:pt idx="118">
                  <c:v>0.103961095329</c:v>
                </c:pt>
                <c:pt idx="119">
                  <c:v>0.107406075113</c:v>
                </c:pt>
                <c:pt idx="120">
                  <c:v>0.110920834679</c:v>
                </c:pt>
                <c:pt idx="121">
                  <c:v>0.114504800259</c:v>
                </c:pt>
                <c:pt idx="122">
                  <c:v>0.11815729506</c:v>
                </c:pt>
                <c:pt idx="123">
                  <c:v>0.121877537032</c:v>
                </c:pt>
                <c:pt idx="124">
                  <c:v>0.125664636789</c:v>
                </c:pt>
                <c:pt idx="125">
                  <c:v>0.129517595666</c:v>
                </c:pt>
                <c:pt idx="126">
                  <c:v>0.133435303951</c:v>
                </c:pt>
                <c:pt idx="127">
                  <c:v>0.137416539282</c:v>
                </c:pt>
                <c:pt idx="128">
                  <c:v>0.141459965225</c:v>
                </c:pt>
                <c:pt idx="129">
                  <c:v>0.145564130037</c:v>
                </c:pt>
                <c:pt idx="130">
                  <c:v>0.149727465636</c:v>
                </c:pt>
                <c:pt idx="131">
                  <c:v>0.153948286763</c:v>
                </c:pt>
                <c:pt idx="132">
                  <c:v>0.15822479037</c:v>
                </c:pt>
                <c:pt idx="133">
                  <c:v>0.162555055226</c:v>
                </c:pt>
                <c:pt idx="134">
                  <c:v>0.166937041742</c:v>
                </c:pt>
                <c:pt idx="135">
                  <c:v>0.171368592048</c:v>
                </c:pt>
                <c:pt idx="136">
                  <c:v>0.175847430298</c:v>
                </c:pt>
                <c:pt idx="137">
                  <c:v>0.180371163227</c:v>
                </c:pt>
                <c:pt idx="138">
                  <c:v>0.184937280963</c:v>
                </c:pt>
                <c:pt idx="139">
                  <c:v>0.189543158092</c:v>
                </c:pt>
                <c:pt idx="140">
                  <c:v>0.194186054983</c:v>
                </c:pt>
                <c:pt idx="141">
                  <c:v>0.198863119387</c:v>
                </c:pt>
                <c:pt idx="142">
                  <c:v>0.203571388291</c:v>
                </c:pt>
                <c:pt idx="143">
                  <c:v>0.208307790047</c:v>
                </c:pt>
                <c:pt idx="144">
                  <c:v>0.213069146776</c:v>
                </c:pt>
                <c:pt idx="145">
                  <c:v>0.217852177033</c:v>
                </c:pt>
                <c:pt idx="146">
                  <c:v>0.222653498752</c:v>
                </c:pt>
                <c:pt idx="147">
                  <c:v>0.227469632457</c:v>
                </c:pt>
                <c:pt idx="148">
                  <c:v>0.232297004743</c:v>
                </c:pt>
                <c:pt idx="149">
                  <c:v>0.237131952019</c:v>
                </c:pt>
                <c:pt idx="150">
                  <c:v>0.241970724519</c:v>
                </c:pt>
                <c:pt idx="151">
                  <c:v>0.246809490567</c:v>
                </c:pt>
                <c:pt idx="152">
                  <c:v>0.251644341098</c:v>
                </c:pt>
                <c:pt idx="153">
                  <c:v>0.256471294426</c:v>
                </c:pt>
                <c:pt idx="154">
                  <c:v>0.26128630125</c:v>
                </c:pt>
                <c:pt idx="155">
                  <c:v>0.266085249899</c:v>
                </c:pt>
                <c:pt idx="156">
                  <c:v>0.270863971798</c:v>
                </c:pt>
                <c:pt idx="157">
                  <c:v>0.275618247153</c:v>
                </c:pt>
                <c:pt idx="158">
                  <c:v>0.28034381084</c:v>
                </c:pt>
                <c:pt idx="159">
                  <c:v>0.285036358489</c:v>
                </c:pt>
                <c:pt idx="160">
                  <c:v>0.289691552761</c:v>
                </c:pt>
                <c:pt idx="161">
                  <c:v>0.294305029788</c:v>
                </c:pt>
                <c:pt idx="162">
                  <c:v>0.298872405776</c:v>
                </c:pt>
                <c:pt idx="163">
                  <c:v>0.303389283756</c:v>
                </c:pt>
                <c:pt idx="164">
                  <c:v>0.30785126047</c:v>
                </c:pt>
                <c:pt idx="165">
                  <c:v>0.312253933367</c:v>
                </c:pt>
                <c:pt idx="166">
                  <c:v>0.316592907711</c:v>
                </c:pt>
                <c:pt idx="167">
                  <c:v>0.320863803771</c:v>
                </c:pt>
                <c:pt idx="168">
                  <c:v>0.325062264084</c:v>
                </c:pt>
                <c:pt idx="169">
                  <c:v>0.329183960771</c:v>
                </c:pt>
                <c:pt idx="170">
                  <c:v>0.333224602892</c:v>
                </c:pt>
                <c:pt idx="171">
                  <c:v>0.337179943822</c:v>
                </c:pt>
                <c:pt idx="172">
                  <c:v>0.34104578863</c:v>
                </c:pt>
                <c:pt idx="173">
                  <c:v>0.344818001439</c:v>
                </c:pt>
                <c:pt idx="174">
                  <c:v>0.348492512759</c:v>
                </c:pt>
                <c:pt idx="175">
                  <c:v>0.352065326764</c:v>
                </c:pt>
                <c:pt idx="176">
                  <c:v>0.355532528506</c:v>
                </c:pt>
                <c:pt idx="177">
                  <c:v>0.358890291034</c:v>
                </c:pt>
                <c:pt idx="178">
                  <c:v>0.362134882413</c:v>
                </c:pt>
                <c:pt idx="179">
                  <c:v>0.365262672622</c:v>
                </c:pt>
                <c:pt idx="180">
                  <c:v>0.368270140303</c:v>
                </c:pt>
                <c:pt idx="181">
                  <c:v>0.371153879359</c:v>
                </c:pt>
                <c:pt idx="182">
                  <c:v>0.373910605373</c:v>
                </c:pt>
                <c:pt idx="183">
                  <c:v>0.376537161833</c:v>
                </c:pt>
                <c:pt idx="184">
                  <c:v>0.379030526153</c:v>
                </c:pt>
                <c:pt idx="185">
                  <c:v>0.381387815461</c:v>
                </c:pt>
                <c:pt idx="186">
                  <c:v>0.383606292153</c:v>
                </c:pt>
                <c:pt idx="187">
                  <c:v>0.385683369192</c:v>
                </c:pt>
                <c:pt idx="188">
                  <c:v>0.387616615125</c:v>
                </c:pt>
                <c:pt idx="189">
                  <c:v>0.389403758834</c:v>
                </c:pt>
                <c:pt idx="190">
                  <c:v>0.391042693975</c:v>
                </c:pt>
                <c:pt idx="191">
                  <c:v>0.39253148312</c:v>
                </c:pt>
                <c:pt idx="192">
                  <c:v>0.393868361569</c:v>
                </c:pt>
                <c:pt idx="193">
                  <c:v>0.395051740835</c:v>
                </c:pt>
                <c:pt idx="194">
                  <c:v>0.396080211794</c:v>
                </c:pt>
                <c:pt idx="195">
                  <c:v>0.396952547477</c:v>
                </c:pt>
                <c:pt idx="196">
                  <c:v>0.397667705512</c:v>
                </c:pt>
                <c:pt idx="197">
                  <c:v>0.398224830196</c:v>
                </c:pt>
                <c:pt idx="198">
                  <c:v>0.398623254205</c:v>
                </c:pt>
                <c:pt idx="199">
                  <c:v>0.398862499924</c:v>
                </c:pt>
                <c:pt idx="200">
                  <c:v>0.398942280401</c:v>
                </c:pt>
                <c:pt idx="201">
                  <c:v>0.398862499924</c:v>
                </c:pt>
                <c:pt idx="202">
                  <c:v>0.398623254205</c:v>
                </c:pt>
                <c:pt idx="203">
                  <c:v>0.398224830196</c:v>
                </c:pt>
                <c:pt idx="204">
                  <c:v>0.397667705512</c:v>
                </c:pt>
                <c:pt idx="205">
                  <c:v>0.396952547477</c:v>
                </c:pt>
                <c:pt idx="206">
                  <c:v>0.396080211794</c:v>
                </c:pt>
                <c:pt idx="207">
                  <c:v>0.395051740835</c:v>
                </c:pt>
                <c:pt idx="208">
                  <c:v>0.393868361569</c:v>
                </c:pt>
                <c:pt idx="209">
                  <c:v>0.39253148312</c:v>
                </c:pt>
                <c:pt idx="210">
                  <c:v>0.391042693975</c:v>
                </c:pt>
                <c:pt idx="211">
                  <c:v>0.389403758834</c:v>
                </c:pt>
                <c:pt idx="212">
                  <c:v>0.387616615125</c:v>
                </c:pt>
                <c:pt idx="213">
                  <c:v>0.385683369192</c:v>
                </c:pt>
                <c:pt idx="214">
                  <c:v>0.383606292153</c:v>
                </c:pt>
                <c:pt idx="215">
                  <c:v>0.381387815461</c:v>
                </c:pt>
                <c:pt idx="216">
                  <c:v>0.379030526153</c:v>
                </c:pt>
                <c:pt idx="217">
                  <c:v>0.376537161833</c:v>
                </c:pt>
                <c:pt idx="218">
                  <c:v>0.373910605373</c:v>
                </c:pt>
                <c:pt idx="219">
                  <c:v>0.371153879359</c:v>
                </c:pt>
                <c:pt idx="220">
                  <c:v>0.368270140303</c:v>
                </c:pt>
                <c:pt idx="221">
                  <c:v>0.365262672622</c:v>
                </c:pt>
                <c:pt idx="222">
                  <c:v>0.362134882413</c:v>
                </c:pt>
                <c:pt idx="223">
                  <c:v>0.358890291034</c:v>
                </c:pt>
                <c:pt idx="224">
                  <c:v>0.355532528506</c:v>
                </c:pt>
                <c:pt idx="225">
                  <c:v>0.352065326764</c:v>
                </c:pt>
                <c:pt idx="226">
                  <c:v>0.348492512759</c:v>
                </c:pt>
                <c:pt idx="227">
                  <c:v>0.344818001439</c:v>
                </c:pt>
                <c:pt idx="228">
                  <c:v>0.34104578863</c:v>
                </c:pt>
                <c:pt idx="229">
                  <c:v>0.337179943822</c:v>
                </c:pt>
                <c:pt idx="230">
                  <c:v>0.333224602892</c:v>
                </c:pt>
                <c:pt idx="231">
                  <c:v>0.329183960771</c:v>
                </c:pt>
                <c:pt idx="232">
                  <c:v>0.325062264084</c:v>
                </c:pt>
                <c:pt idx="233">
                  <c:v>0.320863803771</c:v>
                </c:pt>
                <c:pt idx="234">
                  <c:v>0.316592907711</c:v>
                </c:pt>
                <c:pt idx="235">
                  <c:v>0.312253933367</c:v>
                </c:pt>
                <c:pt idx="236">
                  <c:v>0.30785126047</c:v>
                </c:pt>
                <c:pt idx="237">
                  <c:v>0.303389283756</c:v>
                </c:pt>
                <c:pt idx="238">
                  <c:v>0.298872405776</c:v>
                </c:pt>
                <c:pt idx="239">
                  <c:v>0.294305029788</c:v>
                </c:pt>
                <c:pt idx="240">
                  <c:v>0.289691552761</c:v>
                </c:pt>
                <c:pt idx="241">
                  <c:v>0.285036358489</c:v>
                </c:pt>
                <c:pt idx="242">
                  <c:v>0.28034381084</c:v>
                </c:pt>
                <c:pt idx="243">
                  <c:v>0.275618247153</c:v>
                </c:pt>
                <c:pt idx="244">
                  <c:v>0.270863971798</c:v>
                </c:pt>
                <c:pt idx="245">
                  <c:v>0.266085249899</c:v>
                </c:pt>
                <c:pt idx="246">
                  <c:v>0.26128630125</c:v>
                </c:pt>
                <c:pt idx="247">
                  <c:v>0.256471294426</c:v>
                </c:pt>
                <c:pt idx="248">
                  <c:v>0.251644341098</c:v>
                </c:pt>
                <c:pt idx="249">
                  <c:v>0.246809490567</c:v>
                </c:pt>
                <c:pt idx="250">
                  <c:v>0.241970724519</c:v>
                </c:pt>
                <c:pt idx="251">
                  <c:v>0.237131952019</c:v>
                </c:pt>
                <c:pt idx="252">
                  <c:v>0.232297004743</c:v>
                </c:pt>
                <c:pt idx="253">
                  <c:v>0.227469632457</c:v>
                </c:pt>
                <c:pt idx="254">
                  <c:v>0.222653498752</c:v>
                </c:pt>
                <c:pt idx="255">
                  <c:v>0.217852177033</c:v>
                </c:pt>
                <c:pt idx="256">
                  <c:v>0.213069146776</c:v>
                </c:pt>
                <c:pt idx="257">
                  <c:v>0.208307790047</c:v>
                </c:pt>
                <c:pt idx="258">
                  <c:v>0.203571388291</c:v>
                </c:pt>
                <c:pt idx="259">
                  <c:v>0.198863119387</c:v>
                </c:pt>
                <c:pt idx="260">
                  <c:v>0.194186054983</c:v>
                </c:pt>
                <c:pt idx="261">
                  <c:v>0.189543158092</c:v>
                </c:pt>
                <c:pt idx="262">
                  <c:v>0.184937280963</c:v>
                </c:pt>
                <c:pt idx="263">
                  <c:v>0.180371163227</c:v>
                </c:pt>
                <c:pt idx="264">
                  <c:v>0.175847430298</c:v>
                </c:pt>
                <c:pt idx="265">
                  <c:v>0.171368592048</c:v>
                </c:pt>
                <c:pt idx="266">
                  <c:v>0.166937041742</c:v>
                </c:pt>
                <c:pt idx="267">
                  <c:v>0.162555055226</c:v>
                </c:pt>
                <c:pt idx="268">
                  <c:v>0.15822479037</c:v>
                </c:pt>
                <c:pt idx="269">
                  <c:v>0.153948286763</c:v>
                </c:pt>
                <c:pt idx="270">
                  <c:v>0.149727465636</c:v>
                </c:pt>
                <c:pt idx="271">
                  <c:v>0.145564130037</c:v>
                </c:pt>
                <c:pt idx="272">
                  <c:v>0.141459965225</c:v>
                </c:pt>
                <c:pt idx="273">
                  <c:v>0.137416539282</c:v>
                </c:pt>
                <c:pt idx="274">
                  <c:v>0.133435303951</c:v>
                </c:pt>
                <c:pt idx="275">
                  <c:v>0.129517595666</c:v>
                </c:pt>
                <c:pt idx="276">
                  <c:v>0.125664636789</c:v>
                </c:pt>
                <c:pt idx="277">
                  <c:v>0.121877537032</c:v>
                </c:pt>
                <c:pt idx="278">
                  <c:v>0.11815729506</c:v>
                </c:pt>
                <c:pt idx="279">
                  <c:v>0.114504800259</c:v>
                </c:pt>
                <c:pt idx="280">
                  <c:v>0.110920834679</c:v>
                </c:pt>
                <c:pt idx="281">
                  <c:v>0.107406075113</c:v>
                </c:pt>
                <c:pt idx="282">
                  <c:v>0.103961095329</c:v>
                </c:pt>
                <c:pt idx="283">
                  <c:v>0.100586368428</c:v>
                </c:pt>
                <c:pt idx="284">
                  <c:v>0.0972822693315</c:v>
                </c:pt>
                <c:pt idx="285">
                  <c:v>0.0940490773769</c:v>
                </c:pt>
                <c:pt idx="286">
                  <c:v>0.0908869790163</c:v>
                </c:pt>
                <c:pt idx="287">
                  <c:v>0.0877960706109</c:v>
                </c:pt>
                <c:pt idx="288">
                  <c:v>0.084776361308</c:v>
                </c:pt>
                <c:pt idx="289">
                  <c:v>0.0818277759921</c:v>
                </c:pt>
                <c:pt idx="290">
                  <c:v>0.0789501583009</c:v>
                </c:pt>
                <c:pt idx="291">
                  <c:v>0.0761432736962</c:v>
                </c:pt>
                <c:pt idx="292">
                  <c:v>0.0734068125817</c:v>
                </c:pt>
                <c:pt idx="293">
                  <c:v>0.070740393457</c:v>
                </c:pt>
                <c:pt idx="294">
                  <c:v>0.068143566101</c:v>
                </c:pt>
                <c:pt idx="295">
                  <c:v>0.0656158147747</c:v>
                </c:pt>
                <c:pt idx="296">
                  <c:v>0.0631565614352</c:v>
                </c:pt>
                <c:pt idx="297">
                  <c:v>0.0607651689546</c:v>
                </c:pt>
                <c:pt idx="298">
                  <c:v>0.0584409443335</c:v>
                </c:pt>
                <c:pt idx="299">
                  <c:v>0.0561831419039</c:v>
                </c:pt>
                <c:pt idx="300">
                  <c:v>0.0539909665132</c:v>
                </c:pt>
                <c:pt idx="301">
                  <c:v>0.0518635766828</c:v>
                </c:pt>
                <c:pt idx="302">
                  <c:v>0.0498000877351</c:v>
                </c:pt>
                <c:pt idx="303">
                  <c:v>0.0477995748821</c:v>
                </c:pt>
                <c:pt idx="304">
                  <c:v>0.0458610762711</c:v>
                </c:pt>
                <c:pt idx="305">
                  <c:v>0.0439835959804</c:v>
                </c:pt>
                <c:pt idx="306">
                  <c:v>0.0421661069618</c:v>
                </c:pt>
                <c:pt idx="307">
                  <c:v>0.0404075539229</c:v>
                </c:pt>
                <c:pt idx="308">
                  <c:v>0.0387068561475</c:v>
                </c:pt>
                <c:pt idx="309">
                  <c:v>0.0370629102478</c:v>
                </c:pt>
                <c:pt idx="310">
                  <c:v>0.0354745928462</c:v>
                </c:pt>
                <c:pt idx="311">
                  <c:v>0.0339407631824</c:v>
                </c:pt>
                <c:pt idx="312">
                  <c:v>0.0324602656437</c:v>
                </c:pt>
                <c:pt idx="313">
                  <c:v>0.031031932215</c:v>
                </c:pt>
                <c:pt idx="314">
                  <c:v>0.0296545848473</c:v>
                </c:pt>
                <c:pt idx="315">
                  <c:v>0.0283270377416</c:v>
                </c:pt>
                <c:pt idx="316">
                  <c:v>0.0270480995469</c:v>
                </c:pt>
                <c:pt idx="317">
                  <c:v>0.0258165754716</c:v>
                </c:pt>
                <c:pt idx="318">
                  <c:v>0.0246312693064</c:v>
                </c:pt>
                <c:pt idx="319">
                  <c:v>0.0234909853582</c:v>
                </c:pt>
                <c:pt idx="320">
                  <c:v>0.0223945302948</c:v>
                </c:pt>
                <c:pt idx="321">
                  <c:v>0.0213407148999</c:v>
                </c:pt>
                <c:pt idx="322">
                  <c:v>0.0203283557382</c:v>
                </c:pt>
                <c:pt idx="323">
                  <c:v>0.0193562767317</c:v>
                </c:pt>
                <c:pt idx="324">
                  <c:v>0.0184233106469</c:v>
                </c:pt>
                <c:pt idx="325">
                  <c:v>0.0175283004936</c:v>
                </c:pt>
                <c:pt idx="326">
                  <c:v>0.0166701008374</c:v>
                </c:pt>
                <c:pt idx="327">
                  <c:v>0.0158475790254</c:v>
                </c:pt>
                <c:pt idx="328">
                  <c:v>0.0150596163274</c:v>
                </c:pt>
                <c:pt idx="329">
                  <c:v>0.0143051089941</c:v>
                </c:pt>
                <c:pt idx="330">
                  <c:v>0.0135829692337</c:v>
                </c:pt>
                <c:pt idx="331">
                  <c:v>0.0128921261079</c:v>
                </c:pt>
                <c:pt idx="332">
                  <c:v>0.0122315263513</c:v>
                </c:pt>
                <c:pt idx="333">
                  <c:v>0.0116001351137</c:v>
                </c:pt>
                <c:pt idx="334">
                  <c:v>0.0109969366294</c:v>
                </c:pt>
                <c:pt idx="335">
                  <c:v>0.0104209348144</c:v>
                </c:pt>
                <c:pt idx="336">
                  <c:v>0.00987115379475</c:v>
                </c:pt>
                <c:pt idx="337">
                  <c:v>0.00934663836761</c:v>
                </c:pt>
                <c:pt idx="338">
                  <c:v>0.00884645439824</c:v>
                </c:pt>
                <c:pt idx="339">
                  <c:v>0.00836968915465</c:v>
                </c:pt>
                <c:pt idx="340">
                  <c:v>0.00791545158298</c:v>
                </c:pt>
                <c:pt idx="341">
                  <c:v>0.00748287252578</c:v>
                </c:pt>
                <c:pt idx="342">
                  <c:v>0.00707110488602</c:v>
                </c:pt>
                <c:pt idx="343">
                  <c:v>0.0066793237392</c:v>
                </c:pt>
                <c:pt idx="344">
                  <c:v>0.00630672639627</c:v>
                </c:pt>
                <c:pt idx="345">
                  <c:v>0.00595253241978</c:v>
                </c:pt>
                <c:pt idx="346">
                  <c:v>0.00561598359599</c:v>
                </c:pt>
                <c:pt idx="347">
                  <c:v>0.00529634386531</c:v>
                </c:pt>
                <c:pt idx="348">
                  <c:v>0.00499289921361</c:v>
                </c:pt>
                <c:pt idx="349">
                  <c:v>0.00470495752693</c:v>
                </c:pt>
                <c:pt idx="350">
                  <c:v>0.00443184841194</c:v>
                </c:pt>
                <c:pt idx="351">
                  <c:v>0.00417292298452</c:v>
                </c:pt>
                <c:pt idx="352">
                  <c:v>0.00392755362892</c:v>
                </c:pt>
                <c:pt idx="353">
                  <c:v>0.00369513372956</c:v>
                </c:pt>
                <c:pt idx="354">
                  <c:v>0.00347507737785</c:v>
                </c:pt>
                <c:pt idx="355">
                  <c:v>0.0032668190562</c:v>
                </c:pt>
                <c:pt idx="356">
                  <c:v>0.0030698133011</c:v>
                </c:pt>
                <c:pt idx="357">
                  <c:v>0.0028835343476</c:v>
                </c:pt>
                <c:pt idx="358">
                  <c:v>0.00270747575684</c:v>
                </c:pt>
                <c:pt idx="359">
                  <c:v>0.00254115002873</c:v>
                </c:pt>
                <c:pt idx="360">
                  <c:v>0.00238408820146</c:v>
                </c:pt>
                <c:pt idx="361">
                  <c:v>0.00223583943969</c:v>
                </c:pt>
                <c:pt idx="362">
                  <c:v>0.00209597061286</c:v>
                </c:pt>
                <c:pt idx="363">
                  <c:v>0.0019640658655</c:v>
                </c:pt>
                <c:pt idx="364">
                  <c:v>0.00183972618082</c:v>
                </c:pt>
                <c:pt idx="365">
                  <c:v>0.00172256893905</c:v>
                </c:pt>
                <c:pt idx="366">
                  <c:v>0.00161222747198</c:v>
                </c:pt>
                <c:pt idx="367">
                  <c:v>0.00150835061485</c:v>
                </c:pt>
                <c:pt idx="368">
                  <c:v>0.00141060225694</c:v>
                </c:pt>
                <c:pt idx="369">
                  <c:v>0.00131866089182</c:v>
                </c:pt>
                <c:pt idx="370">
                  <c:v>0.00123221916847</c:v>
                </c:pt>
                <c:pt idx="371">
                  <c:v>0.00115098344418</c:v>
                </c:pt>
                <c:pt idx="372">
                  <c:v>0.00107467334015</c:v>
                </c:pt>
                <c:pt idx="373">
                  <c:v>0.00100302130073</c:v>
                </c:pt>
                <c:pt idx="374">
                  <c:v>0.000935772156927</c:v>
                </c:pt>
                <c:pt idx="375">
                  <c:v>0.000872682695046</c:v>
                </c:pt>
                <c:pt idx="376">
                  <c:v>0.000813521231082</c:v>
                </c:pt>
                <c:pt idx="377">
                  <c:v>0.000758067191429</c:v>
                </c:pt>
                <c:pt idx="378">
                  <c:v>0.000706110700488</c:v>
                </c:pt>
                <c:pt idx="379">
                  <c:v>0.000657452175655</c:v>
                </c:pt>
                <c:pt idx="380">
                  <c:v>0.000611901930114</c:v>
                </c:pt>
                <c:pt idx="381">
                  <c:v>0.000569279783834</c:v>
                </c:pt>
                <c:pt idx="382">
                  <c:v>0.000529414683095</c:v>
                </c:pt>
                <c:pt idx="383">
                  <c:v>0.000492144328833</c:v>
                </c:pt>
                <c:pt idx="384">
                  <c:v>0.00045731481406</c:v>
                </c:pt>
                <c:pt idx="385">
                  <c:v>0.000424780270551</c:v>
                </c:pt>
                <c:pt idx="386">
                  <c:v>0.000394402524969</c:v>
                </c:pt>
                <c:pt idx="387">
                  <c:v>0.000366050764557</c:v>
                </c:pt>
                <c:pt idx="388">
                  <c:v>0.000339601212484</c:v>
                </c:pt>
                <c:pt idx="389">
                  <c:v>0.000314936812908</c:v>
                </c:pt>
                <c:pt idx="390">
                  <c:v>0.000291946925791</c:v>
                </c:pt>
                <c:pt idx="391">
                  <c:v>0.000270527031462</c:v>
                </c:pt>
                <c:pt idx="392">
                  <c:v>0.000250578444891</c:v>
                </c:pt>
                <c:pt idx="393">
                  <c:v>0.000232008039657</c:v>
                </c:pt>
                <c:pt idx="394">
                  <c:v>0.0002147279815</c:v>
                </c:pt>
                <c:pt idx="395">
                  <c:v>0.000198655471393</c:v>
                </c:pt>
                <c:pt idx="396">
                  <c:v>0.000183712498002</c:v>
                </c:pt>
                <c:pt idx="397">
                  <c:v>0.000169825599429</c:v>
                </c:pt>
                <c:pt idx="398">
                  <c:v>0.000156925634066</c:v>
                </c:pt>
                <c:pt idx="399">
                  <c:v>0.000144947560424</c:v>
                </c:pt>
                <c:pt idx="400">
                  <c:v>0.000133830225765</c:v>
                </c:pt>
                <c:pt idx="401">
                  <c:v>0.000123516163341</c:v>
                </c:pt>
                <c:pt idx="402">
                  <c:v>0.000113951398069</c:v>
                </c:pt>
                <c:pt idx="403">
                  <c:v>0.00010508526043</c:v>
                </c:pt>
                <c:pt idx="404">
                  <c:v>9.68702083987E-05</c:v>
                </c:pt>
                <c:pt idx="405">
                  <c:v>8.92616571771E-05</c:v>
                </c:pt>
                <c:pt idx="406">
                  <c:v>8.22178165363E-05</c:v>
                </c:pt>
                <c:pt idx="407">
                  <c:v>7.56995355302E-05</c:v>
                </c:pt>
                <c:pt idx="408">
                  <c:v>6.96701543692E-05</c:v>
                </c:pt>
                <c:pt idx="409">
                  <c:v>6.40953632271E-05</c:v>
                </c:pt>
                <c:pt idx="410">
                  <c:v>5.89430677565E-05</c:v>
                </c:pt>
                <c:pt idx="411">
                  <c:v>5.41832610895E-05</c:v>
                </c:pt>
                <c:pt idx="412">
                  <c:v>4.9787902098E-05</c:v>
                </c:pt>
                <c:pt idx="413">
                  <c:v>4.57307996916E-05</c:v>
                </c:pt>
                <c:pt idx="414">
                  <c:v>4.19875029316E-05</c:v>
                </c:pt>
                <c:pt idx="415">
                  <c:v>3.85351967421E-05</c:v>
                </c:pt>
                <c:pt idx="416">
                  <c:v>3.53526030018E-05</c:v>
                </c:pt>
                <c:pt idx="417">
                  <c:v>3.24198868042E-05</c:v>
                </c:pt>
                <c:pt idx="418">
                  <c:v>2.97185676764E-05</c:v>
                </c:pt>
                <c:pt idx="419">
                  <c:v>2.7231435551E-05</c:v>
                </c:pt>
                <c:pt idx="420">
                  <c:v>2.49424712901E-05</c:v>
                </c:pt>
                <c:pt idx="421">
                  <c:v>2.28367715651E-05</c:v>
                </c:pt>
                <c:pt idx="422">
                  <c:v>2.09004779005E-05</c:v>
                </c:pt>
                <c:pt idx="423">
                  <c:v>1.91207096928E-05</c:v>
                </c:pt>
                <c:pt idx="424">
                  <c:v>1.74855010266E-05</c:v>
                </c:pt>
                <c:pt idx="425">
                  <c:v>1.59837411069E-05</c:v>
                </c:pt>
                <c:pt idx="426">
                  <c:v>1.46051181392E-05</c:v>
                </c:pt>
                <c:pt idx="427">
                  <c:v>1.33400664904E-05</c:v>
                </c:pt>
                <c:pt idx="428">
                  <c:v>1.21797169703E-05</c:v>
                </c:pt>
                <c:pt idx="429">
                  <c:v>1.11158500782E-05</c:v>
                </c:pt>
                <c:pt idx="430">
                  <c:v>1.01408520655E-05</c:v>
                </c:pt>
                <c:pt idx="431">
                  <c:v>9.24767367001E-06</c:v>
                </c:pt>
                <c:pt idx="432">
                  <c:v>8.42979138323E-06</c:v>
                </c:pt>
                <c:pt idx="433">
                  <c:v>7.68117111725E-06</c:v>
                </c:pt>
                <c:pt idx="434">
                  <c:v>6.99623414327E-06</c:v>
                </c:pt>
                <c:pt idx="435">
                  <c:v>6.36982517887E-06</c:v>
                </c:pt>
                <c:pt idx="436">
                  <c:v>5.79718250636E-06</c:v>
                </c:pt>
                <c:pt idx="437">
                  <c:v>5.2739100096E-06</c:v>
                </c:pt>
                <c:pt idx="438">
                  <c:v>4.79595102155E-06</c:v>
                </c:pt>
                <c:pt idx="439">
                  <c:v>4.35956387967E-06</c:v>
                </c:pt>
                <c:pt idx="440">
                  <c:v>3.96129909103E-06</c:v>
                </c:pt>
                <c:pt idx="441">
                  <c:v>3.59797801352E-06</c:v>
                </c:pt>
                <c:pt idx="442">
                  <c:v>3.26667296399E-06</c:v>
                </c:pt>
                <c:pt idx="443">
                  <c:v>2.96468866855E-06</c:v>
                </c:pt>
                <c:pt idx="444">
                  <c:v>2.68954497427E-06</c:v>
                </c:pt>
                <c:pt idx="445">
                  <c:v>2.43896074589E-06</c:v>
                </c:pt>
                <c:pt idx="446">
                  <c:v>2.21083887457E-06</c:v>
                </c:pt>
                <c:pt idx="447">
                  <c:v>2.00325232995E-06</c:v>
                </c:pt>
                <c:pt idx="448">
                  <c:v>1.81443119018E-06</c:v>
                </c:pt>
                <c:pt idx="449">
                  <c:v>1.64275058805E-06</c:v>
                </c:pt>
                <c:pt idx="450">
                  <c:v>1.48671951473E-06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5"/>
      </c:valAx>
      <c:valAx>
        <c:axId val="48650112"/>
        <c:scaling>
          <c:orientation val="minMax"/>
          <c:max val="5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Standardized average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Exact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Data'!$B$2:$B$452</c:f>
              <c:numCache>
                <c:formatCode>0.0</c:formatCode>
                <c:ptCount val="451"/>
                <c:pt idx="0">
                  <c:v>1.02164783513E-05</c:v>
                </c:pt>
                <c:pt idx="1">
                  <c:v>1.16284323121E-05</c:v>
                </c:pt>
                <c:pt idx="2">
                  <c:v>1.32210686964E-05</c:v>
                </c:pt>
                <c:pt idx="3">
                  <c:v>1.50155254501E-05</c:v>
                </c:pt>
                <c:pt idx="4">
                  <c:v>1.70351590823E-05</c:v>
                </c:pt>
                <c:pt idx="5">
                  <c:v>1.93057472111E-05</c:v>
                </c:pt>
                <c:pt idx="6">
                  <c:v>2.1855706264E-05</c:v>
                </c:pt>
                <c:pt idx="7">
                  <c:v>2.47163251248E-05</c:v>
                </c:pt>
                <c:pt idx="8">
                  <c:v>2.79220155309E-05</c:v>
                </c:pt>
                <c:pt idx="9">
                  <c:v>3.15105800261E-05</c:v>
                </c:pt>
                <c:pt idx="10">
                  <c:v>3.55234982786E-05</c:v>
                </c:pt>
                <c:pt idx="11">
                  <c:v>4.0006232567E-05</c:v>
                </c:pt>
                <c:pt idx="12">
                  <c:v>4.50085532327E-05</c:v>
                </c:pt>
                <c:pt idx="13">
                  <c:v>5.058488488E-05</c:v>
                </c:pt>
                <c:pt idx="14">
                  <c:v>5.67946740908E-05</c:v>
                </c:pt>
                <c:pt idx="15">
                  <c:v>6.37027793914E-05</c:v>
                </c:pt>
                <c:pt idx="16">
                  <c:v>7.13798841824E-05</c:v>
                </c:pt>
                <c:pt idx="17">
                  <c:v>7.99029333015E-05</c:v>
                </c:pt>
                <c:pt idx="18">
                  <c:v>8.9355593846E-05</c:v>
                </c:pt>
                <c:pt idx="19">
                  <c:v>9.9828740828E-05</c:v>
                </c:pt>
                <c:pt idx="20">
                  <c:v>0.000111420968177</c:v>
                </c:pt>
                <c:pt idx="21">
                  <c:v>0.000124239125532</c:v>
                </c:pt>
                <c:pt idx="22">
                  <c:v>0.000138398881196</c:v>
                </c:pt>
                <c:pt idx="23">
                  <c:v>0.000154025311523</c:v>
                </c:pt>
                <c:pt idx="24">
                  <c:v>0.000171253516947</c:v>
                </c:pt>
                <c:pt idx="25">
                  <c:v>0.0001902292647</c:v>
                </c:pt>
                <c:pt idx="26">
                  <c:v>0.000211109658227</c:v>
                </c:pt>
                <c:pt idx="27">
                  <c:v>0.000234063833112</c:v>
                </c:pt>
                <c:pt idx="28">
                  <c:v>0.000259273679247</c:v>
                </c:pt>
                <c:pt idx="29">
                  <c:v>0.000286934588795</c:v>
                </c:pt>
                <c:pt idx="30">
                  <c:v>0.000317256229393</c:v>
                </c:pt>
                <c:pt idx="31">
                  <c:v>0.000350463341812</c:v>
                </c:pt>
                <c:pt idx="32">
                  <c:v>0.000386796561193</c:v>
                </c:pt>
                <c:pt idx="33">
                  <c:v>0.000426513260748</c:v>
                </c:pt>
                <c:pt idx="34">
                  <c:v>0.000469888416634</c:v>
                </c:pt>
                <c:pt idx="35">
                  <c:v>0.00051721549254</c:v>
                </c:pt>
                <c:pt idx="36">
                  <c:v>0.000568807342274</c:v>
                </c:pt>
                <c:pt idx="37">
                  <c:v>0.000624997128478</c:v>
                </c:pt>
                <c:pt idx="38">
                  <c:v>0.000686139255325</c:v>
                </c:pt>
                <c:pt idx="39">
                  <c:v>0.000752610312882</c:v>
                </c:pt>
                <c:pt idx="40">
                  <c:v>0.000824810030548</c:v>
                </c:pt>
                <c:pt idx="41">
                  <c:v>0.000903162236769</c:v>
                </c:pt>
                <c:pt idx="42">
                  <c:v>0.000988115821983</c:v>
                </c:pt>
                <c:pt idx="43">
                  <c:v>0.00108014570152</c:v>
                </c:pt>
                <c:pt idx="44">
                  <c:v>0.00117975377493</c:v>
                </c:pt>
                <c:pt idx="45">
                  <c:v>0.00128746987797</c:v>
                </c:pt>
                <c:pt idx="46">
                  <c:v>0.00140385272326</c:v>
                </c:pt>
                <c:pt idx="47">
                  <c:v>0.00152949082541</c:v>
                </c:pt>
                <c:pt idx="48">
                  <c:v>0.00166500340604</c:v>
                </c:pt>
                <c:pt idx="49">
                  <c:v>0.00181104127418</c:v>
                </c:pt>
                <c:pt idx="50">
                  <c:v>0.00196828767701</c:v>
                </c:pt>
                <c:pt idx="51">
                  <c:v>0.00213745911582</c:v>
                </c:pt>
                <c:pt idx="52">
                  <c:v>0.00231930612209</c:v>
                </c:pt>
                <c:pt idx="53">
                  <c:v>0.00251461398786</c:v>
                </c:pt>
                <c:pt idx="54">
                  <c:v>0.00272420344513</c:v>
                </c:pt>
                <c:pt idx="55">
                  <c:v>0.00294893128809</c:v>
                </c:pt>
                <c:pt idx="56">
                  <c:v>0.00318969093262</c:v>
                </c:pt>
                <c:pt idx="57">
                  <c:v>0.00344741290664</c:v>
                </c:pt>
                <c:pt idx="58">
                  <c:v>0.00372306526552</c:v>
                </c:pt>
                <c:pt idx="59">
                  <c:v>0.00401765392597</c:v>
                </c:pt>
                <c:pt idx="60">
                  <c:v>0.00433222291248</c:v>
                </c:pt>
                <c:pt idx="61">
                  <c:v>0.00466785450984</c:v>
                </c:pt>
                <c:pt idx="62">
                  <c:v>0.00502566931543</c:v>
                </c:pt>
                <c:pt idx="63">
                  <c:v>0.00540682618529</c:v>
                </c:pt>
                <c:pt idx="64">
                  <c:v>0.00581252206748</c:v>
                </c:pt>
                <c:pt idx="65">
                  <c:v>0.00624399171695</c:v>
                </c:pt>
                <c:pt idx="66">
                  <c:v>0.00670250728584</c:v>
                </c:pt>
                <c:pt idx="67">
                  <c:v>0.00718937778343</c:v>
                </c:pt>
                <c:pt idx="68">
                  <c:v>0.00770594840037</c:v>
                </c:pt>
                <c:pt idx="69">
                  <c:v>0.00825359969159</c:v>
                </c:pt>
                <c:pt idx="70">
                  <c:v>0.00883374661306</c:v>
                </c:pt>
                <c:pt idx="71">
                  <c:v>0.00944783740761</c:v>
                </c:pt>
                <c:pt idx="72">
                  <c:v>0.0100973523354</c:v>
                </c:pt>
                <c:pt idx="73">
                  <c:v>0.0107838022447</c:v>
                </c:pt>
                <c:pt idx="74">
                  <c:v>0.0115087269807</c:v>
                </c:pt>
                <c:pt idx="75">
                  <c:v>0.0122736936267</c:v>
                </c:pt>
                <c:pt idx="76">
                  <c:v>0.0130802945779</c:v>
                </c:pt>
                <c:pt idx="77">
                  <c:v>0.0139301454437</c:v>
                </c:pt>
                <c:pt idx="78">
                  <c:v>0.0148248827774</c:v>
                </c:pt>
                <c:pt idx="79">
                  <c:v>0.015766161633</c:v>
                </c:pt>
                <c:pt idx="80">
                  <c:v>0.0167556529477</c:v>
                </c:pt>
                <c:pt idx="81">
                  <c:v>0.0177950407507</c:v>
                </c:pt>
                <c:pt idx="82">
                  <c:v>0.0188860192002</c:v>
                </c:pt>
                <c:pt idx="83">
                  <c:v>0.0200302894482</c:v>
                </c:pt>
                <c:pt idx="84">
                  <c:v>0.0212295563379</c:v>
                </c:pt>
                <c:pt idx="85">
                  <c:v>0.022485524934</c:v>
                </c:pt>
                <c:pt idx="86">
                  <c:v>0.023799896893</c:v>
                </c:pt>
                <c:pt idx="87">
                  <c:v>0.0251743666747</c:v>
                </c:pt>
                <c:pt idx="88">
                  <c:v>0.0266106176024</c:v>
                </c:pt>
                <c:pt idx="89">
                  <c:v>0.0281103177778</c:v>
                </c:pt>
                <c:pt idx="90">
                  <c:v>0.0296751158566</c:v>
                </c:pt>
                <c:pt idx="91">
                  <c:v>0.0313066366926</c:v>
                </c:pt>
                <c:pt idx="92">
                  <c:v>0.0330064768596</c:v>
                </c:pt>
                <c:pt idx="93">
                  <c:v>0.0347762000598</c:v>
                </c:pt>
                <c:pt idx="94">
                  <c:v>0.0366173324281</c:v>
                </c:pt>
                <c:pt idx="95">
                  <c:v>0.038531357744</c:v>
                </c:pt>
                <c:pt idx="96">
                  <c:v>0.0405197125618</c:v>
                </c:pt>
                <c:pt idx="97">
                  <c:v>0.0425837812715</c:v>
                </c:pt>
                <c:pt idx="98">
                  <c:v>0.0447248911032</c:v>
                </c:pt>
                <c:pt idx="99">
                  <c:v>0.046944307088</c:v>
                </c:pt>
                <c:pt idx="100">
                  <c:v>0.04924322699</c:v>
                </c:pt>
                <c:pt idx="101">
                  <c:v>0.0516227762233</c:v>
                </c:pt>
                <c:pt idx="102">
                  <c:v>0.0540840027697</c:v>
                </c:pt>
                <c:pt idx="103">
                  <c:v>0.0566278721123</c:v>
                </c:pt>
                <c:pt idx="104">
                  <c:v>0.0592552622003</c:v>
                </c:pt>
                <c:pt idx="105">
                  <c:v>0.061966958463</c:v>
                </c:pt>
                <c:pt idx="106">
                  <c:v>0.0647636488876</c:v>
                </c:pt>
                <c:pt idx="107">
                  <c:v>0.0676459191791</c:v>
                </c:pt>
                <c:pt idx="108">
                  <c:v>0.0706142480189</c:v>
                </c:pt>
                <c:pt idx="109">
                  <c:v>0.0736690024389</c:v>
                </c:pt>
                <c:pt idx="110">
                  <c:v>0.0768104333288</c:v>
                </c:pt>
                <c:pt idx="111">
                  <c:v>0.0800386710938</c:v>
                </c:pt>
                <c:pt idx="112">
                  <c:v>0.0833537214798</c:v>
                </c:pt>
                <c:pt idx="113">
                  <c:v>0.0867554615824</c:v>
                </c:pt>
                <c:pt idx="114">
                  <c:v>0.0902436360577</c:v>
                </c:pt>
                <c:pt idx="115">
                  <c:v>0.0938178535509</c:v>
                </c:pt>
                <c:pt idx="116">
                  <c:v>0.0974775833577</c:v>
                </c:pt>
                <c:pt idx="117">
                  <c:v>0.101222152337</c:v>
                </c:pt>
                <c:pt idx="118">
                  <c:v>0.105050742085</c:v>
                </c:pt>
                <c:pt idx="119">
                  <c:v>0.108962386393</c:v>
                </c:pt>
                <c:pt idx="120">
                  <c:v>0.112955968998</c:v>
                </c:pt>
                <c:pt idx="121">
                  <c:v>0.117030221631</c:v>
                </c:pt>
                <c:pt idx="122">
                  <c:v>0.121183722401</c:v>
                </c:pt>
                <c:pt idx="123">
                  <c:v>0.125414894493</c:v>
                </c:pt>
                <c:pt idx="124">
                  <c:v>0.129722005221</c:v>
                </c:pt>
                <c:pt idx="125">
                  <c:v>0.134103165422</c:v>
                </c:pt>
                <c:pt idx="126">
                  <c:v>0.138556329217</c:v>
                </c:pt>
                <c:pt idx="127">
                  <c:v>0.143079294141</c:v>
                </c:pt>
                <c:pt idx="128">
                  <c:v>0.147669701639</c:v>
                </c:pt>
                <c:pt idx="129">
                  <c:v>0.152325037954</c:v>
                </c:pt>
                <c:pt idx="130">
                  <c:v>0.157042635394</c:v>
                </c:pt>
                <c:pt idx="131">
                  <c:v>0.161819673984</c:v>
                </c:pt>
                <c:pt idx="132">
                  <c:v>0.166653183518</c:v>
                </c:pt>
                <c:pt idx="133">
                  <c:v>0.171540045991</c:v>
                </c:pt>
                <c:pt idx="134">
                  <c:v>0.176476998429</c:v>
                </c:pt>
                <c:pt idx="135">
                  <c:v>0.181460636102</c:v>
                </c:pt>
                <c:pt idx="136">
                  <c:v>0.186487416131</c:v>
                </c:pt>
                <c:pt idx="137">
                  <c:v>0.191553661464</c:v>
                </c:pt>
                <c:pt idx="138">
                  <c:v>0.196655565237</c:v>
                </c:pt>
                <c:pt idx="139">
                  <c:v>0.201789195503</c:v>
                </c:pt>
                <c:pt idx="140">
                  <c:v>0.206950500312</c:v>
                </c:pt>
                <c:pt idx="141">
                  <c:v>0.212135313155</c:v>
                </c:pt>
                <c:pt idx="142">
                  <c:v>0.217339358735</c:v>
                </c:pt>
                <c:pt idx="143">
                  <c:v>0.22255825908</c:v>
                </c:pt>
                <c:pt idx="144">
                  <c:v>0.227787539955</c:v>
                </c:pt>
                <c:pt idx="145">
                  <c:v>0.233022637589</c:v>
                </c:pt>
                <c:pt idx="146">
                  <c:v>0.238258905684</c:v>
                </c:pt>
                <c:pt idx="147">
                  <c:v>0.243491622684</c:v>
                </c:pt>
                <c:pt idx="148">
                  <c:v>0.248715999311</c:v>
                </c:pt>
                <c:pt idx="149">
                  <c:v>0.253927186325</c:v>
                </c:pt>
                <c:pt idx="150">
                  <c:v>0.259120282502</c:v>
                </c:pt>
                <c:pt idx="151">
                  <c:v>0.264290342808</c:v>
                </c:pt>
                <c:pt idx="152">
                  <c:v>0.269432386747</c:v>
                </c:pt>
                <c:pt idx="153">
                  <c:v>0.274541406862</c:v>
                </c:pt>
                <c:pt idx="154">
                  <c:v>0.279612377372</c:v>
                </c:pt>
                <c:pt idx="155">
                  <c:v>0.284640262908</c:v>
                </c:pt>
                <c:pt idx="156">
                  <c:v>0.289620027354</c:v>
                </c:pt>
                <c:pt idx="157">
                  <c:v>0.294546642733</c:v>
                </c:pt>
                <c:pt idx="158">
                  <c:v>0.299415098148</c:v>
                </c:pt>
                <c:pt idx="159">
                  <c:v>0.304220408731</c:v>
                </c:pt>
                <c:pt idx="160">
                  <c:v>0.308957624594</c:v>
                </c:pt>
                <c:pt idx="161">
                  <c:v>0.313621839744</c:v>
                </c:pt>
                <c:pt idx="162">
                  <c:v>0.318208200951</c:v>
                </c:pt>
                <c:pt idx="163">
                  <c:v>0.322711916532</c:v>
                </c:pt>
                <c:pt idx="164">
                  <c:v>0.327128265042</c:v>
                </c:pt>
                <c:pt idx="165">
                  <c:v>0.331452603844</c:v>
                </c:pt>
                <c:pt idx="166">
                  <c:v>0.335680377525</c:v>
                </c:pt>
                <c:pt idx="167">
                  <c:v>0.339807126159</c:v>
                </c:pt>
                <c:pt idx="168">
                  <c:v>0.343828493373</c:v>
                </c:pt>
                <c:pt idx="169">
                  <c:v>0.347740234205</c:v>
                </c:pt>
                <c:pt idx="170">
                  <c:v>0.35153822274</c:v>
                </c:pt>
                <c:pt idx="171">
                  <c:v>0.355218459489</c:v>
                </c:pt>
                <c:pt idx="172">
                  <c:v>0.358777078511</c:v>
                </c:pt>
                <c:pt idx="173">
                  <c:v>0.362210354242</c:v>
                </c:pt>
                <c:pt idx="174">
                  <c:v>0.365514708033</c:v>
                </c:pt>
                <c:pt idx="175">
                  <c:v>0.368686714361</c:v>
                </c:pt>
                <c:pt idx="176">
                  <c:v>0.371723106717</c:v>
                </c:pt>
                <c:pt idx="177">
                  <c:v>0.374620783145</c:v>
                </c:pt>
                <c:pt idx="178">
                  <c:v>0.377376811424</c:v>
                </c:pt>
                <c:pt idx="179">
                  <c:v>0.379988433882</c:v>
                </c:pt>
                <c:pt idx="180">
                  <c:v>0.382453071831</c:v>
                </c:pt>
                <c:pt idx="181">
                  <c:v>0.38476832961</c:v>
                </c:pt>
                <c:pt idx="182">
                  <c:v>0.386931998235</c:v>
                </c:pt>
                <c:pt idx="183">
                  <c:v>0.388942058647</c:v>
                </c:pt>
                <c:pt idx="184">
                  <c:v>0.390796684546</c:v>
                </c:pt>
                <c:pt idx="185">
                  <c:v>0.39249424482</c:v>
                </c:pt>
                <c:pt idx="186">
                  <c:v>0.394033305548</c:v>
                </c:pt>
                <c:pt idx="187">
                  <c:v>0.395412631597</c:v>
                </c:pt>
                <c:pt idx="188">
                  <c:v>0.396631187788</c:v>
                </c:pt>
                <c:pt idx="189">
                  <c:v>0.397688139659</c:v>
                </c:pt>
                <c:pt idx="190">
                  <c:v>0.398582853796</c:v>
                </c:pt>
                <c:pt idx="191">
                  <c:v>0.399314897767</c:v>
                </c:pt>
                <c:pt idx="192">
                  <c:v>0.399884039634</c:v>
                </c:pt>
                <c:pt idx="193">
                  <c:v>0.400290247071</c:v>
                </c:pt>
                <c:pt idx="194">
                  <c:v>0.400533686078</c:v>
                </c:pt>
                <c:pt idx="195">
                  <c:v>0.400614719313</c:v>
                </c:pt>
                <c:pt idx="196">
                  <c:v>0.400533904034</c:v>
                </c:pt>
                <c:pt idx="197">
                  <c:v>0.400291989674</c:v>
                </c:pt>
                <c:pt idx="198">
                  <c:v>0.399889915054</c:v>
                </c:pt>
                <c:pt idx="199">
                  <c:v>0.399328805246</c:v>
                </c:pt>
                <c:pt idx="200">
                  <c:v>0.398609968091</c:v>
                </c:pt>
                <c:pt idx="201">
                  <c:v>0.397734890404</c:v>
                </c:pt>
                <c:pt idx="202">
                  <c:v>0.396705233851</c:v>
                </c:pt>
                <c:pt idx="203">
                  <c:v>0.395522830537</c:v>
                </c:pt>
                <c:pt idx="204">
                  <c:v>0.394189678312</c:v>
                </c:pt>
                <c:pt idx="205">
                  <c:v>0.392707935802</c:v>
                </c:pt>
                <c:pt idx="206">
                  <c:v>0.391079917187</c:v>
                </c:pt>
                <c:pt idx="207">
                  <c:v>0.389308086754</c:v>
                </c:pt>
                <c:pt idx="208">
                  <c:v>0.387395053213</c:v>
                </c:pt>
                <c:pt idx="209">
                  <c:v>0.385343563823</c:v>
                </c:pt>
                <c:pt idx="210">
                  <c:v>0.383156498328</c:v>
                </c:pt>
                <c:pt idx="211">
                  <c:v>0.380836862719</c:v>
                </c:pt>
                <c:pt idx="212">
                  <c:v>0.378387782856</c:v>
                </c:pt>
                <c:pt idx="213">
                  <c:v>0.375812497945</c:v>
                </c:pt>
                <c:pt idx="214">
                  <c:v>0.373114353903</c:v>
                </c:pt>
                <c:pt idx="215">
                  <c:v>0.370296796628</c:v>
                </c:pt>
                <c:pt idx="216">
                  <c:v>0.367363365183</c:v>
                </c:pt>
                <c:pt idx="217">
                  <c:v>0.364317684915</c:v>
                </c:pt>
                <c:pt idx="218">
                  <c:v>0.361163460534</c:v>
                </c:pt>
                <c:pt idx="219">
                  <c:v>0.357904469152</c:v>
                </c:pt>
                <c:pt idx="220">
                  <c:v>0.354544553319</c:v>
                </c:pt>
                <c:pt idx="221">
                  <c:v>0.351087614054</c:v>
                </c:pt>
                <c:pt idx="222">
                  <c:v>0.347537603898</c:v>
                </c:pt>
                <c:pt idx="223">
                  <c:v>0.34389852</c:v>
                </c:pt>
                <c:pt idx="224">
                  <c:v>0.340174397255</c:v>
                </c:pt>
                <c:pt idx="225">
                  <c:v>0.336369301502</c:v>
                </c:pt>
                <c:pt idx="226">
                  <c:v>0.332487322802</c:v>
                </c:pt>
                <c:pt idx="227">
                  <c:v>0.328532568807</c:v>
                </c:pt>
                <c:pt idx="228">
                  <c:v>0.324509158233</c:v>
                </c:pt>
                <c:pt idx="229">
                  <c:v>0.320421214451</c:v>
                </c:pt>
                <c:pt idx="230">
                  <c:v>0.316272859203</c:v>
                </c:pt>
                <c:pt idx="231">
                  <c:v>0.312068206463</c:v>
                </c:pt>
                <c:pt idx="232">
                  <c:v>0.307811356442</c:v>
                </c:pt>
                <c:pt idx="233">
                  <c:v>0.303506389757</c:v>
                </c:pt>
                <c:pt idx="234">
                  <c:v>0.299157361768</c:v>
                </c:pt>
                <c:pt idx="235">
                  <c:v>0.294768297089</c:v>
                </c:pt>
                <c:pt idx="236">
                  <c:v>0.290343184293</c:v>
                </c:pt>
                <c:pt idx="237">
                  <c:v>0.285885970795</c:v>
                </c:pt>
                <c:pt idx="238">
                  <c:v>0.28140055795</c:v>
                </c:pt>
                <c:pt idx="239">
                  <c:v>0.27689079634</c:v>
                </c:pt>
                <c:pt idx="240">
                  <c:v>0.272360481283</c:v>
                </c:pt>
                <c:pt idx="241">
                  <c:v>0.267813348548</c:v>
                </c:pt>
                <c:pt idx="242">
                  <c:v>0.263253070286</c:v>
                </c:pt>
                <c:pt idx="243">
                  <c:v>0.25868325119</c:v>
                </c:pt>
                <c:pt idx="244">
                  <c:v>0.254107424869</c:v>
                </c:pt>
                <c:pt idx="245">
                  <c:v>0.249529050451</c:v>
                </c:pt>
                <c:pt idx="246">
                  <c:v>0.244951509408</c:v>
                </c:pt>
                <c:pt idx="247">
                  <c:v>0.24037810261</c:v>
                </c:pt>
                <c:pt idx="248">
                  <c:v>0.235812047607</c:v>
                </c:pt>
                <c:pt idx="249">
                  <c:v>0.231256476126</c:v>
                </c:pt>
                <c:pt idx="250">
                  <c:v>0.226714431804</c:v>
                </c:pt>
                <c:pt idx="251">
                  <c:v>0.222188868138</c:v>
                </c:pt>
                <c:pt idx="252">
                  <c:v>0.217682646653</c:v>
                </c:pt>
                <c:pt idx="253">
                  <c:v>0.213198535288</c:v>
                </c:pt>
                <c:pt idx="254">
                  <c:v>0.208739207001</c:v>
                </c:pt>
                <c:pt idx="255">
                  <c:v>0.204307238579</c:v>
                </c:pt>
                <c:pt idx="256">
                  <c:v>0.199905109654</c:v>
                </c:pt>
                <c:pt idx="257">
                  <c:v>0.195535201927</c:v>
                </c:pt>
                <c:pt idx="258">
                  <c:v>0.191199798582</c:v>
                </c:pt>
                <c:pt idx="259">
                  <c:v>0.186901083896</c:v>
                </c:pt>
                <c:pt idx="260">
                  <c:v>0.182641143037</c:v>
                </c:pt>
                <c:pt idx="261">
                  <c:v>0.17842196204</c:v>
                </c:pt>
                <c:pt idx="262">
                  <c:v>0.174245427959</c:v>
                </c:pt>
                <c:pt idx="263">
                  <c:v>0.170113329193</c:v>
                </c:pt>
                <c:pt idx="264">
                  <c:v>0.166027355962</c:v>
                </c:pt>
                <c:pt idx="265">
                  <c:v>0.161989100956</c:v>
                </c:pt>
                <c:pt idx="266">
                  <c:v>0.158000060121</c:v>
                </c:pt>
                <c:pt idx="267">
                  <c:v>0.154061633591</c:v>
                </c:pt>
                <c:pt idx="268">
                  <c:v>0.15017512676</c:v>
                </c:pt>
                <c:pt idx="269">
                  <c:v>0.146341751477</c:v>
                </c:pt>
                <c:pt idx="270">
                  <c:v>0.142562627367</c:v>
                </c:pt>
                <c:pt idx="271">
                  <c:v>0.138838783264</c:v>
                </c:pt>
                <c:pt idx="272">
                  <c:v>0.135171158754</c:v>
                </c:pt>
                <c:pt idx="273">
                  <c:v>0.131560605817</c:v>
                </c:pt>
                <c:pt idx="274">
                  <c:v>0.128007890565</c:v>
                </c:pt>
                <c:pt idx="275">
                  <c:v>0.124513695063</c:v>
                </c:pt>
                <c:pt idx="276">
                  <c:v>0.121078619231</c:v>
                </c:pt>
                <c:pt idx="277">
                  <c:v>0.117703182823</c:v>
                </c:pt>
                <c:pt idx="278">
                  <c:v>0.114387827463</c:v>
                </c:pt>
                <c:pt idx="279">
                  <c:v>0.111132918752</c:v>
                </c:pt>
                <c:pt idx="280">
                  <c:v>0.107938748415</c:v>
                </c:pt>
                <c:pt idx="281">
                  <c:v>0.104805536508</c:v>
                </c:pt>
                <c:pt idx="282">
                  <c:v>0.101733433652</c:v>
                </c:pt>
                <c:pt idx="283">
                  <c:v>0.0987225233121</c:v>
                </c:pt>
                <c:pt idx="284">
                  <c:v>0.0957728240965</c:v>
                </c:pt>
                <c:pt idx="285">
                  <c:v>0.0928842920829</c:v>
                </c:pt>
                <c:pt idx="286">
                  <c:v>0.0900568231603</c:v>
                </c:pt>
                <c:pt idx="287">
                  <c:v>0.0872902553812</c:v>
                </c:pt>
                <c:pt idx="288">
                  <c:v>0.0845843713211</c:v>
                </c:pt>
                <c:pt idx="289">
                  <c:v>0.0819389004392</c:v>
                </c:pt>
                <c:pt idx="290">
                  <c:v>0.0793535214351</c:v>
                </c:pt>
                <c:pt idx="291">
                  <c:v>0.0768278645974</c:v>
                </c:pt>
                <c:pt idx="292">
                  <c:v>0.0743615141403</c:v>
                </c:pt>
                <c:pt idx="293">
                  <c:v>0.0719540105232</c:v>
                </c:pt>
                <c:pt idx="294">
                  <c:v>0.0696048527498</c:v>
                </c:pt>
                <c:pt idx="295">
                  <c:v>0.0673135006431</c:v>
                </c:pt>
                <c:pt idx="296">
                  <c:v>0.0650793770926</c:v>
                </c:pt>
                <c:pt idx="297">
                  <c:v>0.0629018702704</c:v>
                </c:pt>
                <c:pt idx="298">
                  <c:v>0.0607803358134</c:v>
                </c:pt>
                <c:pt idx="299">
                  <c:v>0.0587140989687</c:v>
                </c:pt>
                <c:pt idx="300">
                  <c:v>0.0567024566992</c:v>
                </c:pt>
                <c:pt idx="301">
                  <c:v>0.0547446797473</c:v>
                </c:pt>
                <c:pt idx="302">
                  <c:v>0.0528400146549</c:v>
                </c:pt>
                <c:pt idx="303">
                  <c:v>0.0509876857362</c:v>
                </c:pt>
                <c:pt idx="304">
                  <c:v>0.049186897004</c:v>
                </c:pt>
                <c:pt idx="305">
                  <c:v>0.0474368340449</c:v>
                </c:pt>
                <c:pt idx="306">
                  <c:v>0.0457366658444</c:v>
                </c:pt>
                <c:pt idx="307">
                  <c:v>0.0440855465594</c:v>
                </c:pt>
                <c:pt idx="308">
                  <c:v>0.042482617237</c:v>
                </c:pt>
                <c:pt idx="309">
                  <c:v>0.0409270074797</c:v>
                </c:pt>
                <c:pt idx="310">
                  <c:v>0.0394178370551</c:v>
                </c:pt>
                <c:pt idx="311">
                  <c:v>0.0379542174498</c:v>
                </c:pt>
                <c:pt idx="312">
                  <c:v>0.0365352533675</c:v>
                </c:pt>
                <c:pt idx="313">
                  <c:v>0.0351600441713</c:v>
                </c:pt>
                <c:pt idx="314">
                  <c:v>0.0338276852682</c:v>
                </c:pt>
                <c:pt idx="315">
                  <c:v>0.0325372694384</c:v>
                </c:pt>
                <c:pt idx="316">
                  <c:v>0.0312878881077</c:v>
                </c:pt>
                <c:pt idx="317">
                  <c:v>0.0300786325635</c:v>
                </c:pt>
                <c:pt idx="318">
                  <c:v>0.0289085951153</c:v>
                </c:pt>
                <c:pt idx="319">
                  <c:v>0.0277768702002</c:v>
                </c:pt>
                <c:pt idx="320">
                  <c:v>0.0266825554328</c:v>
                </c:pt>
                <c:pt idx="321">
                  <c:v>0.0256247526016</c:v>
                </c:pt>
                <c:pt idx="322">
                  <c:v>0.0246025686119</c:v>
                </c:pt>
                <c:pt idx="323">
                  <c:v>0.0236151163758</c:v>
                </c:pt>
                <c:pt idx="324">
                  <c:v>0.0226615156512</c:v>
                </c:pt>
                <c:pt idx="325">
                  <c:v>0.0217408938288</c:v>
                </c:pt>
                <c:pt idx="326">
                  <c:v>0.0208523866712</c:v>
                </c:pt>
                <c:pt idx="327">
                  <c:v>0.0199951390014</c:v>
                </c:pt>
                <c:pt idx="328">
                  <c:v>0.0191683053457</c:v>
                </c:pt>
                <c:pt idx="329">
                  <c:v>0.0183710505284</c:v>
                </c:pt>
                <c:pt idx="330">
                  <c:v>0.0176025502233</c:v>
                </c:pt>
                <c:pt idx="331">
                  <c:v>0.0168619914595</c:v>
                </c:pt>
                <c:pt idx="332">
                  <c:v>0.0161485730861</c:v>
                </c:pt>
                <c:pt idx="333">
                  <c:v>0.0154615061949</c:v>
                </c:pt>
                <c:pt idx="334">
                  <c:v>0.0148000145031</c:v>
                </c:pt>
                <c:pt idx="335">
                  <c:v>0.0141633346979</c:v>
                </c:pt>
                <c:pt idx="336">
                  <c:v>0.0135507167431</c:v>
                </c:pt>
                <c:pt idx="337">
                  <c:v>0.0129614241508</c:v>
                </c:pt>
                <c:pt idx="338">
                  <c:v>0.0123947342178</c:v>
                </c:pt>
                <c:pt idx="339">
                  <c:v>0.0118499382287</c:v>
                </c:pt>
                <c:pt idx="340">
                  <c:v>0.0113263416285</c:v>
                </c:pt>
                <c:pt idx="341">
                  <c:v>0.010823264163</c:v>
                </c:pt>
                <c:pt idx="342">
                  <c:v>0.0103400399916</c:v>
                </c:pt>
                <c:pt idx="343">
                  <c:v>0.00987601777154</c:v>
                </c:pt>
                <c:pt idx="344">
                  <c:v>0.00943056071608</c:v>
                </c:pt>
                <c:pt idx="345">
                  <c:v>0.00900304662738</c:v>
                </c:pt>
                <c:pt idx="346">
                  <c:v>0.00859286790574</c:v>
                </c:pt>
                <c:pt idx="347">
                  <c:v>0.0081994315362</c:v>
                </c:pt>
                <c:pt idx="348">
                  <c:v>0.0078221590539</c:v>
                </c:pt>
                <c:pt idx="349">
                  <c:v>0.00746048648928</c:v>
                </c:pt>
                <c:pt idx="350">
                  <c:v>0.00711386429447</c:v>
                </c:pt>
                <c:pt idx="351">
                  <c:v>0.00678175725194</c:v>
                </c:pt>
                <c:pt idx="352">
                  <c:v>0.00646364436661</c:v>
                </c:pt>
                <c:pt idx="353">
                  <c:v>0.0061590187424</c:v>
                </c:pt>
                <c:pt idx="354">
                  <c:v>0.0058673874445</c:v>
                </c:pt>
                <c:pt idx="355">
                  <c:v>0.00558827134825</c:v>
                </c:pt>
                <c:pt idx="356">
                  <c:v>0.00532120497565</c:v>
                </c:pt>
                <c:pt idx="357">
                  <c:v>0.00506573632066</c:v>
                </c:pt>
                <c:pt idx="358">
                  <c:v>0.00482142666392</c:v>
                </c:pt>
                <c:pt idx="359">
                  <c:v>0.00458785037815</c:v>
                </c:pt>
                <c:pt idx="360">
                  <c:v>0.0043645947249</c:v>
                </c:pt>
                <c:pt idx="361">
                  <c:v>0.0041512596435</c:v>
                </c:pt>
                <c:pt idx="362">
                  <c:v>0.00394745753319</c:v>
                </c:pt>
                <c:pt idx="363">
                  <c:v>0.00375281302897</c:v>
                </c:pt>
                <c:pt idx="364">
                  <c:v>0.00356696277218</c:v>
                </c:pt>
                <c:pt idx="365">
                  <c:v>0.00338955517631</c:v>
                </c:pt>
                <c:pt idx="366">
                  <c:v>0.0032202501888</c:v>
                </c:pt>
                <c:pt idx="367">
                  <c:v>0.00305871904957</c:v>
                </c:pt>
                <c:pt idx="368">
                  <c:v>0.00290464404674</c:v>
                </c:pt>
                <c:pt idx="369">
                  <c:v>0.00275771827021</c:v>
                </c:pt>
                <c:pt idx="370">
                  <c:v>0.0026176453637</c:v>
                </c:pt>
                <c:pt idx="371">
                  <c:v>0.0024841392757</c:v>
                </c:pt>
                <c:pt idx="372">
                  <c:v>0.00235692400981</c:v>
                </c:pt>
                <c:pt idx="373">
                  <c:v>0.00223573337504</c:v>
                </c:pt>
                <c:pt idx="374">
                  <c:v>0.00212031073646</c:v>
                </c:pt>
                <c:pt idx="375">
                  <c:v>0.00201040876649</c:v>
                </c:pt>
                <c:pt idx="376">
                  <c:v>0.00190578919747</c:v>
                </c:pt>
                <c:pt idx="377">
                  <c:v>0.00180622257566</c:v>
                </c:pt>
                <c:pt idx="378">
                  <c:v>0.00171148801704</c:v>
                </c:pt>
                <c:pt idx="379">
                  <c:v>0.00162137296527</c:v>
                </c:pt>
                <c:pt idx="380">
                  <c:v>0.00153567295214</c:v>
                </c:pt>
                <c:pt idx="381">
                  <c:v>0.00145419136061</c:v>
                </c:pt>
                <c:pt idx="382">
                  <c:v>0.00137673919086</c:v>
                </c:pt>
                <c:pt idx="383">
                  <c:v>0.00130313482942</c:v>
                </c:pt>
                <c:pt idx="384">
                  <c:v>0.00123320382173</c:v>
                </c:pt>
                <c:pt idx="385">
                  <c:v>0.00116677864819</c:v>
                </c:pt>
                <c:pt idx="386">
                  <c:v>0.00110369850393</c:v>
                </c:pt>
                <c:pt idx="387">
                  <c:v>0.00104380908236</c:v>
                </c:pt>
                <c:pt idx="388">
                  <c:v>0.000986962362829</c:v>
                </c:pt>
                <c:pt idx="389">
                  <c:v>0.000933016402202</c:v>
                </c:pt>
                <c:pt idx="390">
                  <c:v>0.00088183513075</c:v>
                </c:pt>
                <c:pt idx="391">
                  <c:v>0.00083328815224</c:v>
                </c:pt>
                <c:pt idx="392">
                  <c:v>0.000787250548379</c:v>
                </c:pt>
                <c:pt idx="393">
                  <c:v>0.000743602687643</c:v>
                </c:pt>
                <c:pt idx="394">
                  <c:v>0.000702230038544</c:v>
                </c:pt>
                <c:pt idx="395">
                  <c:v>0.000663022987361</c:v>
                </c:pt>
                <c:pt idx="396">
                  <c:v>0.000625876660364</c:v>
                </c:pt>
                <c:pt idx="397">
                  <c:v>0.000590690750529</c:v>
                </c:pt>
                <c:pt idx="398">
                  <c:v>0.000557369348767</c:v>
                </c:pt>
                <c:pt idx="399">
                  <c:v>0.000525820779637</c:v>
                </c:pt>
                <c:pt idx="400">
                  <c:v>0.000495957441544</c:v>
                </c:pt>
                <c:pt idx="401">
                  <c:v>0.000467695651392</c:v>
                </c:pt>
                <c:pt idx="402">
                  <c:v>0.000440955493666</c:v>
                </c:pt>
                <c:pt idx="403">
                  <c:v>0.000415660673898</c:v>
                </c:pt>
                <c:pt idx="404">
                  <c:v>0.000391738376487</c:v>
                </c:pt>
                <c:pt idx="405">
                  <c:v>0.000369119126809</c:v>
                </c:pt>
                <c:pt idx="406">
                  <c:v>0.000347736657587</c:v>
                </c:pt>
                <c:pt idx="407">
                  <c:v>0.000327527779431</c:v>
                </c:pt>
                <c:pt idx="408">
                  <c:v>0.000308432255514</c:v>
                </c:pt>
                <c:pt idx="409">
                  <c:v>0.00029039268031</c:v>
                </c:pt>
                <c:pt idx="410">
                  <c:v>0.000273354362309</c:v>
                </c:pt>
                <c:pt idx="411">
                  <c:v>0.000257265210668</c:v>
                </c:pt>
                <c:pt idx="412">
                  <c:v>0.000242075625691</c:v>
                </c:pt>
                <c:pt idx="413">
                  <c:v>0.000227738393081</c:v>
                </c:pt>
                <c:pt idx="414">
                  <c:v>0.000214208581883</c:v>
                </c:pt>
                <c:pt idx="415">
                  <c:v>0.000201443446027</c:v>
                </c:pt>
                <c:pt idx="416">
                  <c:v>0.000189402329399</c:v>
                </c:pt>
                <c:pt idx="417">
                  <c:v>0.000178046574359</c:v>
                </c:pt>
                <c:pt idx="418">
                  <c:v>0.000167339433608</c:v>
                </c:pt>
                <c:pt idx="419">
                  <c:v>0.000157245985335</c:v>
                </c:pt>
                <c:pt idx="420">
                  <c:v>0.000147733051553</c:v>
                </c:pt>
                <c:pt idx="421">
                  <c:v>0.00013876911954</c:v>
                </c:pt>
                <c:pt idx="422">
                  <c:v>0.000130324266291</c:v>
                </c:pt>
                <c:pt idx="423">
                  <c:v>0.000122370085919</c:v>
                </c:pt>
                <c:pt idx="424">
                  <c:v>0.000114879619896</c:v>
                </c:pt>
                <c:pt idx="425">
                  <c:v>0.000107827290064</c:v>
                </c:pt>
                <c:pt idx="426">
                  <c:v>0.00010118883433</c:v>
                </c:pt>
                <c:pt idx="427">
                  <c:v>9.49412449661E-05</c:v>
                </c:pt>
                <c:pt idx="428">
                  <c:v>8.90627094232E-05</c:v>
                </c:pt>
                <c:pt idx="429">
                  <c:v>8.35325535926E-05</c:v>
                </c:pt>
                <c:pt idx="430">
                  <c:v>7.83311874236E-05</c:v>
                </c:pt>
                <c:pt idx="431">
                  <c:v>7.34400528271E-05</c:v>
                </c:pt>
                <c:pt idx="432">
                  <c:v>6.88415737853E-05</c:v>
                </c:pt>
                <c:pt idx="433">
                  <c:v>6.45191085932E-05</c:v>
                </c:pt>
                <c:pt idx="434">
                  <c:v>6.0456904158E-05</c:v>
                </c:pt>
                <c:pt idx="435">
                  <c:v>5.6640052284E-05</c:v>
                </c:pt>
                <c:pt idx="436">
                  <c:v>5.30544478722E-05</c:v>
                </c:pt>
                <c:pt idx="437">
                  <c:v>4.9686748966E-05</c:v>
                </c:pt>
                <c:pt idx="438">
                  <c:v>4.65243385739E-05</c:v>
                </c:pt>
                <c:pt idx="439">
                  <c:v>4.35552882047E-05</c:v>
                </c:pt>
                <c:pt idx="440">
                  <c:v>4.07683230502E-05</c:v>
                </c:pt>
                <c:pt idx="441">
                  <c:v>3.81527887521E-05</c:v>
                </c:pt>
                <c:pt idx="442">
                  <c:v>3.5698619693E-05</c:v>
                </c:pt>
                <c:pt idx="443">
                  <c:v>3.33963087519E-05</c:v>
                </c:pt>
                <c:pt idx="444">
                  <c:v>3.1236878465E-05</c:v>
                </c:pt>
                <c:pt idx="445">
                  <c:v>2.9211853538E-05</c:v>
                </c:pt>
                <c:pt idx="446">
                  <c:v>2.7313234654E-05</c:v>
                </c:pt>
                <c:pt idx="447">
                  <c:v>2.55334735239E-05</c:v>
                </c:pt>
                <c:pt idx="448">
                  <c:v>2.38654491297E-05</c:v>
                </c:pt>
                <c:pt idx="449">
                  <c:v>2.23024451093E-05</c:v>
                </c:pt>
                <c:pt idx="450">
                  <c:v>2.08381282358E-05</c:v>
                </c:pt>
              </c:numCache>
            </c:numRef>
          </c:yVal>
          <c:smooth val="0"/>
        </c:ser>
        <c:ser>
          <c:idx val="1"/>
          <c:order val="1"/>
          <c:tx>
            <c:v>Normal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-4</c:v>
                </c:pt>
                <c:pt idx="1">
                  <c:v>-3.98</c:v>
                </c:pt>
                <c:pt idx="2">
                  <c:v>-3.96</c:v>
                </c:pt>
                <c:pt idx="3">
                  <c:v>-3.94</c:v>
                </c:pt>
                <c:pt idx="4">
                  <c:v>-3.92</c:v>
                </c:pt>
                <c:pt idx="5">
                  <c:v>-3.9</c:v>
                </c:pt>
                <c:pt idx="6">
                  <c:v>-3.88</c:v>
                </c:pt>
                <c:pt idx="7">
                  <c:v>-3.86</c:v>
                </c:pt>
                <c:pt idx="8">
                  <c:v>-3.84</c:v>
                </c:pt>
                <c:pt idx="9">
                  <c:v>-3.82</c:v>
                </c:pt>
                <c:pt idx="10">
                  <c:v>-3.8</c:v>
                </c:pt>
                <c:pt idx="11">
                  <c:v>-3.78</c:v>
                </c:pt>
                <c:pt idx="12">
                  <c:v>-3.76</c:v>
                </c:pt>
                <c:pt idx="13">
                  <c:v>-3.74</c:v>
                </c:pt>
                <c:pt idx="14">
                  <c:v>-3.72</c:v>
                </c:pt>
                <c:pt idx="15">
                  <c:v>-3.7</c:v>
                </c:pt>
                <c:pt idx="16">
                  <c:v>-3.68</c:v>
                </c:pt>
                <c:pt idx="17">
                  <c:v>-3.66</c:v>
                </c:pt>
                <c:pt idx="18">
                  <c:v>-3.64</c:v>
                </c:pt>
                <c:pt idx="19">
                  <c:v>-3.62</c:v>
                </c:pt>
                <c:pt idx="20">
                  <c:v>-3.6</c:v>
                </c:pt>
                <c:pt idx="21">
                  <c:v>-3.58</c:v>
                </c:pt>
                <c:pt idx="22">
                  <c:v>-3.56</c:v>
                </c:pt>
                <c:pt idx="23">
                  <c:v>-3.54</c:v>
                </c:pt>
                <c:pt idx="24">
                  <c:v>-3.52</c:v>
                </c:pt>
                <c:pt idx="25">
                  <c:v>-3.5</c:v>
                </c:pt>
                <c:pt idx="26">
                  <c:v>-3.48</c:v>
                </c:pt>
                <c:pt idx="27">
                  <c:v>-3.46</c:v>
                </c:pt>
                <c:pt idx="28">
                  <c:v>-3.44</c:v>
                </c:pt>
                <c:pt idx="29">
                  <c:v>-3.42</c:v>
                </c:pt>
                <c:pt idx="30">
                  <c:v>-3.4</c:v>
                </c:pt>
                <c:pt idx="31">
                  <c:v>-3.38</c:v>
                </c:pt>
                <c:pt idx="32">
                  <c:v>-3.36</c:v>
                </c:pt>
                <c:pt idx="33">
                  <c:v>-3.34</c:v>
                </c:pt>
                <c:pt idx="34">
                  <c:v>-3.32</c:v>
                </c:pt>
                <c:pt idx="35">
                  <c:v>-3.3</c:v>
                </c:pt>
                <c:pt idx="36">
                  <c:v>-3.28</c:v>
                </c:pt>
                <c:pt idx="37">
                  <c:v>-3.26</c:v>
                </c:pt>
                <c:pt idx="38">
                  <c:v>-3.24</c:v>
                </c:pt>
                <c:pt idx="39">
                  <c:v>-3.22</c:v>
                </c:pt>
                <c:pt idx="40">
                  <c:v>-3.2</c:v>
                </c:pt>
                <c:pt idx="41">
                  <c:v>-3.18</c:v>
                </c:pt>
                <c:pt idx="42">
                  <c:v>-3.16</c:v>
                </c:pt>
                <c:pt idx="43">
                  <c:v>-3.14</c:v>
                </c:pt>
                <c:pt idx="44">
                  <c:v>-3.12</c:v>
                </c:pt>
                <c:pt idx="45">
                  <c:v>-3.1</c:v>
                </c:pt>
                <c:pt idx="46">
                  <c:v>-3.08</c:v>
                </c:pt>
                <c:pt idx="47">
                  <c:v>-3.06</c:v>
                </c:pt>
                <c:pt idx="48">
                  <c:v>-3.04</c:v>
                </c:pt>
                <c:pt idx="49">
                  <c:v>-3.02</c:v>
                </c:pt>
                <c:pt idx="50">
                  <c:v>-3</c:v>
                </c:pt>
                <c:pt idx="51">
                  <c:v>-2.98</c:v>
                </c:pt>
                <c:pt idx="52">
                  <c:v>-2.96</c:v>
                </c:pt>
                <c:pt idx="53">
                  <c:v>-2.94</c:v>
                </c:pt>
                <c:pt idx="54">
                  <c:v>-2.92</c:v>
                </c:pt>
                <c:pt idx="55">
                  <c:v>-2.9</c:v>
                </c:pt>
                <c:pt idx="56">
                  <c:v>-2.88</c:v>
                </c:pt>
                <c:pt idx="57">
                  <c:v>-2.86</c:v>
                </c:pt>
                <c:pt idx="58">
                  <c:v>-2.84</c:v>
                </c:pt>
                <c:pt idx="59">
                  <c:v>-2.82</c:v>
                </c:pt>
                <c:pt idx="60">
                  <c:v>-2.8</c:v>
                </c:pt>
                <c:pt idx="61">
                  <c:v>-2.78</c:v>
                </c:pt>
                <c:pt idx="62">
                  <c:v>-2.76</c:v>
                </c:pt>
                <c:pt idx="63">
                  <c:v>-2.74</c:v>
                </c:pt>
                <c:pt idx="64">
                  <c:v>-2.72</c:v>
                </c:pt>
                <c:pt idx="65">
                  <c:v>-2.7</c:v>
                </c:pt>
                <c:pt idx="66">
                  <c:v>-2.68</c:v>
                </c:pt>
                <c:pt idx="67">
                  <c:v>-2.66</c:v>
                </c:pt>
                <c:pt idx="68">
                  <c:v>-2.64</c:v>
                </c:pt>
                <c:pt idx="69">
                  <c:v>-2.62</c:v>
                </c:pt>
                <c:pt idx="70">
                  <c:v>-2.6</c:v>
                </c:pt>
                <c:pt idx="71">
                  <c:v>-2.58</c:v>
                </c:pt>
                <c:pt idx="72">
                  <c:v>-2.56</c:v>
                </c:pt>
                <c:pt idx="73">
                  <c:v>-2.54</c:v>
                </c:pt>
                <c:pt idx="74">
                  <c:v>-2.52</c:v>
                </c:pt>
                <c:pt idx="75">
                  <c:v>-2.5</c:v>
                </c:pt>
                <c:pt idx="76">
                  <c:v>-2.48</c:v>
                </c:pt>
                <c:pt idx="77">
                  <c:v>-2.46</c:v>
                </c:pt>
                <c:pt idx="78">
                  <c:v>-2.44</c:v>
                </c:pt>
                <c:pt idx="79">
                  <c:v>-2.42</c:v>
                </c:pt>
                <c:pt idx="80">
                  <c:v>-2.4</c:v>
                </c:pt>
                <c:pt idx="81">
                  <c:v>-2.38</c:v>
                </c:pt>
                <c:pt idx="82">
                  <c:v>-2.36</c:v>
                </c:pt>
                <c:pt idx="83">
                  <c:v>-2.34</c:v>
                </c:pt>
                <c:pt idx="84">
                  <c:v>-2.32</c:v>
                </c:pt>
                <c:pt idx="85">
                  <c:v>-2.3</c:v>
                </c:pt>
                <c:pt idx="86">
                  <c:v>-2.28</c:v>
                </c:pt>
                <c:pt idx="87">
                  <c:v>-2.26</c:v>
                </c:pt>
                <c:pt idx="88">
                  <c:v>-2.24</c:v>
                </c:pt>
                <c:pt idx="89">
                  <c:v>-2.22</c:v>
                </c:pt>
                <c:pt idx="90">
                  <c:v>-2.2</c:v>
                </c:pt>
                <c:pt idx="91">
                  <c:v>-2.18</c:v>
                </c:pt>
                <c:pt idx="92">
                  <c:v>-2.16</c:v>
                </c:pt>
                <c:pt idx="93">
                  <c:v>-2.14</c:v>
                </c:pt>
                <c:pt idx="94">
                  <c:v>-2.12</c:v>
                </c:pt>
                <c:pt idx="95">
                  <c:v>-2.1</c:v>
                </c:pt>
                <c:pt idx="96">
                  <c:v>-2.08</c:v>
                </c:pt>
                <c:pt idx="97">
                  <c:v>-2.06</c:v>
                </c:pt>
                <c:pt idx="98">
                  <c:v>-2.04</c:v>
                </c:pt>
                <c:pt idx="99">
                  <c:v>-2.02</c:v>
                </c:pt>
                <c:pt idx="100">
                  <c:v>-2</c:v>
                </c:pt>
                <c:pt idx="101">
                  <c:v>-1.98</c:v>
                </c:pt>
                <c:pt idx="102">
                  <c:v>-1.96</c:v>
                </c:pt>
                <c:pt idx="103">
                  <c:v>-1.94</c:v>
                </c:pt>
                <c:pt idx="104">
                  <c:v>-1.92</c:v>
                </c:pt>
                <c:pt idx="105">
                  <c:v>-1.9</c:v>
                </c:pt>
                <c:pt idx="106">
                  <c:v>-1.88</c:v>
                </c:pt>
                <c:pt idx="107">
                  <c:v>-1.86</c:v>
                </c:pt>
                <c:pt idx="108">
                  <c:v>-1.84</c:v>
                </c:pt>
                <c:pt idx="109">
                  <c:v>-1.82</c:v>
                </c:pt>
                <c:pt idx="110">
                  <c:v>-1.8</c:v>
                </c:pt>
                <c:pt idx="111">
                  <c:v>-1.78</c:v>
                </c:pt>
                <c:pt idx="112">
                  <c:v>-1.76</c:v>
                </c:pt>
                <c:pt idx="113">
                  <c:v>-1.74</c:v>
                </c:pt>
                <c:pt idx="114">
                  <c:v>-1.72</c:v>
                </c:pt>
                <c:pt idx="115">
                  <c:v>-1.7</c:v>
                </c:pt>
                <c:pt idx="116">
                  <c:v>-1.68</c:v>
                </c:pt>
                <c:pt idx="117">
                  <c:v>-1.66</c:v>
                </c:pt>
                <c:pt idx="118">
                  <c:v>-1.64</c:v>
                </c:pt>
                <c:pt idx="119">
                  <c:v>-1.62</c:v>
                </c:pt>
                <c:pt idx="120">
                  <c:v>-1.6</c:v>
                </c:pt>
                <c:pt idx="121">
                  <c:v>-1.58</c:v>
                </c:pt>
                <c:pt idx="122">
                  <c:v>-1.56</c:v>
                </c:pt>
                <c:pt idx="123">
                  <c:v>-1.54</c:v>
                </c:pt>
                <c:pt idx="124">
                  <c:v>-1.52</c:v>
                </c:pt>
                <c:pt idx="125">
                  <c:v>-1.5</c:v>
                </c:pt>
                <c:pt idx="126">
                  <c:v>-1.48</c:v>
                </c:pt>
                <c:pt idx="127">
                  <c:v>-1.46</c:v>
                </c:pt>
                <c:pt idx="128">
                  <c:v>-1.44</c:v>
                </c:pt>
                <c:pt idx="129">
                  <c:v>-1.42</c:v>
                </c:pt>
                <c:pt idx="130">
                  <c:v>-1.4</c:v>
                </c:pt>
                <c:pt idx="131">
                  <c:v>-1.38</c:v>
                </c:pt>
                <c:pt idx="132">
                  <c:v>-1.36</c:v>
                </c:pt>
                <c:pt idx="133">
                  <c:v>-1.34</c:v>
                </c:pt>
                <c:pt idx="134">
                  <c:v>-1.32</c:v>
                </c:pt>
                <c:pt idx="135">
                  <c:v>-1.3</c:v>
                </c:pt>
                <c:pt idx="136">
                  <c:v>-1.28</c:v>
                </c:pt>
                <c:pt idx="137">
                  <c:v>-1.26</c:v>
                </c:pt>
                <c:pt idx="138">
                  <c:v>-1.24</c:v>
                </c:pt>
                <c:pt idx="139">
                  <c:v>-1.22</c:v>
                </c:pt>
                <c:pt idx="140">
                  <c:v>-1.2</c:v>
                </c:pt>
                <c:pt idx="141">
                  <c:v>-1.18</c:v>
                </c:pt>
                <c:pt idx="142">
                  <c:v>-1.16</c:v>
                </c:pt>
                <c:pt idx="143">
                  <c:v>-1.14</c:v>
                </c:pt>
                <c:pt idx="144">
                  <c:v>-1.12</c:v>
                </c:pt>
                <c:pt idx="145">
                  <c:v>-1.1</c:v>
                </c:pt>
                <c:pt idx="146">
                  <c:v>-1.08</c:v>
                </c:pt>
                <c:pt idx="147">
                  <c:v>-1.06</c:v>
                </c:pt>
                <c:pt idx="148">
                  <c:v>-1.04</c:v>
                </c:pt>
                <c:pt idx="149">
                  <c:v>-1.02</c:v>
                </c:pt>
                <c:pt idx="150">
                  <c:v>-1</c:v>
                </c:pt>
                <c:pt idx="151">
                  <c:v>-0.98</c:v>
                </c:pt>
                <c:pt idx="152">
                  <c:v>-0.96</c:v>
                </c:pt>
                <c:pt idx="153">
                  <c:v>-0.94</c:v>
                </c:pt>
                <c:pt idx="154">
                  <c:v>-0.92</c:v>
                </c:pt>
                <c:pt idx="155">
                  <c:v>-0.9</c:v>
                </c:pt>
                <c:pt idx="156">
                  <c:v>-0.88</c:v>
                </c:pt>
                <c:pt idx="157">
                  <c:v>-0.86</c:v>
                </c:pt>
                <c:pt idx="158">
                  <c:v>-0.84</c:v>
                </c:pt>
                <c:pt idx="159">
                  <c:v>-0.82</c:v>
                </c:pt>
                <c:pt idx="160">
                  <c:v>-0.8</c:v>
                </c:pt>
                <c:pt idx="161">
                  <c:v>-0.78</c:v>
                </c:pt>
                <c:pt idx="162">
                  <c:v>-0.76</c:v>
                </c:pt>
                <c:pt idx="163">
                  <c:v>-0.74</c:v>
                </c:pt>
                <c:pt idx="164">
                  <c:v>-0.72</c:v>
                </c:pt>
                <c:pt idx="165">
                  <c:v>-0.7</c:v>
                </c:pt>
                <c:pt idx="166">
                  <c:v>-0.68</c:v>
                </c:pt>
                <c:pt idx="167">
                  <c:v>-0.66</c:v>
                </c:pt>
                <c:pt idx="168">
                  <c:v>-0.64</c:v>
                </c:pt>
                <c:pt idx="169">
                  <c:v>-0.62</c:v>
                </c:pt>
                <c:pt idx="170">
                  <c:v>-0.6</c:v>
                </c:pt>
                <c:pt idx="171">
                  <c:v>-0.58</c:v>
                </c:pt>
                <c:pt idx="172">
                  <c:v>-0.56</c:v>
                </c:pt>
                <c:pt idx="173">
                  <c:v>-0.54</c:v>
                </c:pt>
                <c:pt idx="174">
                  <c:v>-0.52</c:v>
                </c:pt>
                <c:pt idx="175">
                  <c:v>-0.5</c:v>
                </c:pt>
                <c:pt idx="176">
                  <c:v>-0.48</c:v>
                </c:pt>
                <c:pt idx="177">
                  <c:v>-0.46</c:v>
                </c:pt>
                <c:pt idx="178">
                  <c:v>-0.44</c:v>
                </c:pt>
                <c:pt idx="179">
                  <c:v>-0.42</c:v>
                </c:pt>
                <c:pt idx="180">
                  <c:v>-0.4</c:v>
                </c:pt>
                <c:pt idx="181">
                  <c:v>-0.38</c:v>
                </c:pt>
                <c:pt idx="182">
                  <c:v>-0.36</c:v>
                </c:pt>
                <c:pt idx="183">
                  <c:v>-0.34</c:v>
                </c:pt>
                <c:pt idx="184">
                  <c:v>-0.32</c:v>
                </c:pt>
                <c:pt idx="185">
                  <c:v>-0.3</c:v>
                </c:pt>
                <c:pt idx="186">
                  <c:v>-0.28</c:v>
                </c:pt>
                <c:pt idx="187">
                  <c:v>-0.26</c:v>
                </c:pt>
                <c:pt idx="188">
                  <c:v>-0.24</c:v>
                </c:pt>
                <c:pt idx="189">
                  <c:v>-0.22</c:v>
                </c:pt>
                <c:pt idx="190">
                  <c:v>-0.2</c:v>
                </c:pt>
                <c:pt idx="191">
                  <c:v>-0.18</c:v>
                </c:pt>
                <c:pt idx="192">
                  <c:v>-0.16</c:v>
                </c:pt>
                <c:pt idx="193">
                  <c:v>-0.14</c:v>
                </c:pt>
                <c:pt idx="194">
                  <c:v>-0.12</c:v>
                </c:pt>
                <c:pt idx="195">
                  <c:v>-0.1</c:v>
                </c:pt>
                <c:pt idx="196">
                  <c:v>-0.08</c:v>
                </c:pt>
                <c:pt idx="197">
                  <c:v>-0.06</c:v>
                </c:pt>
                <c:pt idx="198">
                  <c:v>-0.04</c:v>
                </c:pt>
                <c:pt idx="199">
                  <c:v>-0.02</c:v>
                </c:pt>
                <c:pt idx="200">
                  <c:v>0</c:v>
                </c:pt>
                <c:pt idx="201">
                  <c:v>0.02</c:v>
                </c:pt>
                <c:pt idx="202">
                  <c:v>0.04</c:v>
                </c:pt>
                <c:pt idx="203">
                  <c:v>0.06</c:v>
                </c:pt>
                <c:pt idx="204">
                  <c:v>0.08</c:v>
                </c:pt>
                <c:pt idx="205">
                  <c:v>0.1</c:v>
                </c:pt>
                <c:pt idx="206">
                  <c:v>0.12</c:v>
                </c:pt>
                <c:pt idx="207">
                  <c:v>0.14</c:v>
                </c:pt>
                <c:pt idx="208">
                  <c:v>0.16</c:v>
                </c:pt>
                <c:pt idx="209">
                  <c:v>0.18</c:v>
                </c:pt>
                <c:pt idx="210">
                  <c:v>0.2</c:v>
                </c:pt>
                <c:pt idx="211">
                  <c:v>0.22</c:v>
                </c:pt>
                <c:pt idx="212">
                  <c:v>0.24</c:v>
                </c:pt>
                <c:pt idx="213">
                  <c:v>0.26</c:v>
                </c:pt>
                <c:pt idx="214">
                  <c:v>0.28</c:v>
                </c:pt>
                <c:pt idx="215">
                  <c:v>0.3</c:v>
                </c:pt>
                <c:pt idx="216">
                  <c:v>0.32</c:v>
                </c:pt>
                <c:pt idx="217">
                  <c:v>0.34</c:v>
                </c:pt>
                <c:pt idx="218">
                  <c:v>0.36</c:v>
                </c:pt>
                <c:pt idx="219">
                  <c:v>0.38</c:v>
                </c:pt>
                <c:pt idx="220">
                  <c:v>0.4</c:v>
                </c:pt>
                <c:pt idx="221">
                  <c:v>0.42</c:v>
                </c:pt>
                <c:pt idx="222">
                  <c:v>0.44</c:v>
                </c:pt>
                <c:pt idx="223">
                  <c:v>0.46</c:v>
                </c:pt>
                <c:pt idx="224">
                  <c:v>0.48</c:v>
                </c:pt>
                <c:pt idx="225">
                  <c:v>0.5</c:v>
                </c:pt>
                <c:pt idx="226">
                  <c:v>0.52</c:v>
                </c:pt>
                <c:pt idx="227">
                  <c:v>0.54</c:v>
                </c:pt>
                <c:pt idx="228">
                  <c:v>0.56</c:v>
                </c:pt>
                <c:pt idx="229">
                  <c:v>0.58</c:v>
                </c:pt>
                <c:pt idx="230">
                  <c:v>0.6</c:v>
                </c:pt>
                <c:pt idx="231">
                  <c:v>0.62</c:v>
                </c:pt>
                <c:pt idx="232">
                  <c:v>0.64</c:v>
                </c:pt>
                <c:pt idx="233">
                  <c:v>0.66</c:v>
                </c:pt>
                <c:pt idx="234">
                  <c:v>0.68</c:v>
                </c:pt>
                <c:pt idx="235">
                  <c:v>0.7</c:v>
                </c:pt>
                <c:pt idx="236">
                  <c:v>0.72</c:v>
                </c:pt>
                <c:pt idx="237">
                  <c:v>0.74</c:v>
                </c:pt>
                <c:pt idx="238">
                  <c:v>0.76</c:v>
                </c:pt>
                <c:pt idx="239">
                  <c:v>0.78</c:v>
                </c:pt>
                <c:pt idx="240">
                  <c:v>0.8</c:v>
                </c:pt>
                <c:pt idx="241">
                  <c:v>0.82</c:v>
                </c:pt>
                <c:pt idx="242">
                  <c:v>0.84</c:v>
                </c:pt>
                <c:pt idx="243">
                  <c:v>0.86</c:v>
                </c:pt>
                <c:pt idx="244">
                  <c:v>0.88</c:v>
                </c:pt>
                <c:pt idx="245">
                  <c:v>0.9</c:v>
                </c:pt>
                <c:pt idx="246">
                  <c:v>0.92</c:v>
                </c:pt>
                <c:pt idx="247">
                  <c:v>0.94</c:v>
                </c:pt>
                <c:pt idx="248">
                  <c:v>0.96</c:v>
                </c:pt>
                <c:pt idx="249">
                  <c:v>0.98</c:v>
                </c:pt>
                <c:pt idx="250">
                  <c:v>1</c:v>
                </c:pt>
                <c:pt idx="251">
                  <c:v>1.02</c:v>
                </c:pt>
                <c:pt idx="252">
                  <c:v>1.04</c:v>
                </c:pt>
                <c:pt idx="253">
                  <c:v>1.06</c:v>
                </c:pt>
                <c:pt idx="254">
                  <c:v>1.08</c:v>
                </c:pt>
                <c:pt idx="255">
                  <c:v>1.1</c:v>
                </c:pt>
                <c:pt idx="256">
                  <c:v>1.12</c:v>
                </c:pt>
                <c:pt idx="257">
                  <c:v>1.14</c:v>
                </c:pt>
                <c:pt idx="258">
                  <c:v>1.16</c:v>
                </c:pt>
                <c:pt idx="259">
                  <c:v>1.18</c:v>
                </c:pt>
                <c:pt idx="260">
                  <c:v>1.2</c:v>
                </c:pt>
                <c:pt idx="261">
                  <c:v>1.22</c:v>
                </c:pt>
                <c:pt idx="262">
                  <c:v>1.24</c:v>
                </c:pt>
                <c:pt idx="263">
                  <c:v>1.26</c:v>
                </c:pt>
                <c:pt idx="264">
                  <c:v>1.28</c:v>
                </c:pt>
                <c:pt idx="265">
                  <c:v>1.3</c:v>
                </c:pt>
                <c:pt idx="266">
                  <c:v>1.32</c:v>
                </c:pt>
                <c:pt idx="267">
                  <c:v>1.34</c:v>
                </c:pt>
                <c:pt idx="268">
                  <c:v>1.36</c:v>
                </c:pt>
                <c:pt idx="269">
                  <c:v>1.38</c:v>
                </c:pt>
                <c:pt idx="270">
                  <c:v>1.4</c:v>
                </c:pt>
                <c:pt idx="271">
                  <c:v>1.42</c:v>
                </c:pt>
                <c:pt idx="272">
                  <c:v>1.44</c:v>
                </c:pt>
                <c:pt idx="273">
                  <c:v>1.46</c:v>
                </c:pt>
                <c:pt idx="274">
                  <c:v>1.48</c:v>
                </c:pt>
                <c:pt idx="275">
                  <c:v>1.5</c:v>
                </c:pt>
                <c:pt idx="276">
                  <c:v>1.52</c:v>
                </c:pt>
                <c:pt idx="277">
                  <c:v>1.54</c:v>
                </c:pt>
                <c:pt idx="278">
                  <c:v>1.56</c:v>
                </c:pt>
                <c:pt idx="279">
                  <c:v>1.58</c:v>
                </c:pt>
                <c:pt idx="280">
                  <c:v>1.6</c:v>
                </c:pt>
                <c:pt idx="281">
                  <c:v>1.62</c:v>
                </c:pt>
                <c:pt idx="282">
                  <c:v>1.64</c:v>
                </c:pt>
                <c:pt idx="283">
                  <c:v>1.66</c:v>
                </c:pt>
                <c:pt idx="284">
                  <c:v>1.68</c:v>
                </c:pt>
                <c:pt idx="285">
                  <c:v>1.7</c:v>
                </c:pt>
                <c:pt idx="286">
                  <c:v>1.72</c:v>
                </c:pt>
                <c:pt idx="287">
                  <c:v>1.74</c:v>
                </c:pt>
                <c:pt idx="288">
                  <c:v>1.76</c:v>
                </c:pt>
                <c:pt idx="289">
                  <c:v>1.78</c:v>
                </c:pt>
                <c:pt idx="290">
                  <c:v>1.8</c:v>
                </c:pt>
                <c:pt idx="291">
                  <c:v>1.82</c:v>
                </c:pt>
                <c:pt idx="292">
                  <c:v>1.84</c:v>
                </c:pt>
                <c:pt idx="293">
                  <c:v>1.86</c:v>
                </c:pt>
                <c:pt idx="294">
                  <c:v>1.88</c:v>
                </c:pt>
                <c:pt idx="295">
                  <c:v>1.9</c:v>
                </c:pt>
                <c:pt idx="296">
                  <c:v>1.92</c:v>
                </c:pt>
                <c:pt idx="297">
                  <c:v>1.94</c:v>
                </c:pt>
                <c:pt idx="298">
                  <c:v>1.96</c:v>
                </c:pt>
                <c:pt idx="299">
                  <c:v>1.98</c:v>
                </c:pt>
                <c:pt idx="300">
                  <c:v>2</c:v>
                </c:pt>
                <c:pt idx="301">
                  <c:v>2.02</c:v>
                </c:pt>
                <c:pt idx="302">
                  <c:v>2.04</c:v>
                </c:pt>
                <c:pt idx="303">
                  <c:v>2.06</c:v>
                </c:pt>
                <c:pt idx="304">
                  <c:v>2.08</c:v>
                </c:pt>
                <c:pt idx="305">
                  <c:v>2.1</c:v>
                </c:pt>
                <c:pt idx="306">
                  <c:v>2.12</c:v>
                </c:pt>
                <c:pt idx="307">
                  <c:v>2.14</c:v>
                </c:pt>
                <c:pt idx="308">
                  <c:v>2.16</c:v>
                </c:pt>
                <c:pt idx="309">
                  <c:v>2.18</c:v>
                </c:pt>
                <c:pt idx="310">
                  <c:v>2.2</c:v>
                </c:pt>
                <c:pt idx="311">
                  <c:v>2.22</c:v>
                </c:pt>
                <c:pt idx="312">
                  <c:v>2.24</c:v>
                </c:pt>
                <c:pt idx="313">
                  <c:v>2.26</c:v>
                </c:pt>
                <c:pt idx="314">
                  <c:v>2.28</c:v>
                </c:pt>
                <c:pt idx="315">
                  <c:v>2.3</c:v>
                </c:pt>
                <c:pt idx="316">
                  <c:v>2.32</c:v>
                </c:pt>
                <c:pt idx="317">
                  <c:v>2.34</c:v>
                </c:pt>
                <c:pt idx="318">
                  <c:v>2.36</c:v>
                </c:pt>
                <c:pt idx="319">
                  <c:v>2.38</c:v>
                </c:pt>
                <c:pt idx="320">
                  <c:v>2.4</c:v>
                </c:pt>
                <c:pt idx="321">
                  <c:v>2.42</c:v>
                </c:pt>
                <c:pt idx="322">
                  <c:v>2.44</c:v>
                </c:pt>
                <c:pt idx="323">
                  <c:v>2.46</c:v>
                </c:pt>
                <c:pt idx="324">
                  <c:v>2.48</c:v>
                </c:pt>
                <c:pt idx="325">
                  <c:v>2.5</c:v>
                </c:pt>
                <c:pt idx="326">
                  <c:v>2.52</c:v>
                </c:pt>
                <c:pt idx="327">
                  <c:v>2.54</c:v>
                </c:pt>
                <c:pt idx="328">
                  <c:v>2.56</c:v>
                </c:pt>
                <c:pt idx="329">
                  <c:v>2.58</c:v>
                </c:pt>
                <c:pt idx="330">
                  <c:v>2.6</c:v>
                </c:pt>
                <c:pt idx="331">
                  <c:v>2.62</c:v>
                </c:pt>
                <c:pt idx="332">
                  <c:v>2.64</c:v>
                </c:pt>
                <c:pt idx="333">
                  <c:v>2.66</c:v>
                </c:pt>
                <c:pt idx="334">
                  <c:v>2.68</c:v>
                </c:pt>
                <c:pt idx="335">
                  <c:v>2.7</c:v>
                </c:pt>
                <c:pt idx="336">
                  <c:v>2.72</c:v>
                </c:pt>
                <c:pt idx="337">
                  <c:v>2.74</c:v>
                </c:pt>
                <c:pt idx="338">
                  <c:v>2.76</c:v>
                </c:pt>
                <c:pt idx="339">
                  <c:v>2.78</c:v>
                </c:pt>
                <c:pt idx="340">
                  <c:v>2.8</c:v>
                </c:pt>
                <c:pt idx="341">
                  <c:v>2.82</c:v>
                </c:pt>
                <c:pt idx="342">
                  <c:v>2.84</c:v>
                </c:pt>
                <c:pt idx="343">
                  <c:v>2.86</c:v>
                </c:pt>
                <c:pt idx="344">
                  <c:v>2.88</c:v>
                </c:pt>
                <c:pt idx="345">
                  <c:v>2.9</c:v>
                </c:pt>
                <c:pt idx="346">
                  <c:v>2.92</c:v>
                </c:pt>
                <c:pt idx="347">
                  <c:v>2.94</c:v>
                </c:pt>
                <c:pt idx="348">
                  <c:v>2.96</c:v>
                </c:pt>
                <c:pt idx="349">
                  <c:v>2.98</c:v>
                </c:pt>
                <c:pt idx="350">
                  <c:v>3</c:v>
                </c:pt>
                <c:pt idx="351">
                  <c:v>3.02</c:v>
                </c:pt>
                <c:pt idx="352">
                  <c:v>3.04</c:v>
                </c:pt>
                <c:pt idx="353">
                  <c:v>3.06</c:v>
                </c:pt>
                <c:pt idx="354">
                  <c:v>3.08</c:v>
                </c:pt>
                <c:pt idx="355">
                  <c:v>3.1</c:v>
                </c:pt>
                <c:pt idx="356">
                  <c:v>3.12</c:v>
                </c:pt>
                <c:pt idx="357">
                  <c:v>3.14</c:v>
                </c:pt>
                <c:pt idx="358">
                  <c:v>3.16</c:v>
                </c:pt>
                <c:pt idx="359">
                  <c:v>3.18</c:v>
                </c:pt>
                <c:pt idx="360">
                  <c:v>3.2</c:v>
                </c:pt>
                <c:pt idx="361">
                  <c:v>3.22</c:v>
                </c:pt>
                <c:pt idx="362">
                  <c:v>3.24</c:v>
                </c:pt>
                <c:pt idx="363">
                  <c:v>3.26</c:v>
                </c:pt>
                <c:pt idx="364">
                  <c:v>3.28</c:v>
                </c:pt>
                <c:pt idx="365">
                  <c:v>3.3</c:v>
                </c:pt>
                <c:pt idx="366">
                  <c:v>3.32</c:v>
                </c:pt>
                <c:pt idx="367">
                  <c:v>3.34</c:v>
                </c:pt>
                <c:pt idx="368">
                  <c:v>3.36</c:v>
                </c:pt>
                <c:pt idx="369">
                  <c:v>3.38</c:v>
                </c:pt>
                <c:pt idx="370">
                  <c:v>3.4</c:v>
                </c:pt>
                <c:pt idx="371">
                  <c:v>3.42</c:v>
                </c:pt>
                <c:pt idx="372">
                  <c:v>3.44</c:v>
                </c:pt>
                <c:pt idx="373">
                  <c:v>3.46</c:v>
                </c:pt>
                <c:pt idx="374">
                  <c:v>3.48</c:v>
                </c:pt>
                <c:pt idx="375">
                  <c:v>3.5</c:v>
                </c:pt>
                <c:pt idx="376">
                  <c:v>3.52</c:v>
                </c:pt>
                <c:pt idx="377">
                  <c:v>3.54</c:v>
                </c:pt>
                <c:pt idx="378">
                  <c:v>3.56</c:v>
                </c:pt>
                <c:pt idx="379">
                  <c:v>3.58</c:v>
                </c:pt>
                <c:pt idx="380">
                  <c:v>3.6</c:v>
                </c:pt>
                <c:pt idx="381">
                  <c:v>3.62</c:v>
                </c:pt>
                <c:pt idx="382">
                  <c:v>3.64</c:v>
                </c:pt>
                <c:pt idx="383">
                  <c:v>3.66</c:v>
                </c:pt>
                <c:pt idx="384">
                  <c:v>3.68</c:v>
                </c:pt>
                <c:pt idx="385">
                  <c:v>3.7</c:v>
                </c:pt>
                <c:pt idx="386">
                  <c:v>3.72</c:v>
                </c:pt>
                <c:pt idx="387">
                  <c:v>3.74</c:v>
                </c:pt>
                <c:pt idx="388">
                  <c:v>3.76</c:v>
                </c:pt>
                <c:pt idx="389">
                  <c:v>3.78</c:v>
                </c:pt>
                <c:pt idx="390">
                  <c:v>3.8</c:v>
                </c:pt>
                <c:pt idx="391">
                  <c:v>3.82</c:v>
                </c:pt>
                <c:pt idx="392">
                  <c:v>3.84</c:v>
                </c:pt>
                <c:pt idx="393">
                  <c:v>3.86</c:v>
                </c:pt>
                <c:pt idx="394">
                  <c:v>3.88</c:v>
                </c:pt>
                <c:pt idx="395">
                  <c:v>3.9</c:v>
                </c:pt>
                <c:pt idx="396">
                  <c:v>3.92</c:v>
                </c:pt>
                <c:pt idx="397">
                  <c:v>3.94</c:v>
                </c:pt>
                <c:pt idx="398">
                  <c:v>3.96</c:v>
                </c:pt>
                <c:pt idx="399">
                  <c:v>3.98</c:v>
                </c:pt>
                <c:pt idx="400">
                  <c:v>4</c:v>
                </c:pt>
                <c:pt idx="401">
                  <c:v>4.02</c:v>
                </c:pt>
                <c:pt idx="402">
                  <c:v>4.04</c:v>
                </c:pt>
                <c:pt idx="403">
                  <c:v>4.06</c:v>
                </c:pt>
                <c:pt idx="404">
                  <c:v>4.08</c:v>
                </c:pt>
                <c:pt idx="405">
                  <c:v>4.1</c:v>
                </c:pt>
                <c:pt idx="406">
                  <c:v>4.12</c:v>
                </c:pt>
                <c:pt idx="407">
                  <c:v>4.14</c:v>
                </c:pt>
                <c:pt idx="408">
                  <c:v>4.16</c:v>
                </c:pt>
                <c:pt idx="409">
                  <c:v>4.18</c:v>
                </c:pt>
                <c:pt idx="410">
                  <c:v>4.2</c:v>
                </c:pt>
                <c:pt idx="411">
                  <c:v>4.22</c:v>
                </c:pt>
                <c:pt idx="412">
                  <c:v>4.24</c:v>
                </c:pt>
                <c:pt idx="413">
                  <c:v>4.26</c:v>
                </c:pt>
                <c:pt idx="414">
                  <c:v>4.28</c:v>
                </c:pt>
                <c:pt idx="415">
                  <c:v>4.3</c:v>
                </c:pt>
                <c:pt idx="416">
                  <c:v>4.32</c:v>
                </c:pt>
                <c:pt idx="417">
                  <c:v>4.34</c:v>
                </c:pt>
                <c:pt idx="418">
                  <c:v>4.36</c:v>
                </c:pt>
                <c:pt idx="419">
                  <c:v>4.38</c:v>
                </c:pt>
                <c:pt idx="420">
                  <c:v>4.4</c:v>
                </c:pt>
                <c:pt idx="421">
                  <c:v>4.42</c:v>
                </c:pt>
                <c:pt idx="422">
                  <c:v>4.44</c:v>
                </c:pt>
                <c:pt idx="423">
                  <c:v>4.46</c:v>
                </c:pt>
                <c:pt idx="424">
                  <c:v>4.48</c:v>
                </c:pt>
                <c:pt idx="425">
                  <c:v>4.5</c:v>
                </c:pt>
                <c:pt idx="426">
                  <c:v>4.52</c:v>
                </c:pt>
                <c:pt idx="427">
                  <c:v>4.54</c:v>
                </c:pt>
                <c:pt idx="428">
                  <c:v>4.56</c:v>
                </c:pt>
                <c:pt idx="429">
                  <c:v>4.58</c:v>
                </c:pt>
                <c:pt idx="430">
                  <c:v>4.6</c:v>
                </c:pt>
                <c:pt idx="431">
                  <c:v>4.62</c:v>
                </c:pt>
                <c:pt idx="432">
                  <c:v>4.64</c:v>
                </c:pt>
                <c:pt idx="433">
                  <c:v>4.66</c:v>
                </c:pt>
                <c:pt idx="434">
                  <c:v>4.68</c:v>
                </c:pt>
                <c:pt idx="435">
                  <c:v>4.7</c:v>
                </c:pt>
                <c:pt idx="436">
                  <c:v>4.72</c:v>
                </c:pt>
                <c:pt idx="437">
                  <c:v>4.74</c:v>
                </c:pt>
                <c:pt idx="438">
                  <c:v>4.76</c:v>
                </c:pt>
                <c:pt idx="439">
                  <c:v>4.78</c:v>
                </c:pt>
                <c:pt idx="440">
                  <c:v>4.8</c:v>
                </c:pt>
                <c:pt idx="441">
                  <c:v>4.82</c:v>
                </c:pt>
                <c:pt idx="442">
                  <c:v>4.84</c:v>
                </c:pt>
                <c:pt idx="443">
                  <c:v>4.86</c:v>
                </c:pt>
                <c:pt idx="444">
                  <c:v>4.88</c:v>
                </c:pt>
                <c:pt idx="445">
                  <c:v>4.9</c:v>
                </c:pt>
                <c:pt idx="446">
                  <c:v>4.92</c:v>
                </c:pt>
                <c:pt idx="447">
                  <c:v>4.94</c:v>
                </c:pt>
                <c:pt idx="448">
                  <c:v>4.96</c:v>
                </c:pt>
                <c:pt idx="449">
                  <c:v>4.98</c:v>
                </c:pt>
                <c:pt idx="450">
                  <c:v>5</c:v>
                </c:pt>
              </c:numCache>
            </c:numRef>
          </c:xVal>
          <c:yVal>
            <c:numRef>
              <c:f>'Chart Data'!$D$2:$D$452</c:f>
              <c:numCache>
                <c:formatCode>0.0</c:formatCode>
                <c:ptCount val="451"/>
                <c:pt idx="0">
                  <c:v>0.000133830225765</c:v>
                </c:pt>
                <c:pt idx="1">
                  <c:v>0.000144947560424</c:v>
                </c:pt>
                <c:pt idx="2">
                  <c:v>0.000156925634066</c:v>
                </c:pt>
                <c:pt idx="3">
                  <c:v>0.000169825599429</c:v>
                </c:pt>
                <c:pt idx="4">
                  <c:v>0.000183712498002</c:v>
                </c:pt>
                <c:pt idx="5">
                  <c:v>0.000198655471393</c:v>
                </c:pt>
                <c:pt idx="6">
                  <c:v>0.0002147279815</c:v>
                </c:pt>
                <c:pt idx="7">
                  <c:v>0.000232008039657</c:v>
                </c:pt>
                <c:pt idx="8">
                  <c:v>0.000250578444891</c:v>
                </c:pt>
                <c:pt idx="9">
                  <c:v>0.000270527031462</c:v>
                </c:pt>
                <c:pt idx="10">
                  <c:v>0.000291946925791</c:v>
                </c:pt>
                <c:pt idx="11">
                  <c:v>0.000314936812908</c:v>
                </c:pt>
                <c:pt idx="12">
                  <c:v>0.000339601212484</c:v>
                </c:pt>
                <c:pt idx="13">
                  <c:v>0.000366050764557</c:v>
                </c:pt>
                <c:pt idx="14">
                  <c:v>0.000394402524969</c:v>
                </c:pt>
                <c:pt idx="15">
                  <c:v>0.000424780270551</c:v>
                </c:pt>
                <c:pt idx="16">
                  <c:v>0.00045731481406</c:v>
                </c:pt>
                <c:pt idx="17">
                  <c:v>0.000492144328833</c:v>
                </c:pt>
                <c:pt idx="18">
                  <c:v>0.000529414683095</c:v>
                </c:pt>
                <c:pt idx="19">
                  <c:v>0.000569279783834</c:v>
                </c:pt>
                <c:pt idx="20">
                  <c:v>0.000611901930114</c:v>
                </c:pt>
                <c:pt idx="21">
                  <c:v>0.000657452175655</c:v>
                </c:pt>
                <c:pt idx="22">
                  <c:v>0.000706110700488</c:v>
                </c:pt>
                <c:pt idx="23">
                  <c:v>0.000758067191429</c:v>
                </c:pt>
                <c:pt idx="24">
                  <c:v>0.000813521231082</c:v>
                </c:pt>
                <c:pt idx="25">
                  <c:v>0.000872682695046</c:v>
                </c:pt>
                <c:pt idx="26">
                  <c:v>0.000935772156927</c:v>
                </c:pt>
                <c:pt idx="27">
                  <c:v>0.00100302130073</c:v>
                </c:pt>
                <c:pt idx="28">
                  <c:v>0.00107467334015</c:v>
                </c:pt>
                <c:pt idx="29">
                  <c:v>0.00115098344418</c:v>
                </c:pt>
                <c:pt idx="30">
                  <c:v>0.00123221916847</c:v>
                </c:pt>
                <c:pt idx="31">
                  <c:v>0.00131866089182</c:v>
                </c:pt>
                <c:pt idx="32">
                  <c:v>0.00141060225694</c:v>
                </c:pt>
                <c:pt idx="33">
                  <c:v>0.00150835061485</c:v>
                </c:pt>
                <c:pt idx="34">
                  <c:v>0.00161222747198</c:v>
                </c:pt>
                <c:pt idx="35">
                  <c:v>0.00172256893905</c:v>
                </c:pt>
                <c:pt idx="36">
                  <c:v>0.00183972618082</c:v>
                </c:pt>
                <c:pt idx="37">
                  <c:v>0.0019640658655</c:v>
                </c:pt>
                <c:pt idx="38">
                  <c:v>0.00209597061286</c:v>
                </c:pt>
                <c:pt idx="39">
                  <c:v>0.00223583943969</c:v>
                </c:pt>
                <c:pt idx="40">
                  <c:v>0.00238408820146</c:v>
                </c:pt>
                <c:pt idx="41">
                  <c:v>0.00254115002873</c:v>
                </c:pt>
                <c:pt idx="42">
                  <c:v>0.00270747575684</c:v>
                </c:pt>
                <c:pt idx="43">
                  <c:v>0.0028835343476</c:v>
                </c:pt>
                <c:pt idx="44">
                  <c:v>0.0030698133011</c:v>
                </c:pt>
                <c:pt idx="45">
                  <c:v>0.0032668190562</c:v>
                </c:pt>
                <c:pt idx="46">
                  <c:v>0.00347507737785</c:v>
                </c:pt>
                <c:pt idx="47">
                  <c:v>0.00369513372956</c:v>
                </c:pt>
                <c:pt idx="48">
                  <c:v>0.00392755362892</c:v>
                </c:pt>
                <c:pt idx="49">
                  <c:v>0.00417292298452</c:v>
                </c:pt>
                <c:pt idx="50">
                  <c:v>0.00443184841194</c:v>
                </c:pt>
                <c:pt idx="51">
                  <c:v>0.00470495752693</c:v>
                </c:pt>
                <c:pt idx="52">
                  <c:v>0.00499289921361</c:v>
                </c:pt>
                <c:pt idx="53">
                  <c:v>0.00529634386531</c:v>
                </c:pt>
                <c:pt idx="54">
                  <c:v>0.00561598359599</c:v>
                </c:pt>
                <c:pt idx="55">
                  <c:v>0.00595253241978</c:v>
                </c:pt>
                <c:pt idx="56">
                  <c:v>0.00630672639627</c:v>
                </c:pt>
                <c:pt idx="57">
                  <c:v>0.0066793237392</c:v>
                </c:pt>
                <c:pt idx="58">
                  <c:v>0.00707110488602</c:v>
                </c:pt>
                <c:pt idx="59">
                  <c:v>0.00748287252578</c:v>
                </c:pt>
                <c:pt idx="60">
                  <c:v>0.00791545158298</c:v>
                </c:pt>
                <c:pt idx="61">
                  <c:v>0.00836968915465</c:v>
                </c:pt>
                <c:pt idx="62">
                  <c:v>0.00884645439824</c:v>
                </c:pt>
                <c:pt idx="63">
                  <c:v>0.00934663836761</c:v>
                </c:pt>
                <c:pt idx="64">
                  <c:v>0.00987115379475</c:v>
                </c:pt>
                <c:pt idx="65">
                  <c:v>0.0104209348144</c:v>
                </c:pt>
                <c:pt idx="66">
                  <c:v>0.0109969366294</c:v>
                </c:pt>
                <c:pt idx="67">
                  <c:v>0.0116001351137</c:v>
                </c:pt>
                <c:pt idx="68">
                  <c:v>0.0122315263513</c:v>
                </c:pt>
                <c:pt idx="69">
                  <c:v>0.0128921261079</c:v>
                </c:pt>
                <c:pt idx="70">
                  <c:v>0.0135829692337</c:v>
                </c:pt>
                <c:pt idx="71">
                  <c:v>0.0143051089941</c:v>
                </c:pt>
                <c:pt idx="72">
                  <c:v>0.0150596163274</c:v>
                </c:pt>
                <c:pt idx="73">
                  <c:v>0.0158475790254</c:v>
                </c:pt>
                <c:pt idx="74">
                  <c:v>0.0166701008374</c:v>
                </c:pt>
                <c:pt idx="75">
                  <c:v>0.0175283004936</c:v>
                </c:pt>
                <c:pt idx="76">
                  <c:v>0.0184233106469</c:v>
                </c:pt>
                <c:pt idx="77">
                  <c:v>0.0193562767317</c:v>
                </c:pt>
                <c:pt idx="78">
                  <c:v>0.0203283557382</c:v>
                </c:pt>
                <c:pt idx="79">
                  <c:v>0.0213407148999</c:v>
                </c:pt>
                <c:pt idx="80">
                  <c:v>0.0223945302948</c:v>
                </c:pt>
                <c:pt idx="81">
                  <c:v>0.0234909853582</c:v>
                </c:pt>
                <c:pt idx="82">
                  <c:v>0.0246312693064</c:v>
                </c:pt>
                <c:pt idx="83">
                  <c:v>0.0258165754716</c:v>
                </c:pt>
                <c:pt idx="84">
                  <c:v>0.0270480995469</c:v>
                </c:pt>
                <c:pt idx="85">
                  <c:v>0.0283270377416</c:v>
                </c:pt>
                <c:pt idx="86">
                  <c:v>0.0296545848473</c:v>
                </c:pt>
                <c:pt idx="87">
                  <c:v>0.031031932215</c:v>
                </c:pt>
                <c:pt idx="88">
                  <c:v>0.0324602656437</c:v>
                </c:pt>
                <c:pt idx="89">
                  <c:v>0.0339407631824</c:v>
                </c:pt>
                <c:pt idx="90">
                  <c:v>0.0354745928462</c:v>
                </c:pt>
                <c:pt idx="91">
                  <c:v>0.0370629102478</c:v>
                </c:pt>
                <c:pt idx="92">
                  <c:v>0.0387068561475</c:v>
                </c:pt>
                <c:pt idx="93">
                  <c:v>0.0404075539229</c:v>
                </c:pt>
                <c:pt idx="94">
                  <c:v>0.0421661069618</c:v>
                </c:pt>
                <c:pt idx="95">
                  <c:v>0.0439835959804</c:v>
                </c:pt>
                <c:pt idx="96">
                  <c:v>0.0458610762711</c:v>
                </c:pt>
                <c:pt idx="97">
                  <c:v>0.0477995748821</c:v>
                </c:pt>
                <c:pt idx="98">
                  <c:v>0.0498000877351</c:v>
                </c:pt>
                <c:pt idx="99">
                  <c:v>0.0518635766828</c:v>
                </c:pt>
                <c:pt idx="100">
                  <c:v>0.0539909665132</c:v>
                </c:pt>
                <c:pt idx="101">
                  <c:v>0.0561831419039</c:v>
                </c:pt>
                <c:pt idx="102">
                  <c:v>0.0584409443335</c:v>
                </c:pt>
                <c:pt idx="103">
                  <c:v>0.0607651689546</c:v>
                </c:pt>
                <c:pt idx="104">
                  <c:v>0.0631565614352</c:v>
                </c:pt>
                <c:pt idx="105">
                  <c:v>0.0656158147747</c:v>
                </c:pt>
                <c:pt idx="106">
                  <c:v>0.068143566101</c:v>
                </c:pt>
                <c:pt idx="107">
                  <c:v>0.070740393457</c:v>
                </c:pt>
                <c:pt idx="108">
                  <c:v>0.0734068125817</c:v>
                </c:pt>
                <c:pt idx="109">
                  <c:v>0.0761432736962</c:v>
                </c:pt>
                <c:pt idx="110">
                  <c:v>0.0789501583009</c:v>
                </c:pt>
                <c:pt idx="111">
                  <c:v>0.0818277759921</c:v>
                </c:pt>
                <c:pt idx="112">
                  <c:v>0.084776361308</c:v>
                </c:pt>
                <c:pt idx="113">
                  <c:v>0.0877960706109</c:v>
                </c:pt>
                <c:pt idx="114">
                  <c:v>0.0908869790163</c:v>
                </c:pt>
                <c:pt idx="115">
                  <c:v>0.0940490773769</c:v>
                </c:pt>
                <c:pt idx="116">
                  <c:v>0.0972822693315</c:v>
                </c:pt>
                <c:pt idx="117">
                  <c:v>0.100586368428</c:v>
                </c:pt>
                <c:pt idx="118">
                  <c:v>0.103961095329</c:v>
                </c:pt>
                <c:pt idx="119">
                  <c:v>0.107406075113</c:v>
                </c:pt>
                <c:pt idx="120">
                  <c:v>0.110920834679</c:v>
                </c:pt>
                <c:pt idx="121">
                  <c:v>0.114504800259</c:v>
                </c:pt>
                <c:pt idx="122">
                  <c:v>0.11815729506</c:v>
                </c:pt>
                <c:pt idx="123">
                  <c:v>0.121877537032</c:v>
                </c:pt>
                <c:pt idx="124">
                  <c:v>0.125664636789</c:v>
                </c:pt>
                <c:pt idx="125">
                  <c:v>0.129517595666</c:v>
                </c:pt>
                <c:pt idx="126">
                  <c:v>0.133435303951</c:v>
                </c:pt>
                <c:pt idx="127">
                  <c:v>0.137416539282</c:v>
                </c:pt>
                <c:pt idx="128">
                  <c:v>0.141459965225</c:v>
                </c:pt>
                <c:pt idx="129">
                  <c:v>0.145564130037</c:v>
                </c:pt>
                <c:pt idx="130">
                  <c:v>0.149727465636</c:v>
                </c:pt>
                <c:pt idx="131">
                  <c:v>0.153948286763</c:v>
                </c:pt>
                <c:pt idx="132">
                  <c:v>0.15822479037</c:v>
                </c:pt>
                <c:pt idx="133">
                  <c:v>0.162555055226</c:v>
                </c:pt>
                <c:pt idx="134">
                  <c:v>0.166937041742</c:v>
                </c:pt>
                <c:pt idx="135">
                  <c:v>0.171368592048</c:v>
                </c:pt>
                <c:pt idx="136">
                  <c:v>0.175847430298</c:v>
                </c:pt>
                <c:pt idx="137">
                  <c:v>0.180371163227</c:v>
                </c:pt>
                <c:pt idx="138">
                  <c:v>0.184937280963</c:v>
                </c:pt>
                <c:pt idx="139">
                  <c:v>0.189543158092</c:v>
                </c:pt>
                <c:pt idx="140">
                  <c:v>0.194186054983</c:v>
                </c:pt>
                <c:pt idx="141">
                  <c:v>0.198863119387</c:v>
                </c:pt>
                <c:pt idx="142">
                  <c:v>0.203571388291</c:v>
                </c:pt>
                <c:pt idx="143">
                  <c:v>0.208307790047</c:v>
                </c:pt>
                <c:pt idx="144">
                  <c:v>0.213069146776</c:v>
                </c:pt>
                <c:pt idx="145">
                  <c:v>0.217852177033</c:v>
                </c:pt>
                <c:pt idx="146">
                  <c:v>0.222653498752</c:v>
                </c:pt>
                <c:pt idx="147">
                  <c:v>0.227469632457</c:v>
                </c:pt>
                <c:pt idx="148">
                  <c:v>0.232297004743</c:v>
                </c:pt>
                <c:pt idx="149">
                  <c:v>0.237131952019</c:v>
                </c:pt>
                <c:pt idx="150">
                  <c:v>0.241970724519</c:v>
                </c:pt>
                <c:pt idx="151">
                  <c:v>0.246809490567</c:v>
                </c:pt>
                <c:pt idx="152">
                  <c:v>0.251644341098</c:v>
                </c:pt>
                <c:pt idx="153">
                  <c:v>0.256471294426</c:v>
                </c:pt>
                <c:pt idx="154">
                  <c:v>0.26128630125</c:v>
                </c:pt>
                <c:pt idx="155">
                  <c:v>0.266085249899</c:v>
                </c:pt>
                <c:pt idx="156">
                  <c:v>0.270863971798</c:v>
                </c:pt>
                <c:pt idx="157">
                  <c:v>0.275618247153</c:v>
                </c:pt>
                <c:pt idx="158">
                  <c:v>0.28034381084</c:v>
                </c:pt>
                <c:pt idx="159">
                  <c:v>0.285036358489</c:v>
                </c:pt>
                <c:pt idx="160">
                  <c:v>0.289691552761</c:v>
                </c:pt>
                <c:pt idx="161">
                  <c:v>0.294305029788</c:v>
                </c:pt>
                <c:pt idx="162">
                  <c:v>0.298872405776</c:v>
                </c:pt>
                <c:pt idx="163">
                  <c:v>0.303389283756</c:v>
                </c:pt>
                <c:pt idx="164">
                  <c:v>0.30785126047</c:v>
                </c:pt>
                <c:pt idx="165">
                  <c:v>0.312253933367</c:v>
                </c:pt>
                <c:pt idx="166">
                  <c:v>0.316592907711</c:v>
                </c:pt>
                <c:pt idx="167">
                  <c:v>0.320863803771</c:v>
                </c:pt>
                <c:pt idx="168">
                  <c:v>0.325062264084</c:v>
                </c:pt>
                <c:pt idx="169">
                  <c:v>0.329183960771</c:v>
                </c:pt>
                <c:pt idx="170">
                  <c:v>0.333224602892</c:v>
                </c:pt>
                <c:pt idx="171">
                  <c:v>0.337179943822</c:v>
                </c:pt>
                <c:pt idx="172">
                  <c:v>0.34104578863</c:v>
                </c:pt>
                <c:pt idx="173">
                  <c:v>0.344818001439</c:v>
                </c:pt>
                <c:pt idx="174">
                  <c:v>0.348492512759</c:v>
                </c:pt>
                <c:pt idx="175">
                  <c:v>0.352065326764</c:v>
                </c:pt>
                <c:pt idx="176">
                  <c:v>0.355532528506</c:v>
                </c:pt>
                <c:pt idx="177">
                  <c:v>0.358890291034</c:v>
                </c:pt>
                <c:pt idx="178">
                  <c:v>0.362134882413</c:v>
                </c:pt>
                <c:pt idx="179">
                  <c:v>0.365262672622</c:v>
                </c:pt>
                <c:pt idx="180">
                  <c:v>0.368270140303</c:v>
                </c:pt>
                <c:pt idx="181">
                  <c:v>0.371153879359</c:v>
                </c:pt>
                <c:pt idx="182">
                  <c:v>0.373910605373</c:v>
                </c:pt>
                <c:pt idx="183">
                  <c:v>0.376537161833</c:v>
                </c:pt>
                <c:pt idx="184">
                  <c:v>0.379030526153</c:v>
                </c:pt>
                <c:pt idx="185">
                  <c:v>0.381387815461</c:v>
                </c:pt>
                <c:pt idx="186">
                  <c:v>0.383606292153</c:v>
                </c:pt>
                <c:pt idx="187">
                  <c:v>0.385683369192</c:v>
                </c:pt>
                <c:pt idx="188">
                  <c:v>0.387616615125</c:v>
                </c:pt>
                <c:pt idx="189">
                  <c:v>0.389403758834</c:v>
                </c:pt>
                <c:pt idx="190">
                  <c:v>0.391042693975</c:v>
                </c:pt>
                <c:pt idx="191">
                  <c:v>0.39253148312</c:v>
                </c:pt>
                <c:pt idx="192">
                  <c:v>0.393868361569</c:v>
                </c:pt>
                <c:pt idx="193">
                  <c:v>0.395051740835</c:v>
                </c:pt>
                <c:pt idx="194">
                  <c:v>0.396080211794</c:v>
                </c:pt>
                <c:pt idx="195">
                  <c:v>0.396952547477</c:v>
                </c:pt>
                <c:pt idx="196">
                  <c:v>0.397667705512</c:v>
                </c:pt>
                <c:pt idx="197">
                  <c:v>0.398224830196</c:v>
                </c:pt>
                <c:pt idx="198">
                  <c:v>0.398623254205</c:v>
                </c:pt>
                <c:pt idx="199">
                  <c:v>0.398862499924</c:v>
                </c:pt>
                <c:pt idx="200">
                  <c:v>0.398942280401</c:v>
                </c:pt>
                <c:pt idx="201">
                  <c:v>0.398862499924</c:v>
                </c:pt>
                <c:pt idx="202">
                  <c:v>0.398623254205</c:v>
                </c:pt>
                <c:pt idx="203">
                  <c:v>0.398224830196</c:v>
                </c:pt>
                <c:pt idx="204">
                  <c:v>0.397667705512</c:v>
                </c:pt>
                <c:pt idx="205">
                  <c:v>0.396952547477</c:v>
                </c:pt>
                <c:pt idx="206">
                  <c:v>0.396080211794</c:v>
                </c:pt>
                <c:pt idx="207">
                  <c:v>0.395051740835</c:v>
                </c:pt>
                <c:pt idx="208">
                  <c:v>0.393868361569</c:v>
                </c:pt>
                <c:pt idx="209">
                  <c:v>0.39253148312</c:v>
                </c:pt>
                <c:pt idx="210">
                  <c:v>0.391042693975</c:v>
                </c:pt>
                <c:pt idx="211">
                  <c:v>0.389403758834</c:v>
                </c:pt>
                <c:pt idx="212">
                  <c:v>0.387616615125</c:v>
                </c:pt>
                <c:pt idx="213">
                  <c:v>0.385683369192</c:v>
                </c:pt>
                <c:pt idx="214">
                  <c:v>0.383606292153</c:v>
                </c:pt>
                <c:pt idx="215">
                  <c:v>0.381387815461</c:v>
                </c:pt>
                <c:pt idx="216">
                  <c:v>0.379030526153</c:v>
                </c:pt>
                <c:pt idx="217">
                  <c:v>0.376537161833</c:v>
                </c:pt>
                <c:pt idx="218">
                  <c:v>0.373910605373</c:v>
                </c:pt>
                <c:pt idx="219">
                  <c:v>0.371153879359</c:v>
                </c:pt>
                <c:pt idx="220">
                  <c:v>0.368270140303</c:v>
                </c:pt>
                <c:pt idx="221">
                  <c:v>0.365262672622</c:v>
                </c:pt>
                <c:pt idx="222">
                  <c:v>0.362134882413</c:v>
                </c:pt>
                <c:pt idx="223">
                  <c:v>0.358890291034</c:v>
                </c:pt>
                <c:pt idx="224">
                  <c:v>0.355532528506</c:v>
                </c:pt>
                <c:pt idx="225">
                  <c:v>0.352065326764</c:v>
                </c:pt>
                <c:pt idx="226">
                  <c:v>0.348492512759</c:v>
                </c:pt>
                <c:pt idx="227">
                  <c:v>0.344818001439</c:v>
                </c:pt>
                <c:pt idx="228">
                  <c:v>0.34104578863</c:v>
                </c:pt>
                <c:pt idx="229">
                  <c:v>0.337179943822</c:v>
                </c:pt>
                <c:pt idx="230">
                  <c:v>0.333224602892</c:v>
                </c:pt>
                <c:pt idx="231">
                  <c:v>0.329183960771</c:v>
                </c:pt>
                <c:pt idx="232">
                  <c:v>0.325062264084</c:v>
                </c:pt>
                <c:pt idx="233">
                  <c:v>0.320863803771</c:v>
                </c:pt>
                <c:pt idx="234">
                  <c:v>0.316592907711</c:v>
                </c:pt>
                <c:pt idx="235">
                  <c:v>0.312253933367</c:v>
                </c:pt>
                <c:pt idx="236">
                  <c:v>0.30785126047</c:v>
                </c:pt>
                <c:pt idx="237">
                  <c:v>0.303389283756</c:v>
                </c:pt>
                <c:pt idx="238">
                  <c:v>0.298872405776</c:v>
                </c:pt>
                <c:pt idx="239">
                  <c:v>0.294305029788</c:v>
                </c:pt>
                <c:pt idx="240">
                  <c:v>0.289691552761</c:v>
                </c:pt>
                <c:pt idx="241">
                  <c:v>0.285036358489</c:v>
                </c:pt>
                <c:pt idx="242">
                  <c:v>0.28034381084</c:v>
                </c:pt>
                <c:pt idx="243">
                  <c:v>0.275618247153</c:v>
                </c:pt>
                <c:pt idx="244">
                  <c:v>0.270863971798</c:v>
                </c:pt>
                <c:pt idx="245">
                  <c:v>0.266085249899</c:v>
                </c:pt>
                <c:pt idx="246">
                  <c:v>0.26128630125</c:v>
                </c:pt>
                <c:pt idx="247">
                  <c:v>0.256471294426</c:v>
                </c:pt>
                <c:pt idx="248">
                  <c:v>0.251644341098</c:v>
                </c:pt>
                <c:pt idx="249">
                  <c:v>0.246809490567</c:v>
                </c:pt>
                <c:pt idx="250">
                  <c:v>0.241970724519</c:v>
                </c:pt>
                <c:pt idx="251">
                  <c:v>0.237131952019</c:v>
                </c:pt>
                <c:pt idx="252">
                  <c:v>0.232297004743</c:v>
                </c:pt>
                <c:pt idx="253">
                  <c:v>0.227469632457</c:v>
                </c:pt>
                <c:pt idx="254">
                  <c:v>0.222653498752</c:v>
                </c:pt>
                <c:pt idx="255">
                  <c:v>0.217852177033</c:v>
                </c:pt>
                <c:pt idx="256">
                  <c:v>0.213069146776</c:v>
                </c:pt>
                <c:pt idx="257">
                  <c:v>0.208307790047</c:v>
                </c:pt>
                <c:pt idx="258">
                  <c:v>0.203571388291</c:v>
                </c:pt>
                <c:pt idx="259">
                  <c:v>0.198863119387</c:v>
                </c:pt>
                <c:pt idx="260">
                  <c:v>0.194186054983</c:v>
                </c:pt>
                <c:pt idx="261">
                  <c:v>0.189543158092</c:v>
                </c:pt>
                <c:pt idx="262">
                  <c:v>0.184937280963</c:v>
                </c:pt>
                <c:pt idx="263">
                  <c:v>0.180371163227</c:v>
                </c:pt>
                <c:pt idx="264">
                  <c:v>0.175847430298</c:v>
                </c:pt>
                <c:pt idx="265">
                  <c:v>0.171368592048</c:v>
                </c:pt>
                <c:pt idx="266">
                  <c:v>0.166937041742</c:v>
                </c:pt>
                <c:pt idx="267">
                  <c:v>0.162555055226</c:v>
                </c:pt>
                <c:pt idx="268">
                  <c:v>0.15822479037</c:v>
                </c:pt>
                <c:pt idx="269">
                  <c:v>0.153948286763</c:v>
                </c:pt>
                <c:pt idx="270">
                  <c:v>0.149727465636</c:v>
                </c:pt>
                <c:pt idx="271">
                  <c:v>0.145564130037</c:v>
                </c:pt>
                <c:pt idx="272">
                  <c:v>0.141459965225</c:v>
                </c:pt>
                <c:pt idx="273">
                  <c:v>0.137416539282</c:v>
                </c:pt>
                <c:pt idx="274">
                  <c:v>0.133435303951</c:v>
                </c:pt>
                <c:pt idx="275">
                  <c:v>0.129517595666</c:v>
                </c:pt>
                <c:pt idx="276">
                  <c:v>0.125664636789</c:v>
                </c:pt>
                <c:pt idx="277">
                  <c:v>0.121877537032</c:v>
                </c:pt>
                <c:pt idx="278">
                  <c:v>0.11815729506</c:v>
                </c:pt>
                <c:pt idx="279">
                  <c:v>0.114504800259</c:v>
                </c:pt>
                <c:pt idx="280">
                  <c:v>0.110920834679</c:v>
                </c:pt>
                <c:pt idx="281">
                  <c:v>0.107406075113</c:v>
                </c:pt>
                <c:pt idx="282">
                  <c:v>0.103961095329</c:v>
                </c:pt>
                <c:pt idx="283">
                  <c:v>0.100586368428</c:v>
                </c:pt>
                <c:pt idx="284">
                  <c:v>0.0972822693315</c:v>
                </c:pt>
                <c:pt idx="285">
                  <c:v>0.0940490773769</c:v>
                </c:pt>
                <c:pt idx="286">
                  <c:v>0.0908869790163</c:v>
                </c:pt>
                <c:pt idx="287">
                  <c:v>0.0877960706109</c:v>
                </c:pt>
                <c:pt idx="288">
                  <c:v>0.084776361308</c:v>
                </c:pt>
                <c:pt idx="289">
                  <c:v>0.0818277759921</c:v>
                </c:pt>
                <c:pt idx="290">
                  <c:v>0.0789501583009</c:v>
                </c:pt>
                <c:pt idx="291">
                  <c:v>0.0761432736962</c:v>
                </c:pt>
                <c:pt idx="292">
                  <c:v>0.0734068125817</c:v>
                </c:pt>
                <c:pt idx="293">
                  <c:v>0.070740393457</c:v>
                </c:pt>
                <c:pt idx="294">
                  <c:v>0.068143566101</c:v>
                </c:pt>
                <c:pt idx="295">
                  <c:v>0.0656158147747</c:v>
                </c:pt>
                <c:pt idx="296">
                  <c:v>0.0631565614352</c:v>
                </c:pt>
                <c:pt idx="297">
                  <c:v>0.0607651689546</c:v>
                </c:pt>
                <c:pt idx="298">
                  <c:v>0.0584409443335</c:v>
                </c:pt>
                <c:pt idx="299">
                  <c:v>0.0561831419039</c:v>
                </c:pt>
                <c:pt idx="300">
                  <c:v>0.0539909665132</c:v>
                </c:pt>
                <c:pt idx="301">
                  <c:v>0.0518635766828</c:v>
                </c:pt>
                <c:pt idx="302">
                  <c:v>0.0498000877351</c:v>
                </c:pt>
                <c:pt idx="303">
                  <c:v>0.0477995748821</c:v>
                </c:pt>
                <c:pt idx="304">
                  <c:v>0.0458610762711</c:v>
                </c:pt>
                <c:pt idx="305">
                  <c:v>0.0439835959804</c:v>
                </c:pt>
                <c:pt idx="306">
                  <c:v>0.0421661069618</c:v>
                </c:pt>
                <c:pt idx="307">
                  <c:v>0.0404075539229</c:v>
                </c:pt>
                <c:pt idx="308">
                  <c:v>0.0387068561475</c:v>
                </c:pt>
                <c:pt idx="309">
                  <c:v>0.0370629102478</c:v>
                </c:pt>
                <c:pt idx="310">
                  <c:v>0.0354745928462</c:v>
                </c:pt>
                <c:pt idx="311">
                  <c:v>0.0339407631824</c:v>
                </c:pt>
                <c:pt idx="312">
                  <c:v>0.0324602656437</c:v>
                </c:pt>
                <c:pt idx="313">
                  <c:v>0.031031932215</c:v>
                </c:pt>
                <c:pt idx="314">
                  <c:v>0.0296545848473</c:v>
                </c:pt>
                <c:pt idx="315">
                  <c:v>0.0283270377416</c:v>
                </c:pt>
                <c:pt idx="316">
                  <c:v>0.0270480995469</c:v>
                </c:pt>
                <c:pt idx="317">
                  <c:v>0.0258165754716</c:v>
                </c:pt>
                <c:pt idx="318">
                  <c:v>0.0246312693064</c:v>
                </c:pt>
                <c:pt idx="319">
                  <c:v>0.0234909853582</c:v>
                </c:pt>
                <c:pt idx="320">
                  <c:v>0.0223945302948</c:v>
                </c:pt>
                <c:pt idx="321">
                  <c:v>0.0213407148999</c:v>
                </c:pt>
                <c:pt idx="322">
                  <c:v>0.0203283557382</c:v>
                </c:pt>
                <c:pt idx="323">
                  <c:v>0.0193562767317</c:v>
                </c:pt>
                <c:pt idx="324">
                  <c:v>0.0184233106469</c:v>
                </c:pt>
                <c:pt idx="325">
                  <c:v>0.0175283004936</c:v>
                </c:pt>
                <c:pt idx="326">
                  <c:v>0.0166701008374</c:v>
                </c:pt>
                <c:pt idx="327">
                  <c:v>0.0158475790254</c:v>
                </c:pt>
                <c:pt idx="328">
                  <c:v>0.0150596163274</c:v>
                </c:pt>
                <c:pt idx="329">
                  <c:v>0.0143051089941</c:v>
                </c:pt>
                <c:pt idx="330">
                  <c:v>0.0135829692337</c:v>
                </c:pt>
                <c:pt idx="331">
                  <c:v>0.0128921261079</c:v>
                </c:pt>
                <c:pt idx="332">
                  <c:v>0.0122315263513</c:v>
                </c:pt>
                <c:pt idx="333">
                  <c:v>0.0116001351137</c:v>
                </c:pt>
                <c:pt idx="334">
                  <c:v>0.0109969366294</c:v>
                </c:pt>
                <c:pt idx="335">
                  <c:v>0.0104209348144</c:v>
                </c:pt>
                <c:pt idx="336">
                  <c:v>0.00987115379475</c:v>
                </c:pt>
                <c:pt idx="337">
                  <c:v>0.00934663836761</c:v>
                </c:pt>
                <c:pt idx="338">
                  <c:v>0.00884645439824</c:v>
                </c:pt>
                <c:pt idx="339">
                  <c:v>0.00836968915465</c:v>
                </c:pt>
                <c:pt idx="340">
                  <c:v>0.00791545158298</c:v>
                </c:pt>
                <c:pt idx="341">
                  <c:v>0.00748287252578</c:v>
                </c:pt>
                <c:pt idx="342">
                  <c:v>0.00707110488602</c:v>
                </c:pt>
                <c:pt idx="343">
                  <c:v>0.0066793237392</c:v>
                </c:pt>
                <c:pt idx="344">
                  <c:v>0.00630672639627</c:v>
                </c:pt>
                <c:pt idx="345">
                  <c:v>0.00595253241978</c:v>
                </c:pt>
                <c:pt idx="346">
                  <c:v>0.00561598359599</c:v>
                </c:pt>
                <c:pt idx="347">
                  <c:v>0.00529634386531</c:v>
                </c:pt>
                <c:pt idx="348">
                  <c:v>0.00499289921361</c:v>
                </c:pt>
                <c:pt idx="349">
                  <c:v>0.00470495752693</c:v>
                </c:pt>
                <c:pt idx="350">
                  <c:v>0.00443184841194</c:v>
                </c:pt>
                <c:pt idx="351">
                  <c:v>0.00417292298452</c:v>
                </c:pt>
                <c:pt idx="352">
                  <c:v>0.00392755362892</c:v>
                </c:pt>
                <c:pt idx="353">
                  <c:v>0.00369513372956</c:v>
                </c:pt>
                <c:pt idx="354">
                  <c:v>0.00347507737785</c:v>
                </c:pt>
                <c:pt idx="355">
                  <c:v>0.0032668190562</c:v>
                </c:pt>
                <c:pt idx="356">
                  <c:v>0.0030698133011</c:v>
                </c:pt>
                <c:pt idx="357">
                  <c:v>0.0028835343476</c:v>
                </c:pt>
                <c:pt idx="358">
                  <c:v>0.00270747575684</c:v>
                </c:pt>
                <c:pt idx="359">
                  <c:v>0.00254115002873</c:v>
                </c:pt>
                <c:pt idx="360">
                  <c:v>0.00238408820146</c:v>
                </c:pt>
                <c:pt idx="361">
                  <c:v>0.00223583943969</c:v>
                </c:pt>
                <c:pt idx="362">
                  <c:v>0.00209597061286</c:v>
                </c:pt>
                <c:pt idx="363">
                  <c:v>0.0019640658655</c:v>
                </c:pt>
                <c:pt idx="364">
                  <c:v>0.00183972618082</c:v>
                </c:pt>
                <c:pt idx="365">
                  <c:v>0.00172256893905</c:v>
                </c:pt>
                <c:pt idx="366">
                  <c:v>0.00161222747198</c:v>
                </c:pt>
                <c:pt idx="367">
                  <c:v>0.00150835061485</c:v>
                </c:pt>
                <c:pt idx="368">
                  <c:v>0.00141060225694</c:v>
                </c:pt>
                <c:pt idx="369">
                  <c:v>0.00131866089182</c:v>
                </c:pt>
                <c:pt idx="370">
                  <c:v>0.00123221916847</c:v>
                </c:pt>
                <c:pt idx="371">
                  <c:v>0.00115098344418</c:v>
                </c:pt>
                <c:pt idx="372">
                  <c:v>0.00107467334015</c:v>
                </c:pt>
                <c:pt idx="373">
                  <c:v>0.00100302130073</c:v>
                </c:pt>
                <c:pt idx="374">
                  <c:v>0.000935772156927</c:v>
                </c:pt>
                <c:pt idx="375">
                  <c:v>0.000872682695046</c:v>
                </c:pt>
                <c:pt idx="376">
                  <c:v>0.000813521231082</c:v>
                </c:pt>
                <c:pt idx="377">
                  <c:v>0.000758067191429</c:v>
                </c:pt>
                <c:pt idx="378">
                  <c:v>0.000706110700488</c:v>
                </c:pt>
                <c:pt idx="379">
                  <c:v>0.000657452175655</c:v>
                </c:pt>
                <c:pt idx="380">
                  <c:v>0.000611901930114</c:v>
                </c:pt>
                <c:pt idx="381">
                  <c:v>0.000569279783834</c:v>
                </c:pt>
                <c:pt idx="382">
                  <c:v>0.000529414683095</c:v>
                </c:pt>
                <c:pt idx="383">
                  <c:v>0.000492144328833</c:v>
                </c:pt>
                <c:pt idx="384">
                  <c:v>0.00045731481406</c:v>
                </c:pt>
                <c:pt idx="385">
                  <c:v>0.000424780270551</c:v>
                </c:pt>
                <c:pt idx="386">
                  <c:v>0.000394402524969</c:v>
                </c:pt>
                <c:pt idx="387">
                  <c:v>0.000366050764557</c:v>
                </c:pt>
                <c:pt idx="388">
                  <c:v>0.000339601212484</c:v>
                </c:pt>
                <c:pt idx="389">
                  <c:v>0.000314936812908</c:v>
                </c:pt>
                <c:pt idx="390">
                  <c:v>0.000291946925791</c:v>
                </c:pt>
                <c:pt idx="391">
                  <c:v>0.000270527031462</c:v>
                </c:pt>
                <c:pt idx="392">
                  <c:v>0.000250578444891</c:v>
                </c:pt>
                <c:pt idx="393">
                  <c:v>0.000232008039657</c:v>
                </c:pt>
                <c:pt idx="394">
                  <c:v>0.0002147279815</c:v>
                </c:pt>
                <c:pt idx="395">
                  <c:v>0.000198655471393</c:v>
                </c:pt>
                <c:pt idx="396">
                  <c:v>0.000183712498002</c:v>
                </c:pt>
                <c:pt idx="397">
                  <c:v>0.000169825599429</c:v>
                </c:pt>
                <c:pt idx="398">
                  <c:v>0.000156925634066</c:v>
                </c:pt>
                <c:pt idx="399">
                  <c:v>0.000144947560424</c:v>
                </c:pt>
                <c:pt idx="400">
                  <c:v>0.000133830225765</c:v>
                </c:pt>
                <c:pt idx="401">
                  <c:v>0.000123516163341</c:v>
                </c:pt>
                <c:pt idx="402">
                  <c:v>0.000113951398069</c:v>
                </c:pt>
                <c:pt idx="403">
                  <c:v>0.00010508526043</c:v>
                </c:pt>
                <c:pt idx="404">
                  <c:v>9.68702083987E-05</c:v>
                </c:pt>
                <c:pt idx="405">
                  <c:v>8.92616571771E-05</c:v>
                </c:pt>
                <c:pt idx="406">
                  <c:v>8.22178165363E-05</c:v>
                </c:pt>
                <c:pt idx="407">
                  <c:v>7.56995355302E-05</c:v>
                </c:pt>
                <c:pt idx="408">
                  <c:v>6.96701543692E-05</c:v>
                </c:pt>
                <c:pt idx="409">
                  <c:v>6.40953632271E-05</c:v>
                </c:pt>
                <c:pt idx="410">
                  <c:v>5.89430677565E-05</c:v>
                </c:pt>
                <c:pt idx="411">
                  <c:v>5.41832610895E-05</c:v>
                </c:pt>
                <c:pt idx="412">
                  <c:v>4.9787902098E-05</c:v>
                </c:pt>
                <c:pt idx="413">
                  <c:v>4.57307996916E-05</c:v>
                </c:pt>
                <c:pt idx="414">
                  <c:v>4.19875029316E-05</c:v>
                </c:pt>
                <c:pt idx="415">
                  <c:v>3.85351967421E-05</c:v>
                </c:pt>
                <c:pt idx="416">
                  <c:v>3.53526030018E-05</c:v>
                </c:pt>
                <c:pt idx="417">
                  <c:v>3.24198868042E-05</c:v>
                </c:pt>
                <c:pt idx="418">
                  <c:v>2.97185676764E-05</c:v>
                </c:pt>
                <c:pt idx="419">
                  <c:v>2.7231435551E-05</c:v>
                </c:pt>
                <c:pt idx="420">
                  <c:v>2.49424712901E-05</c:v>
                </c:pt>
                <c:pt idx="421">
                  <c:v>2.28367715651E-05</c:v>
                </c:pt>
                <c:pt idx="422">
                  <c:v>2.09004779005E-05</c:v>
                </c:pt>
                <c:pt idx="423">
                  <c:v>1.91207096928E-05</c:v>
                </c:pt>
                <c:pt idx="424">
                  <c:v>1.74855010266E-05</c:v>
                </c:pt>
                <c:pt idx="425">
                  <c:v>1.59837411069E-05</c:v>
                </c:pt>
                <c:pt idx="426">
                  <c:v>1.46051181392E-05</c:v>
                </c:pt>
                <c:pt idx="427">
                  <c:v>1.33400664904E-05</c:v>
                </c:pt>
                <c:pt idx="428">
                  <c:v>1.21797169703E-05</c:v>
                </c:pt>
                <c:pt idx="429">
                  <c:v>1.11158500782E-05</c:v>
                </c:pt>
                <c:pt idx="430">
                  <c:v>1.01408520655E-05</c:v>
                </c:pt>
                <c:pt idx="431">
                  <c:v>9.24767367001E-06</c:v>
                </c:pt>
                <c:pt idx="432">
                  <c:v>8.42979138323E-06</c:v>
                </c:pt>
                <c:pt idx="433">
                  <c:v>7.68117111725E-06</c:v>
                </c:pt>
                <c:pt idx="434">
                  <c:v>6.99623414327E-06</c:v>
                </c:pt>
                <c:pt idx="435">
                  <c:v>6.36982517887E-06</c:v>
                </c:pt>
                <c:pt idx="436">
                  <c:v>5.79718250636E-06</c:v>
                </c:pt>
                <c:pt idx="437">
                  <c:v>5.2739100096E-06</c:v>
                </c:pt>
                <c:pt idx="438">
                  <c:v>4.79595102155E-06</c:v>
                </c:pt>
                <c:pt idx="439">
                  <c:v>4.35956387967E-06</c:v>
                </c:pt>
                <c:pt idx="440">
                  <c:v>3.96129909103E-06</c:v>
                </c:pt>
                <c:pt idx="441">
                  <c:v>3.59797801352E-06</c:v>
                </c:pt>
                <c:pt idx="442">
                  <c:v>3.26667296399E-06</c:v>
                </c:pt>
                <c:pt idx="443">
                  <c:v>2.96468866855E-06</c:v>
                </c:pt>
                <c:pt idx="444">
                  <c:v>2.68954497427E-06</c:v>
                </c:pt>
                <c:pt idx="445">
                  <c:v>2.43896074589E-06</c:v>
                </c:pt>
                <c:pt idx="446">
                  <c:v>2.21083887457E-06</c:v>
                </c:pt>
                <c:pt idx="447">
                  <c:v>2.00325232995E-06</c:v>
                </c:pt>
                <c:pt idx="448">
                  <c:v>1.81443119018E-06</c:v>
                </c:pt>
                <c:pt idx="449">
                  <c:v>1.64275058805E-06</c:v>
                </c:pt>
                <c:pt idx="450">
                  <c:v>1.48671951473E-06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5"/>
      </c:valAx>
      <c:valAx>
        <c:axId val="48650112"/>
        <c:scaling>
          <c:orientation val="minMax"/>
          <c:max val="5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Standardized average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Exact Gamma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Data'!$B$2:$B$201</c:f>
              <c:numCache>
                <c:formatCode>0.000</c:formatCode>
                <c:ptCount val="200"/>
                <c:pt idx="0">
                  <c:v>0.851865247795</c:v>
                </c:pt>
                <c:pt idx="1">
                  <c:v>0.783510094398</c:v>
                </c:pt>
                <c:pt idx="2">
                  <c:v>0.733038098058</c:v>
                </c:pt>
                <c:pt idx="3">
                  <c:v>0.691710192091</c:v>
                </c:pt>
                <c:pt idx="4">
                  <c:v>0.656219565137</c:v>
                </c:pt>
                <c:pt idx="5">
                  <c:v>0.624891015457</c:v>
                </c:pt>
                <c:pt idx="6">
                  <c:v>0.596734885554</c:v>
                </c:pt>
                <c:pt idx="7">
                  <c:v>0.571107321044</c:v>
                </c:pt>
                <c:pt idx="8">
                  <c:v>0.547560619858</c:v>
                </c:pt>
                <c:pt idx="9">
                  <c:v>0.525767902944</c:v>
                </c:pt>
                <c:pt idx="10">
                  <c:v>0.50548141882</c:v>
                </c:pt>
                <c:pt idx="11">
                  <c:v>0.486507757195</c:v>
                </c:pt>
                <c:pt idx="12">
                  <c:v>0.468692269266</c:v>
                </c:pt>
                <c:pt idx="13">
                  <c:v>0.451908825669</c:v>
                </c:pt>
                <c:pt idx="14">
                  <c:v>0.436052830237</c:v>
                </c:pt>
                <c:pt idx="15">
                  <c:v>0.421036304944</c:v>
                </c:pt>
                <c:pt idx="16">
                  <c:v>0.406784339836</c:v>
                </c:pt>
                <c:pt idx="17">
                  <c:v>0.39323247013</c:v>
                </c:pt>
                <c:pt idx="18">
                  <c:v>0.380324699732</c:v>
                </c:pt>
                <c:pt idx="19">
                  <c:v>0.368011985833</c:v>
                </c:pt>
                <c:pt idx="20">
                  <c:v>0.356251059037</c:v>
                </c:pt>
                <c:pt idx="21">
                  <c:v>0.345003492067</c:v>
                </c:pt>
                <c:pt idx="22">
                  <c:v>0.334234955583</c:v>
                </c:pt>
                <c:pt idx="23">
                  <c:v>0.323914616872</c:v>
                </c:pt>
                <c:pt idx="24">
                  <c:v>0.314014649065</c:v>
                </c:pt>
                <c:pt idx="25">
                  <c:v>0.304509826857</c:v>
                </c:pt>
                <c:pt idx="26">
                  <c:v>0.295377190689</c:v>
                </c:pt>
                <c:pt idx="27">
                  <c:v>0.286595765615</c:v>
                </c:pt>
                <c:pt idx="28">
                  <c:v>0.278146324267</c:v>
                </c:pt>
                <c:pt idx="29">
                  <c:v>0.270011185697</c:v>
                </c:pt>
                <c:pt idx="30">
                  <c:v>0.262174043588</c:v>
                </c:pt>
                <c:pt idx="31">
                  <c:v>0.254619818733</c:v>
                </c:pt>
                <c:pt idx="32">
                  <c:v>0.24733453167</c:v>
                </c:pt>
                <c:pt idx="33">
                  <c:v>0.240305192163</c:v>
                </c:pt>
                <c:pt idx="34">
                  <c:v>0.233519702871</c:v>
                </c:pt>
                <c:pt idx="35">
                  <c:v>0.226966774999</c:v>
                </c:pt>
                <c:pt idx="36">
                  <c:v>0.22063585415</c:v>
                </c:pt>
                <c:pt idx="37">
                  <c:v>0.214517054879</c:v>
                </c:pt>
                <c:pt idx="38">
                  <c:v>0.208601102728</c:v>
                </c:pt>
                <c:pt idx="39">
                  <c:v>0.202879282697</c:v>
                </c:pt>
                <c:pt idx="40">
                  <c:v>0.197343393298</c:v>
                </c:pt>
                <c:pt idx="41">
                  <c:v>0.191985705452</c:v>
                </c:pt>
                <c:pt idx="42">
                  <c:v>0.186798925612</c:v>
                </c:pt>
                <c:pt idx="43">
                  <c:v>0.181776162581</c:v>
                </c:pt>
                <c:pt idx="44">
                  <c:v>0.176910897591</c:v>
                </c:pt>
                <c:pt idx="45">
                  <c:v>0.172196957227</c:v>
                </c:pt>
                <c:pt idx="46">
                  <c:v>0.16762848889</c:v>
                </c:pt>
                <c:pt idx="47">
                  <c:v>0.163199938499</c:v>
                </c:pt>
                <c:pt idx="48">
                  <c:v>0.158906030184</c:v>
                </c:pt>
                <c:pt idx="49">
                  <c:v>0.154741747753</c:v>
                </c:pt>
                <c:pt idx="50">
                  <c:v>0.150702317745</c:v>
                </c:pt>
                <c:pt idx="51">
                  <c:v>0.146783193901</c:v>
                </c:pt>
                <c:pt idx="52">
                  <c:v>0.142980042913</c:v>
                </c:pt>
                <c:pt idx="53">
                  <c:v>0.139288731315</c:v>
                </c:pt>
                <c:pt idx="54">
                  <c:v>0.13570531341</c:v>
                </c:pt>
                <c:pt idx="55">
                  <c:v>0.132226020132</c:v>
                </c:pt>
                <c:pt idx="56">
                  <c:v>0.128847248748</c:v>
                </c:pt>
                <c:pt idx="57">
                  <c:v>0.125565553335</c:v>
                </c:pt>
                <c:pt idx="58">
                  <c:v>0.122377635947</c:v>
                </c:pt>
                <c:pt idx="59">
                  <c:v>0.119280338418</c:v>
                </c:pt>
                <c:pt idx="60">
                  <c:v>0.116270634745</c:v>
                </c:pt>
                <c:pt idx="61">
                  <c:v>0.113345623996</c:v>
                </c:pt>
                <c:pt idx="62">
                  <c:v>0.110502523707</c:v>
                </c:pt>
                <c:pt idx="63">
                  <c:v>0.107738663719</c:v>
                </c:pt>
                <c:pt idx="64">
                  <c:v>0.105051480415</c:v>
                </c:pt>
                <c:pt idx="65">
                  <c:v>0.102438511345</c:v>
                </c:pt>
                <c:pt idx="66">
                  <c:v>0.0998973901803</c:v>
                </c:pt>
                <c:pt idx="67">
                  <c:v>0.0974258419935</c:v>
                </c:pt>
                <c:pt idx="68">
                  <c:v>0.095021678829</c:v>
                </c:pt>
                <c:pt idx="69">
                  <c:v>0.092682795542</c:v>
                </c:pt>
                <c:pt idx="70">
                  <c:v>0.0904071658895</c:v>
                </c:pt>
                <c:pt idx="71">
                  <c:v>0.0881928388516</c:v>
                </c:pt>
                <c:pt idx="72">
                  <c:v>0.0860379351684</c:v>
                </c:pt>
                <c:pt idx="73">
                  <c:v>0.083940644076</c:v>
                </c:pt>
                <c:pt idx="74">
                  <c:v>0.0818992202278</c:v>
                </c:pt>
                <c:pt idx="75">
                  <c:v>0.0799119807879</c:v>
                </c:pt>
                <c:pt idx="76">
                  <c:v>0.0779773026864</c:v>
                </c:pt>
                <c:pt idx="77">
                  <c:v>0.0760936200227</c:v>
                </c:pt>
                <c:pt idx="78">
                  <c:v>0.07425942161</c:v>
                </c:pt>
                <c:pt idx="79">
                  <c:v>0.0724732486495</c:v>
                </c:pt>
                <c:pt idx="80">
                  <c:v>0.0707336925272</c:v>
                </c:pt>
                <c:pt idx="81">
                  <c:v>0.069039392725</c:v>
                </c:pt>
                <c:pt idx="82">
                  <c:v>0.0673890348382</c:v>
                </c:pt>
                <c:pt idx="83">
                  <c:v>0.0657813486939</c:v>
                </c:pt>
                <c:pt idx="84">
                  <c:v>0.0642151065638</c:v>
                </c:pt>
                <c:pt idx="85">
                  <c:v>0.0626891214647</c:v>
                </c:pt>
                <c:pt idx="86">
                  <c:v>0.0612022455424</c:v>
                </c:pt>
                <c:pt idx="87">
                  <c:v>0.0597533685342</c:v>
                </c:pt>
                <c:pt idx="88">
                  <c:v>0.0583414163045</c:v>
                </c:pt>
                <c:pt idx="89">
                  <c:v>0.0569653494494</c:v>
                </c:pt>
                <c:pt idx="90">
                  <c:v>0.0556241619678</c:v>
                </c:pt>
                <c:pt idx="91">
                  <c:v>0.0543168799924</c:v>
                </c:pt>
                <c:pt idx="92">
                  <c:v>0.0530425605807</c:v>
                </c:pt>
                <c:pt idx="93">
                  <c:v>0.0518002905595</c:v>
                </c:pt>
                <c:pt idx="94">
                  <c:v>0.0505891854221</c:v>
                </c:pt>
                <c:pt idx="95">
                  <c:v>0.0494083882741</c:v>
                </c:pt>
                <c:pt idx="96">
                  <c:v>0.0482570688265</c:v>
                </c:pt>
                <c:pt idx="97">
                  <c:v>0.0471344224314</c:v>
                </c:pt>
                <c:pt idx="98">
                  <c:v>0.0460396691612</c:v>
                </c:pt>
                <c:pt idx="99">
                  <c:v>0.0449720529257</c:v>
                </c:pt>
                <c:pt idx="100">
                  <c:v>0.0439308406274</c:v>
                </c:pt>
                <c:pt idx="101">
                  <c:v>0.0429153213529</c:v>
                </c:pt>
                <c:pt idx="102">
                  <c:v>0.0419248055966</c:v>
                </c:pt>
                <c:pt idx="103">
                  <c:v>0.0409586245184</c:v>
                </c:pt>
                <c:pt idx="104">
                  <c:v>0.04001612923</c:v>
                </c:pt>
                <c:pt idx="105">
                  <c:v>0.0390966901119</c:v>
                </c:pt>
                <c:pt idx="106">
                  <c:v>0.0381996961569</c:v>
                </c:pt>
                <c:pt idx="107">
                  <c:v>0.0373245543399</c:v>
                </c:pt>
                <c:pt idx="108">
                  <c:v>0.0364706890139</c:v>
                </c:pt>
                <c:pt idx="109">
                  <c:v>0.0356375413282</c:v>
                </c:pt>
                <c:pt idx="110">
                  <c:v>0.0348245686703</c:v>
                </c:pt>
                <c:pt idx="111">
                  <c:v>0.0340312441298</c:v>
                </c:pt>
                <c:pt idx="112">
                  <c:v>0.0332570559818</c:v>
                </c:pt>
                <c:pt idx="113">
                  <c:v>0.0325015071912</c:v>
                </c:pt>
                <c:pt idx="114">
                  <c:v>0.0317641149352</c:v>
                </c:pt>
                <c:pt idx="115">
                  <c:v>0.0310444101438</c:v>
                </c:pt>
                <c:pt idx="116">
                  <c:v>0.0303419370581</c:v>
                </c:pt>
                <c:pt idx="117">
                  <c:v>0.0296562528042</c:v>
                </c:pt>
                <c:pt idx="118">
                  <c:v>0.0289869269835</c:v>
                </c:pt>
                <c:pt idx="119">
                  <c:v>0.0283335412777</c:v>
                </c:pt>
                <c:pt idx="120">
                  <c:v>0.0276956890683</c:v>
                </c:pt>
                <c:pt idx="121">
                  <c:v>0.02707297507</c:v>
                </c:pt>
                <c:pt idx="122">
                  <c:v>0.0264650149767</c:v>
                </c:pt>
                <c:pt idx="123">
                  <c:v>0.0258714351213</c:v>
                </c:pt>
                <c:pt idx="124">
                  <c:v>0.0252918721465</c:v>
                </c:pt>
                <c:pt idx="125">
                  <c:v>0.0247259726878</c:v>
                </c:pt>
                <c:pt idx="126">
                  <c:v>0.0241733930673</c:v>
                </c:pt>
                <c:pt idx="127">
                  <c:v>0.0236337989986</c:v>
                </c:pt>
                <c:pt idx="128">
                  <c:v>0.0231068653017</c:v>
                </c:pt>
                <c:pt idx="129">
                  <c:v>0.0225922756275</c:v>
                </c:pt>
                <c:pt idx="130">
                  <c:v>0.0220897221924</c:v>
                </c:pt>
                <c:pt idx="131">
                  <c:v>0.0215989055213</c:v>
                </c:pt>
                <c:pt idx="132">
                  <c:v>0.0211195341998</c:v>
                </c:pt>
                <c:pt idx="133">
                  <c:v>0.0206513246342</c:v>
                </c:pt>
                <c:pt idx="134">
                  <c:v>0.0201940008203</c:v>
                </c:pt>
                <c:pt idx="135">
                  <c:v>0.0197472941194</c:v>
                </c:pt>
                <c:pt idx="136">
                  <c:v>0.019310943042</c:v>
                </c:pt>
                <c:pt idx="137">
                  <c:v>0.0188846930383</c:v>
                </c:pt>
                <c:pt idx="138">
                  <c:v>0.0184682962959</c:v>
                </c:pt>
                <c:pt idx="139">
                  <c:v>0.0180615115442</c:v>
                </c:pt>
                <c:pt idx="140">
                  <c:v>0.017664103865</c:v>
                </c:pt>
                <c:pt idx="141">
                  <c:v>0.0172758445092</c:v>
                </c:pt>
                <c:pt idx="142">
                  <c:v>0.0168965107193</c:v>
                </c:pt>
                <c:pt idx="143">
                  <c:v>0.0165258855582</c:v>
                </c:pt>
                <c:pt idx="144">
                  <c:v>0.0161637577428</c:v>
                </c:pt>
                <c:pt idx="145">
                  <c:v>0.0158099214831</c:v>
                </c:pt>
                <c:pt idx="146">
                  <c:v>0.0154641763265</c:v>
                </c:pt>
                <c:pt idx="147">
                  <c:v>0.015126327007</c:v>
                </c:pt>
                <c:pt idx="148">
                  <c:v>0.0147961832992</c:v>
                </c:pt>
                <c:pt idx="149">
                  <c:v>0.0144735598766</c:v>
                </c:pt>
                <c:pt idx="150">
                  <c:v>0.0141582761744</c:v>
                </c:pt>
                <c:pt idx="151">
                  <c:v>0.0138501562568</c:v>
                </c:pt>
                <c:pt idx="152">
                  <c:v>0.0135490286882</c:v>
                </c:pt>
                <c:pt idx="153">
                  <c:v>0.0132547264085</c:v>
                </c:pt>
                <c:pt idx="154">
                  <c:v>0.0129670866118</c:v>
                </c:pt>
                <c:pt idx="155">
                  <c:v>0.0126859506292</c:v>
                </c:pt>
                <c:pt idx="156">
                  <c:v>0.0124111638154</c:v>
                </c:pt>
                <c:pt idx="157">
                  <c:v>0.012142575438</c:v>
                </c:pt>
                <c:pt idx="158">
                  <c:v>0.0118800385707</c:v>
                </c:pt>
                <c:pt idx="159">
                  <c:v>0.0116234099897</c:v>
                </c:pt>
                <c:pt idx="160">
                  <c:v>0.0113725500727</c:v>
                </c:pt>
                <c:pt idx="161">
                  <c:v>0.0111273227018</c:v>
                </c:pt>
                <c:pt idx="162">
                  <c:v>0.010887595168</c:v>
                </c:pt>
                <c:pt idx="163">
                  <c:v>0.0106532380802</c:v>
                </c:pt>
                <c:pt idx="164">
                  <c:v>0.0104241252752</c:v>
                </c:pt>
                <c:pt idx="165">
                  <c:v>0.0102001337315</c:v>
                </c:pt>
                <c:pt idx="166">
                  <c:v>0.00998114348519</c:v>
                </c:pt>
                <c:pt idx="167">
                  <c:v>0.00976703754821</c:v>
                </c:pt>
                <c:pt idx="168">
                  <c:v>0.00955770182935</c:v>
                </c:pt>
                <c:pt idx="169">
                  <c:v>0.00935302505719</c:v>
                </c:pt>
                <c:pt idx="170">
                  <c:v>0.00915289870542</c:v>
                </c:pt>
                <c:pt idx="171">
                  <c:v>0.0089572169203</c:v>
                </c:pt>
                <c:pt idx="172">
                  <c:v>0.00876587645021</c:v>
                </c:pt>
                <c:pt idx="173">
                  <c:v>0.00857877657721</c:v>
                </c:pt>
                <c:pt idx="174">
                  <c:v>0.00839581905056</c:v>
                </c:pt>
                <c:pt idx="175">
                  <c:v>0.00821690802209</c:v>
                </c:pt>
                <c:pt idx="176">
                  <c:v>0.0080419499835</c:v>
                </c:pt>
                <c:pt idx="177">
                  <c:v>0.00787085370534</c:v>
                </c:pt>
                <c:pt idx="178">
                  <c:v>0.00770353017776</c:v>
                </c:pt>
                <c:pt idx="179">
                  <c:v>0.00753989255292</c:v>
                </c:pt>
                <c:pt idx="180">
                  <c:v>0.007379856089</c:v>
                </c:pt>
                <c:pt idx="181">
                  <c:v>0.00722333809582</c:v>
                </c:pt>
                <c:pt idx="182">
                  <c:v>0.00707025788192</c:v>
                </c:pt>
                <c:pt idx="183">
                  <c:v>0.00692053670314</c:v>
                </c:pt>
                <c:pt idx="184">
                  <c:v>0.00677409771267</c:v>
                </c:pt>
                <c:pt idx="185">
                  <c:v>0.00663086591236</c:v>
                </c:pt>
                <c:pt idx="186">
                  <c:v>0.00649076810554</c:v>
                </c:pt>
                <c:pt idx="187">
                  <c:v>0.00635373285098</c:v>
                </c:pt>
                <c:pt idx="188">
                  <c:v>0.00621969041825</c:v>
                </c:pt>
                <c:pt idx="189">
                  <c:v>0.00608857274417</c:v>
                </c:pt>
                <c:pt idx="190">
                  <c:v>0.00596031339059</c:v>
                </c:pt>
                <c:pt idx="191">
                  <c:v>0.00583484750318</c:v>
                </c:pt>
                <c:pt idx="192">
                  <c:v>0.00571211177147</c:v>
                </c:pt>
                <c:pt idx="193">
                  <c:v>0.00559204438987</c:v>
                </c:pt>
                <c:pt idx="194">
                  <c:v>0.0054745850198</c:v>
                </c:pt>
                <c:pt idx="195">
                  <c:v>0.00535967475282</c:v>
                </c:pt>
                <c:pt idx="196">
                  <c:v>0.00524725607478</c:v>
                </c:pt>
                <c:pt idx="197">
                  <c:v>0.00513727283089</c:v>
                </c:pt>
                <c:pt idx="198">
                  <c:v>0.00502967019177</c:v>
                </c:pt>
                <c:pt idx="199">
                  <c:v>0.00492439462034</c:v>
                </c:pt>
              </c:numCache>
            </c:numRef>
          </c:yVal>
          <c:smooth val="0"/>
        </c:ser>
        <c:ser>
          <c:idx val="1"/>
          <c:order val="1"/>
          <c:tx>
            <c:v>Chebyshev bound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Data'!$D$2:$D$201</c:f>
              <c:numCache>
                <c:formatCode>0.000</c:formatCode>
                <c:ptCount val="2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0.961538461538</c:v>
                </c:pt>
                <c:pt idx="26">
                  <c:v>0.925925925926</c:v>
                </c:pt>
                <c:pt idx="27">
                  <c:v>0.892857142857</c:v>
                </c:pt>
                <c:pt idx="28">
                  <c:v>0.862068965517</c:v>
                </c:pt>
                <c:pt idx="29">
                  <c:v>0.833333333333</c:v>
                </c:pt>
                <c:pt idx="30">
                  <c:v>0.806451612903</c:v>
                </c:pt>
                <c:pt idx="31">
                  <c:v>0.78125</c:v>
                </c:pt>
                <c:pt idx="32">
                  <c:v>0.757575757576</c:v>
                </c:pt>
                <c:pt idx="33">
                  <c:v>0.735294117647</c:v>
                </c:pt>
                <c:pt idx="34">
                  <c:v>0.714285714286</c:v>
                </c:pt>
                <c:pt idx="35">
                  <c:v>0.694444444444</c:v>
                </c:pt>
                <c:pt idx="36">
                  <c:v>0.675675675676</c:v>
                </c:pt>
                <c:pt idx="37">
                  <c:v>0.657894736842</c:v>
                </c:pt>
                <c:pt idx="38">
                  <c:v>0.641025641026</c:v>
                </c:pt>
                <c:pt idx="39">
                  <c:v>0.625</c:v>
                </c:pt>
                <c:pt idx="40">
                  <c:v>0.609756097561</c:v>
                </c:pt>
                <c:pt idx="41">
                  <c:v>0.595238095238</c:v>
                </c:pt>
                <c:pt idx="42">
                  <c:v>0.581395348837</c:v>
                </c:pt>
                <c:pt idx="43">
                  <c:v>0.568181818182</c:v>
                </c:pt>
                <c:pt idx="44">
                  <c:v>0.555555555556</c:v>
                </c:pt>
                <c:pt idx="45">
                  <c:v>0.54347826087</c:v>
                </c:pt>
                <c:pt idx="46">
                  <c:v>0.531914893617</c:v>
                </c:pt>
                <c:pt idx="47">
                  <c:v>0.520833333333</c:v>
                </c:pt>
                <c:pt idx="48">
                  <c:v>0.510204081633</c:v>
                </c:pt>
                <c:pt idx="49">
                  <c:v>0.5</c:v>
                </c:pt>
                <c:pt idx="50">
                  <c:v>0.490196078431</c:v>
                </c:pt>
                <c:pt idx="51">
                  <c:v>0.480769230769</c:v>
                </c:pt>
                <c:pt idx="52">
                  <c:v>0.471698113208</c:v>
                </c:pt>
                <c:pt idx="53">
                  <c:v>0.462962962963</c:v>
                </c:pt>
                <c:pt idx="54">
                  <c:v>0.454545454545</c:v>
                </c:pt>
                <c:pt idx="55">
                  <c:v>0.446428571429</c:v>
                </c:pt>
                <c:pt idx="56">
                  <c:v>0.438596491228</c:v>
                </c:pt>
                <c:pt idx="57">
                  <c:v>0.431034482759</c:v>
                </c:pt>
                <c:pt idx="58">
                  <c:v>0.423728813559</c:v>
                </c:pt>
                <c:pt idx="59">
                  <c:v>0.416666666667</c:v>
                </c:pt>
                <c:pt idx="60">
                  <c:v>0.409836065574</c:v>
                </c:pt>
                <c:pt idx="61">
                  <c:v>0.403225806452</c:v>
                </c:pt>
                <c:pt idx="62">
                  <c:v>0.396825396825</c:v>
                </c:pt>
                <c:pt idx="63">
                  <c:v>0.390625</c:v>
                </c:pt>
                <c:pt idx="64">
                  <c:v>0.384615384615</c:v>
                </c:pt>
                <c:pt idx="65">
                  <c:v>0.378787878788</c:v>
                </c:pt>
                <c:pt idx="66">
                  <c:v>0.373134328358</c:v>
                </c:pt>
                <c:pt idx="67">
                  <c:v>0.367647058824</c:v>
                </c:pt>
                <c:pt idx="68">
                  <c:v>0.36231884058</c:v>
                </c:pt>
                <c:pt idx="69">
                  <c:v>0.357142857143</c:v>
                </c:pt>
                <c:pt idx="70">
                  <c:v>0.352112676056</c:v>
                </c:pt>
                <c:pt idx="71">
                  <c:v>0.347222222222</c:v>
                </c:pt>
                <c:pt idx="72">
                  <c:v>0.342465753425</c:v>
                </c:pt>
                <c:pt idx="73">
                  <c:v>0.337837837838</c:v>
                </c:pt>
                <c:pt idx="74">
                  <c:v>0.333333333333</c:v>
                </c:pt>
                <c:pt idx="75">
                  <c:v>0.328947368421</c:v>
                </c:pt>
                <c:pt idx="76">
                  <c:v>0.324675324675</c:v>
                </c:pt>
                <c:pt idx="77">
                  <c:v>0.320512820513</c:v>
                </c:pt>
                <c:pt idx="78">
                  <c:v>0.316455696203</c:v>
                </c:pt>
                <c:pt idx="79">
                  <c:v>0.3125</c:v>
                </c:pt>
                <c:pt idx="80">
                  <c:v>0.308641975309</c:v>
                </c:pt>
                <c:pt idx="81">
                  <c:v>0.30487804878</c:v>
                </c:pt>
                <c:pt idx="82">
                  <c:v>0.301204819277</c:v>
                </c:pt>
                <c:pt idx="83">
                  <c:v>0.297619047619</c:v>
                </c:pt>
                <c:pt idx="84">
                  <c:v>0.294117647059</c:v>
                </c:pt>
                <c:pt idx="85">
                  <c:v>0.290697674419</c:v>
                </c:pt>
                <c:pt idx="86">
                  <c:v>0.287356321839</c:v>
                </c:pt>
                <c:pt idx="87">
                  <c:v>0.284090909091</c:v>
                </c:pt>
                <c:pt idx="88">
                  <c:v>0.280898876404</c:v>
                </c:pt>
                <c:pt idx="89">
                  <c:v>0.277777777778</c:v>
                </c:pt>
                <c:pt idx="90">
                  <c:v>0.274725274725</c:v>
                </c:pt>
                <c:pt idx="91">
                  <c:v>0.271739130435</c:v>
                </c:pt>
                <c:pt idx="92">
                  <c:v>0.268817204301</c:v>
                </c:pt>
                <c:pt idx="93">
                  <c:v>0.265957446809</c:v>
                </c:pt>
                <c:pt idx="94">
                  <c:v>0.263157894737</c:v>
                </c:pt>
                <c:pt idx="95">
                  <c:v>0.260416666667</c:v>
                </c:pt>
                <c:pt idx="96">
                  <c:v>0.257731958763</c:v>
                </c:pt>
                <c:pt idx="97">
                  <c:v>0.255102040816</c:v>
                </c:pt>
                <c:pt idx="98">
                  <c:v>0.252525252525</c:v>
                </c:pt>
                <c:pt idx="99">
                  <c:v>0.25</c:v>
                </c:pt>
                <c:pt idx="100">
                  <c:v>0.247524752475</c:v>
                </c:pt>
                <c:pt idx="101">
                  <c:v>0.245098039216</c:v>
                </c:pt>
                <c:pt idx="102">
                  <c:v>0.242718446602</c:v>
                </c:pt>
                <c:pt idx="103">
                  <c:v>0.240384615385</c:v>
                </c:pt>
                <c:pt idx="104">
                  <c:v>0.238095238095</c:v>
                </c:pt>
                <c:pt idx="105">
                  <c:v>0.235849056604</c:v>
                </c:pt>
                <c:pt idx="106">
                  <c:v>0.233644859813</c:v>
                </c:pt>
                <c:pt idx="107">
                  <c:v>0.231481481481</c:v>
                </c:pt>
                <c:pt idx="108">
                  <c:v>0.229357798165</c:v>
                </c:pt>
                <c:pt idx="109">
                  <c:v>0.227272727273</c:v>
                </c:pt>
                <c:pt idx="110">
                  <c:v>0.225225225225</c:v>
                </c:pt>
                <c:pt idx="111">
                  <c:v>0.223214285714</c:v>
                </c:pt>
                <c:pt idx="112">
                  <c:v>0.221238938053</c:v>
                </c:pt>
                <c:pt idx="113">
                  <c:v>0.219298245614</c:v>
                </c:pt>
                <c:pt idx="114">
                  <c:v>0.217391304348</c:v>
                </c:pt>
                <c:pt idx="115">
                  <c:v>0.215517241379</c:v>
                </c:pt>
                <c:pt idx="116">
                  <c:v>0.213675213675</c:v>
                </c:pt>
                <c:pt idx="117">
                  <c:v>0.21186440678</c:v>
                </c:pt>
                <c:pt idx="118">
                  <c:v>0.210084033613</c:v>
                </c:pt>
                <c:pt idx="119">
                  <c:v>0.208333333333</c:v>
                </c:pt>
                <c:pt idx="120">
                  <c:v>0.206611570248</c:v>
                </c:pt>
                <c:pt idx="121">
                  <c:v>0.204918032787</c:v>
                </c:pt>
                <c:pt idx="122">
                  <c:v>0.20325203252</c:v>
                </c:pt>
                <c:pt idx="123">
                  <c:v>0.201612903226</c:v>
                </c:pt>
                <c:pt idx="124">
                  <c:v>0.2</c:v>
                </c:pt>
                <c:pt idx="125">
                  <c:v>0.198412698413</c:v>
                </c:pt>
                <c:pt idx="126">
                  <c:v>0.196850393701</c:v>
                </c:pt>
                <c:pt idx="127">
                  <c:v>0.1953125</c:v>
                </c:pt>
                <c:pt idx="128">
                  <c:v>0.193798449612</c:v>
                </c:pt>
                <c:pt idx="129">
                  <c:v>0.192307692308</c:v>
                </c:pt>
                <c:pt idx="130">
                  <c:v>0.190839694656</c:v>
                </c:pt>
                <c:pt idx="131">
                  <c:v>0.189393939394</c:v>
                </c:pt>
                <c:pt idx="132">
                  <c:v>0.187969924812</c:v>
                </c:pt>
                <c:pt idx="133">
                  <c:v>0.186567164179</c:v>
                </c:pt>
                <c:pt idx="134">
                  <c:v>0.185185185185</c:v>
                </c:pt>
                <c:pt idx="135">
                  <c:v>0.183823529412</c:v>
                </c:pt>
                <c:pt idx="136">
                  <c:v>0.182481751825</c:v>
                </c:pt>
                <c:pt idx="137">
                  <c:v>0.18115942029</c:v>
                </c:pt>
                <c:pt idx="138">
                  <c:v>0.179856115108</c:v>
                </c:pt>
                <c:pt idx="139">
                  <c:v>0.178571428571</c:v>
                </c:pt>
                <c:pt idx="140">
                  <c:v>0.177304964539</c:v>
                </c:pt>
                <c:pt idx="141">
                  <c:v>0.176056338028</c:v>
                </c:pt>
                <c:pt idx="142">
                  <c:v>0.174825174825</c:v>
                </c:pt>
                <c:pt idx="143">
                  <c:v>0.173611111111</c:v>
                </c:pt>
                <c:pt idx="144">
                  <c:v>0.172413793103</c:v>
                </c:pt>
                <c:pt idx="145">
                  <c:v>0.171232876712</c:v>
                </c:pt>
                <c:pt idx="146">
                  <c:v>0.170068027211</c:v>
                </c:pt>
                <c:pt idx="147">
                  <c:v>0.168918918919</c:v>
                </c:pt>
                <c:pt idx="148">
                  <c:v>0.167785234899</c:v>
                </c:pt>
                <c:pt idx="149">
                  <c:v>0.166666666667</c:v>
                </c:pt>
                <c:pt idx="150">
                  <c:v>0.165562913907</c:v>
                </c:pt>
                <c:pt idx="151">
                  <c:v>0.164473684211</c:v>
                </c:pt>
                <c:pt idx="152">
                  <c:v>0.16339869281</c:v>
                </c:pt>
                <c:pt idx="153">
                  <c:v>0.162337662338</c:v>
                </c:pt>
                <c:pt idx="154">
                  <c:v>0.161290322581</c:v>
                </c:pt>
                <c:pt idx="155">
                  <c:v>0.160256410256</c:v>
                </c:pt>
                <c:pt idx="156">
                  <c:v>0.15923566879</c:v>
                </c:pt>
                <c:pt idx="157">
                  <c:v>0.158227848101</c:v>
                </c:pt>
                <c:pt idx="158">
                  <c:v>0.157232704403</c:v>
                </c:pt>
                <c:pt idx="159">
                  <c:v>0.15625</c:v>
                </c:pt>
                <c:pt idx="160">
                  <c:v>0.155279503106</c:v>
                </c:pt>
                <c:pt idx="161">
                  <c:v>0.154320987654</c:v>
                </c:pt>
                <c:pt idx="162">
                  <c:v>0.153374233129</c:v>
                </c:pt>
                <c:pt idx="163">
                  <c:v>0.15243902439</c:v>
                </c:pt>
                <c:pt idx="164">
                  <c:v>0.151515151515</c:v>
                </c:pt>
                <c:pt idx="165">
                  <c:v>0.150602409639</c:v>
                </c:pt>
                <c:pt idx="166">
                  <c:v>0.149700598802</c:v>
                </c:pt>
                <c:pt idx="167">
                  <c:v>0.14880952381</c:v>
                </c:pt>
                <c:pt idx="168">
                  <c:v>0.147928994083</c:v>
                </c:pt>
                <c:pt idx="169">
                  <c:v>0.147058823529</c:v>
                </c:pt>
                <c:pt idx="170">
                  <c:v>0.146198830409</c:v>
                </c:pt>
                <c:pt idx="171">
                  <c:v>0.145348837209</c:v>
                </c:pt>
                <c:pt idx="172">
                  <c:v>0.14450867052</c:v>
                </c:pt>
                <c:pt idx="173">
                  <c:v>0.14367816092</c:v>
                </c:pt>
                <c:pt idx="174">
                  <c:v>0.142857142857</c:v>
                </c:pt>
                <c:pt idx="175">
                  <c:v>0.142045454545</c:v>
                </c:pt>
                <c:pt idx="176">
                  <c:v>0.141242937853</c:v>
                </c:pt>
                <c:pt idx="177">
                  <c:v>0.140449438202</c:v>
                </c:pt>
                <c:pt idx="178">
                  <c:v>0.139664804469</c:v>
                </c:pt>
                <c:pt idx="179">
                  <c:v>0.138888888889</c:v>
                </c:pt>
                <c:pt idx="180">
                  <c:v>0.138121546961</c:v>
                </c:pt>
                <c:pt idx="181">
                  <c:v>0.137362637363</c:v>
                </c:pt>
                <c:pt idx="182">
                  <c:v>0.136612021858</c:v>
                </c:pt>
                <c:pt idx="183">
                  <c:v>0.135869565217</c:v>
                </c:pt>
                <c:pt idx="184">
                  <c:v>0.135135135135</c:v>
                </c:pt>
                <c:pt idx="185">
                  <c:v>0.134408602151</c:v>
                </c:pt>
                <c:pt idx="186">
                  <c:v>0.133689839572</c:v>
                </c:pt>
                <c:pt idx="187">
                  <c:v>0.132978723404</c:v>
                </c:pt>
                <c:pt idx="188">
                  <c:v>0.132275132275</c:v>
                </c:pt>
                <c:pt idx="189">
                  <c:v>0.131578947368</c:v>
                </c:pt>
                <c:pt idx="190">
                  <c:v>0.130890052356</c:v>
                </c:pt>
                <c:pt idx="191">
                  <c:v>0.130208333333</c:v>
                </c:pt>
                <c:pt idx="192">
                  <c:v>0.129533678756</c:v>
                </c:pt>
                <c:pt idx="193">
                  <c:v>0.128865979381</c:v>
                </c:pt>
                <c:pt idx="194">
                  <c:v>0.128205128205</c:v>
                </c:pt>
                <c:pt idx="195">
                  <c:v>0.127551020408</c:v>
                </c:pt>
                <c:pt idx="196">
                  <c:v>0.126903553299</c:v>
                </c:pt>
                <c:pt idx="197">
                  <c:v>0.126262626263</c:v>
                </c:pt>
                <c:pt idx="198">
                  <c:v>0.125628140704</c:v>
                </c:pt>
                <c:pt idx="199">
                  <c:v>0.125</c:v>
                </c:pt>
              </c:numCache>
            </c:numRef>
          </c:yVal>
          <c:smooth val="0"/>
        </c:ser>
        <c:ser>
          <c:idx val="2"/>
          <c:order val="2"/>
          <c:tx>
            <c:v>CLT approximation</c:v>
          </c:tx>
          <c:spPr>
            <a:solidFill xmlns:a="http://schemas.openxmlformats.org/drawingml/2006/main">
              <a:srgbClr val="007D80"/>
            </a:solidFill>
            <a:ln xmlns:a="http://schemas.openxmlformats.org/drawingml/2006/main" w="33338">
              <a:solidFill>
                <a:srgbClr val="007D80"/>
              </a:solidFill>
              <a:prstDash val="dot"/>
            </a:ln>
          </c:spPr>
          <c:marker>
            <c:symbol val="none"/>
          </c:marker>
          <c:xVal>
            <c:numRef>
              <c:f>'Chart Data'!$E$2:$E$201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Data'!$F$2:$F$201</c:f>
              <c:numCache>
                <c:formatCode>0.000</c:formatCode>
                <c:ptCount val="200"/>
                <c:pt idx="0">
                  <c:v>0.841480581122</c:v>
                </c:pt>
                <c:pt idx="1">
                  <c:v>0.77729741079</c:v>
                </c:pt>
                <c:pt idx="2">
                  <c:v>0.729034489539</c:v>
                </c:pt>
                <c:pt idx="3">
                  <c:v>0.689156516779</c:v>
                </c:pt>
                <c:pt idx="4">
                  <c:v>0.654720846019</c:v>
                </c:pt>
                <c:pt idx="5">
                  <c:v>0.624206114766</c:v>
                </c:pt>
                <c:pt idx="6">
                  <c:v>0.596701216729</c:v>
                </c:pt>
                <c:pt idx="7">
                  <c:v>0.571607644953</c:v>
                </c:pt>
                <c:pt idx="8">
                  <c:v>0.5485062355</c:v>
                </c:pt>
                <c:pt idx="9">
                  <c:v>0.527089256866</c:v>
                </c:pt>
                <c:pt idx="10">
                  <c:v>0.50712245536</c:v>
                </c:pt>
                <c:pt idx="11">
                  <c:v>0.488422316623</c:v>
                </c:pt>
                <c:pt idx="12">
                  <c:v>0.470841681991</c:v>
                </c:pt>
                <c:pt idx="13">
                  <c:v>0.454260242567</c:v>
                </c:pt>
                <c:pt idx="14">
                  <c:v>0.438578026081</c:v>
                </c:pt>
                <c:pt idx="15">
                  <c:v>0.423710797167</c:v>
                </c:pt>
                <c:pt idx="16">
                  <c:v>0.409586724121</c:v>
                </c:pt>
                <c:pt idx="17">
                  <c:v>0.396143909152</c:v>
                </c:pt>
                <c:pt idx="18">
                  <c:v>0.383328522648</c:v>
                </c:pt>
                <c:pt idx="19">
                  <c:v>0.371093369523</c:v>
                </c:pt>
                <c:pt idx="20">
                  <c:v>0.359396770821</c:v>
                </c:pt>
                <c:pt idx="21">
                  <c:v>0.348201679413</c:v>
                </c:pt>
                <c:pt idx="22">
                  <c:v>0.337474972266</c:v>
                </c:pt>
                <c:pt idx="23">
                  <c:v>0.32718687779</c:v>
                </c:pt>
                <c:pt idx="24">
                  <c:v>0.317310507863</c:v>
                </c:pt>
                <c:pt idx="25">
                  <c:v>0.307821471909</c:v>
                </c:pt>
                <c:pt idx="26">
                  <c:v>0.298697555995</c:v>
                </c:pt>
                <c:pt idx="27">
                  <c:v>0.289918453943</c:v>
                </c:pt>
                <c:pt idx="28">
                  <c:v>0.281465540432</c:v>
                </c:pt>
                <c:pt idx="29">
                  <c:v>0.273321678292</c:v>
                </c:pt>
                <c:pt idx="30">
                  <c:v>0.265471053824</c:v>
                </c:pt>
                <c:pt idx="31">
                  <c:v>0.257899035292</c:v>
                </c:pt>
                <c:pt idx="32">
                  <c:v>0.250592050686</c:v>
                </c:pt>
                <c:pt idx="33">
                  <c:v>0.24353748159</c:v>
                </c:pt>
                <c:pt idx="34">
                  <c:v>0.236723570638</c:v>
                </c:pt>
                <c:pt idx="35">
                  <c:v>0.230139340443</c:v>
                </c:pt>
                <c:pt idx="36">
                  <c:v>0.223774522302</c:v>
                </c:pt>
                <c:pt idx="37">
                  <c:v>0.217619493247</c:v>
                </c:pt>
                <c:pt idx="38">
                  <c:v>0.211665220269</c:v>
                </c:pt>
                <c:pt idx="39">
                  <c:v>0.205903210732</c:v>
                </c:pt>
                <c:pt idx="40">
                  <c:v>0.200325468131</c:v>
                </c:pt>
                <c:pt idx="41">
                  <c:v>0.194924452514</c:v>
                </c:pt>
                <c:pt idx="42">
                  <c:v>0.189693044961</c:v>
                </c:pt>
                <c:pt idx="43">
                  <c:v>0.184624515623</c:v>
                </c:pt>
                <c:pt idx="44">
                  <c:v>0.179712494879</c:v>
                </c:pt>
                <c:pt idx="45">
                  <c:v>0.174950947248</c:v>
                </c:pt>
                <c:pt idx="46">
                  <c:v>0.170334147738</c:v>
                </c:pt>
                <c:pt idx="47">
                  <c:v>0.165856660343</c:v>
                </c:pt>
                <c:pt idx="48">
                  <c:v>0.161513318468</c:v>
                </c:pt>
                <c:pt idx="49">
                  <c:v>0.15729920705</c:v>
                </c:pt>
                <c:pt idx="50">
                  <c:v>0.15320964622</c:v>
                </c:pt>
                <c:pt idx="51">
                  <c:v>0.149240176315</c:v>
                </c:pt>
                <c:pt idx="52">
                  <c:v>0.145386544136</c:v>
                </c:pt>
                <c:pt idx="53">
                  <c:v>0.141644690295</c:v>
                </c:pt>
                <c:pt idx="54">
                  <c:v>0.138010737569</c:v>
                </c:pt>
                <c:pt idx="55">
                  <c:v>0.134480980144</c:v>
                </c:pt>
                <c:pt idx="56">
                  <c:v>0.131051873684</c:v>
                </c:pt>
                <c:pt idx="57">
                  <c:v>0.12772002613</c:v>
                </c:pt>
                <c:pt idx="58">
                  <c:v>0.124482189177</c:v>
                </c:pt>
                <c:pt idx="59">
                  <c:v>0.121335250358</c:v>
                </c:pt>
                <c:pt idx="60">
                  <c:v>0.118276225689</c:v>
                </c:pt>
                <c:pt idx="61">
                  <c:v>0.11530225282</c:v>
                </c:pt>
                <c:pt idx="62">
                  <c:v>0.112410584655</c:v>
                </c:pt>
                <c:pt idx="63">
                  <c:v>0.109598583399</c:v>
                </c:pt>
                <c:pt idx="64">
                  <c:v>0.106863714993</c:v>
                </c:pt>
                <c:pt idx="65">
                  <c:v>0.104203543916</c:v>
                </c:pt>
                <c:pt idx="66">
                  <c:v>0.101615728311</c:v>
                </c:pt>
                <c:pt idx="67">
                  <c:v>0.0990980154218</c:v>
                </c:pt>
                <c:pt idx="68">
                  <c:v>0.0966482373122</c:v>
                </c:pt>
                <c:pt idx="69">
                  <c:v>0.0942643068412</c:v>
                </c:pt>
                <c:pt idx="70">
                  <c:v>0.0919442138832</c:v>
                </c:pt>
                <c:pt idx="71">
                  <c:v>0.0896860217704</c:v>
                </c:pt>
                <c:pt idx="72">
                  <c:v>0.0874878639422</c:v>
                </c:pt>
                <c:pt idx="73">
                  <c:v>0.0853479407872</c:v>
                </c:pt>
                <c:pt idx="74">
                  <c:v>0.0832645166636</c:v>
                </c:pt>
                <c:pt idx="75">
                  <c:v>0.081235917086</c:v>
                </c:pt>
                <c:pt idx="76">
                  <c:v>0.0792605260676</c:v>
                </c:pt>
                <c:pt idx="77">
                  <c:v>0.0773367836061</c:v>
                </c:pt>
                <c:pt idx="78">
                  <c:v>0.075463183305</c:v>
                </c:pt>
                <c:pt idx="79">
                  <c:v>0.0736382701203</c:v>
                </c:pt>
                <c:pt idx="80">
                  <c:v>0.0718606382259</c:v>
                </c:pt>
                <c:pt idx="81">
                  <c:v>0.0701289289878</c:v>
                </c:pt>
                <c:pt idx="82">
                  <c:v>0.0684418290433</c:v>
                </c:pt>
                <c:pt idx="83">
                  <c:v>0.0667980684751</c:v>
                </c:pt>
                <c:pt idx="84">
                  <c:v>0.0651964190781</c:v>
                </c:pt>
                <c:pt idx="85">
                  <c:v>0.06363569271</c:v>
                </c:pt>
                <c:pt idx="86">
                  <c:v>0.062114739723</c:v>
                </c:pt>
                <c:pt idx="87">
                  <c:v>0.0606324474706</c:v>
                </c:pt>
                <c:pt idx="88">
                  <c:v>0.0591877388854</c:v>
                </c:pt>
                <c:pt idx="89">
                  <c:v>0.0577795711236</c:v>
                </c:pt>
                <c:pt idx="90">
                  <c:v>0.0564069342732</c:v>
                </c:pt>
                <c:pt idx="91">
                  <c:v>0.0550688501208</c:v>
                </c:pt>
                <c:pt idx="92">
                  <c:v>0.0537643709751</c:v>
                </c:pt>
                <c:pt idx="93">
                  <c:v>0.0524925785432</c:v>
                </c:pt>
                <c:pt idx="94">
                  <c:v>0.0512525828574</c:v>
                </c:pt>
                <c:pt idx="95">
                  <c:v>0.0500435212487</c:v>
                </c:pt>
                <c:pt idx="96">
                  <c:v>0.0488645573661</c:v>
                </c:pt>
                <c:pt idx="97">
                  <c:v>0.0477148802374</c:v>
                </c:pt>
                <c:pt idx="98">
                  <c:v>0.0465937033711</c:v>
                </c:pt>
                <c:pt idx="99">
                  <c:v>0.0455002638964</c:v>
                </c:pt>
                <c:pt idx="100">
                  <c:v>0.0444338217384</c:v>
                </c:pt>
                <c:pt idx="101">
                  <c:v>0.0433936588293</c:v>
                </c:pt>
                <c:pt idx="102">
                  <c:v>0.042379078351</c:v>
                </c:pt>
                <c:pt idx="103">
                  <c:v>0.0413894040091</c:v>
                </c:pt>
                <c:pt idx="104">
                  <c:v>0.0404239793369</c:v>
                </c:pt>
                <c:pt idx="105">
                  <c:v>0.0394821670263</c:v>
                </c:pt>
                <c:pt idx="106">
                  <c:v>0.0385633482868</c:v>
                </c:pt>
                <c:pt idx="107">
                  <c:v>0.0376669222286</c:v>
                </c:pt>
                <c:pt idx="108">
                  <c:v>0.0367923052713</c:v>
                </c:pt>
                <c:pt idx="109">
                  <c:v>0.035938930574</c:v>
                </c:pt>
                <c:pt idx="110">
                  <c:v>0.0351062474893</c:v>
                </c:pt>
                <c:pt idx="111">
                  <c:v>0.0342937210365</c:v>
                </c:pt>
                <c:pt idx="112">
                  <c:v>0.0335008313961</c:v>
                </c:pt>
                <c:pt idx="113">
                  <c:v>0.032727073423</c:v>
                </c:pt>
                <c:pt idx="114">
                  <c:v>0.0319719561776</c:v>
                </c:pt>
                <c:pt idx="115">
                  <c:v>0.031235002475</c:v>
                </c:pt>
                <c:pt idx="116">
                  <c:v>0.0305157484504</c:v>
                </c:pt>
                <c:pt idx="117">
                  <c:v>0.0298137431406</c:v>
                </c:pt>
                <c:pt idx="118">
                  <c:v>0.0291285480809</c:v>
                </c:pt>
                <c:pt idx="119">
                  <c:v>0.0284597369163</c:v>
                </c:pt>
                <c:pt idx="120">
                  <c:v>0.027806895027</c:v>
                </c:pt>
                <c:pt idx="121">
                  <c:v>0.0271696191669</c:v>
                </c:pt>
                <c:pt idx="122">
                  <c:v>0.0265475171155</c:v>
                </c:pt>
                <c:pt idx="123">
                  <c:v>0.0259402073412</c:v>
                </c:pt>
                <c:pt idx="124">
                  <c:v>0.0253473186775</c:v>
                </c:pt>
                <c:pt idx="125">
                  <c:v>0.0247684900093</c:v>
                </c:pt>
                <c:pt idx="126">
                  <c:v>0.0242033699713</c:v>
                </c:pt>
                <c:pt idx="127">
                  <c:v>0.0236516166554</c:v>
                </c:pt>
                <c:pt idx="128">
                  <c:v>0.0231128973293</c:v>
                </c:pt>
                <c:pt idx="129">
                  <c:v>0.0225868881642</c:v>
                </c:pt>
                <c:pt idx="130">
                  <c:v>0.0220732739712</c:v>
                </c:pt>
                <c:pt idx="131">
                  <c:v>0.0215717479477</c:v>
                </c:pt>
                <c:pt idx="132">
                  <c:v>0.021082011431</c:v>
                </c:pt>
                <c:pt idx="133">
                  <c:v>0.020603773661</c:v>
                </c:pt>
                <c:pt idx="134">
                  <c:v>0.0201367515503</c:v>
                </c:pt>
                <c:pt idx="135">
                  <c:v>0.0196806694623</c:v>
                </c:pt>
                <c:pt idx="136">
                  <c:v>0.0192352589958</c:v>
                </c:pt>
                <c:pt idx="137">
                  <c:v>0.018800258777</c:v>
                </c:pt>
                <c:pt idx="138">
                  <c:v>0.018375414259</c:v>
                </c:pt>
                <c:pt idx="139">
                  <c:v>0.0179604775261</c:v>
                </c:pt>
                <c:pt idx="140">
                  <c:v>0.0175552071058</c:v>
                </c:pt>
                <c:pt idx="141">
                  <c:v>0.0171593677861</c:v>
                </c:pt>
                <c:pt idx="142">
                  <c:v>0.0167727304391</c:v>
                </c:pt>
                <c:pt idx="143">
                  <c:v>0.0163950718492</c:v>
                </c:pt>
                <c:pt idx="144">
                  <c:v>0.016026174548</c:v>
                </c:pt>
                <c:pt idx="145">
                  <c:v>0.0156658266532</c:v>
                </c:pt>
                <c:pt idx="146">
                  <c:v>0.0153138217134</c:v>
                </c:pt>
                <c:pt idx="147">
                  <c:v>0.014969958557</c:v>
                </c:pt>
                <c:pt idx="148">
                  <c:v>0.0146340411462</c:v>
                </c:pt>
                <c:pt idx="149">
                  <c:v>0.0143058784354</c:v>
                </c:pt>
                <c:pt idx="150">
                  <c:v>0.0139852842339</c:v>
                </c:pt>
                <c:pt idx="151">
                  <c:v>0.0136720770727</c:v>
                </c:pt>
                <c:pt idx="152">
                  <c:v>0.0133660800754</c:v>
                </c:pt>
                <c:pt idx="153">
                  <c:v>0.0130671208332</c:v>
                </c:pt>
                <c:pt idx="154">
                  <c:v>0.0127750312831</c:v>
                </c:pt>
                <c:pt idx="155">
                  <c:v>0.0124896475905</c:v>
                </c:pt>
                <c:pt idx="156">
                  <c:v>0.0122108100348</c:v>
                </c:pt>
                <c:pt idx="157">
                  <c:v>0.0119383628984</c:v>
                </c:pt>
                <c:pt idx="158">
                  <c:v>0.0116721543591</c:v>
                </c:pt>
                <c:pt idx="159">
                  <c:v>0.011412036386</c:v>
                </c:pt>
                <c:pt idx="160">
                  <c:v>0.0111578646377</c:v>
                </c:pt>
                <c:pt idx="161">
                  <c:v>0.0109094983643</c:v>
                </c:pt>
                <c:pt idx="162">
                  <c:v>0.0106668003115</c:v>
                </c:pt>
                <c:pt idx="163">
                  <c:v>0.0104296366282</c:v>
                </c:pt>
                <c:pt idx="164">
                  <c:v>0.0101978767762</c:v>
                </c:pt>
                <c:pt idx="165">
                  <c:v>0.00997139344314</c:v>
                </c:pt>
                <c:pt idx="166">
                  <c:v>0.00975006245689</c:v>
                </c:pt>
                <c:pt idx="167">
                  <c:v>0.00953376270362</c:v>
                </c:pt>
                <c:pt idx="168">
                  <c:v>0.00932237604744</c:v>
                </c:pt>
                <c:pt idx="169">
                  <c:v>0.00911578725251</c:v>
                </c:pt>
                <c:pt idx="170">
                  <c:v>0.00891388390744</c:v>
                </c:pt>
                <c:pt idx="171">
                  <c:v>0.00871655635175</c:v>
                </c:pt>
                <c:pt idx="172">
                  <c:v>0.00852369760443</c:v>
                </c:pt>
                <c:pt idx="173">
                  <c:v>0.00833520329449</c:v>
                </c:pt>
                <c:pt idx="174">
                  <c:v>0.0081509715935</c:v>
                </c:pt>
                <c:pt idx="175">
                  <c:v>0.00797090314998</c:v>
                </c:pt>
                <c:pt idx="176">
                  <c:v>0.0077949010256</c:v>
                </c:pt>
                <c:pt idx="177">
                  <c:v>0.00762287063321</c:v>
                </c:pt>
                <c:pt idx="178">
                  <c:v>0.00745471967652</c:v>
                </c:pt>
                <c:pt idx="179">
                  <c:v>0.00729035809154</c:v>
                </c:pt>
                <c:pt idx="180">
                  <c:v>0.00712969798947</c:v>
                </c:pt>
                <c:pt idx="181">
                  <c:v>0.00697265360139</c:v>
                </c:pt>
                <c:pt idx="182">
                  <c:v>0.0068191412242</c:v>
                </c:pt>
                <c:pt idx="183">
                  <c:v>0.0066690791683</c:v>
                </c:pt>
                <c:pt idx="184">
                  <c:v>0.00652238770647</c:v>
                </c:pt>
                <c:pt idx="185">
                  <c:v>0.00637898902427</c:v>
                </c:pt>
                <c:pt idx="186">
                  <c:v>0.00623880717178</c:v>
                </c:pt>
                <c:pt idx="187">
                  <c:v>0.00610176801655</c:v>
                </c:pt>
                <c:pt idx="188">
                  <c:v>0.00596779919796</c:v>
                </c:pt>
                <c:pt idx="189">
                  <c:v>0.00583683008265</c:v>
                </c:pt>
                <c:pt idx="190">
                  <c:v>0.00570879172128</c:v>
                </c:pt>
                <c:pt idx="191">
                  <c:v>0.00558361680638</c:v>
                </c:pt>
                <c:pt idx="192">
                  <c:v>0.00546123963132</c:v>
                </c:pt>
                <c:pt idx="193">
                  <c:v>0.00534159605043</c:v>
                </c:pt>
                <c:pt idx="194">
                  <c:v>0.00522462344006</c:v>
                </c:pt>
                <c:pt idx="195">
                  <c:v>0.00511026066086</c:v>
                </c:pt>
                <c:pt idx="196">
                  <c:v>0.00499844802084</c:v>
                </c:pt>
                <c:pt idx="197">
                  <c:v>0.00488912723961</c:v>
                </c:pt>
                <c:pt idx="198">
                  <c:v>0.00478224141339</c:v>
                </c:pt>
                <c:pt idx="199">
                  <c:v>0.00467773498105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logBase val="10"/>
          <c:orientation val="minMax"/>
          <c:max val="1"/>
          <c:min val="0.00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P(|average − 5| &gt; 1), log scale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Number of observations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Independent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Data'!$A$2:$A$1001</c:f>
              <c:numCache>
                <c:formatCode>General</c:formatCode>
                <c:ptCount val="1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</c:numCache>
            </c:numRef>
          </c:xVal>
          <c:yVal>
            <c:numRef>
              <c:f>'Chart Data'!$B$2:$B$1001</c:f>
              <c:numCache>
                <c:formatCode>0.0</c:formatCode>
                <c:ptCount val="1000"/>
                <c:pt idx="0">
                  <c:v>1</c:v>
                </c:pt>
                <c:pt idx="1">
                  <c:v>0.707106781187</c:v>
                </c:pt>
                <c:pt idx="2">
                  <c:v>0.57735026919</c:v>
                </c:pt>
                <c:pt idx="3">
                  <c:v>0.5</c:v>
                </c:pt>
                <c:pt idx="4">
                  <c:v>0.4472135955</c:v>
                </c:pt>
                <c:pt idx="5">
                  <c:v>0.408248290464</c:v>
                </c:pt>
                <c:pt idx="6">
                  <c:v>0.377964473009</c:v>
                </c:pt>
                <c:pt idx="7">
                  <c:v>0.353553390593</c:v>
                </c:pt>
                <c:pt idx="8">
                  <c:v>0.333333333333</c:v>
                </c:pt>
                <c:pt idx="9">
                  <c:v>0.316227766017</c:v>
                </c:pt>
                <c:pt idx="10">
                  <c:v>0.301511344578</c:v>
                </c:pt>
                <c:pt idx="11">
                  <c:v>0.288675134595</c:v>
                </c:pt>
                <c:pt idx="12">
                  <c:v>0.277350098113</c:v>
                </c:pt>
                <c:pt idx="13">
                  <c:v>0.267261241912</c:v>
                </c:pt>
                <c:pt idx="14">
                  <c:v>0.258198889747</c:v>
                </c:pt>
                <c:pt idx="15">
                  <c:v>0.25</c:v>
                </c:pt>
                <c:pt idx="16">
                  <c:v>0.242535625036</c:v>
                </c:pt>
                <c:pt idx="17">
                  <c:v>0.235702260396</c:v>
                </c:pt>
                <c:pt idx="18">
                  <c:v>0.229415733871</c:v>
                </c:pt>
                <c:pt idx="19">
                  <c:v>0.22360679775</c:v>
                </c:pt>
                <c:pt idx="20">
                  <c:v>0.218217890236</c:v>
                </c:pt>
                <c:pt idx="21">
                  <c:v>0.213200716356</c:v>
                </c:pt>
                <c:pt idx="22">
                  <c:v>0.208514414057</c:v>
                </c:pt>
                <c:pt idx="23">
                  <c:v>0.204124145232</c:v>
                </c:pt>
                <c:pt idx="24">
                  <c:v>0.2</c:v>
                </c:pt>
                <c:pt idx="25">
                  <c:v>0.196116135138</c:v>
                </c:pt>
                <c:pt idx="26">
                  <c:v>0.19245008973</c:v>
                </c:pt>
                <c:pt idx="27">
                  <c:v>0.188982236505</c:v>
                </c:pt>
                <c:pt idx="28">
                  <c:v>0.185695338177</c:v>
                </c:pt>
                <c:pt idx="29">
                  <c:v>0.182574185835</c:v>
                </c:pt>
                <c:pt idx="30">
                  <c:v>0.179605302027</c:v>
                </c:pt>
                <c:pt idx="31">
                  <c:v>0.176776695297</c:v>
                </c:pt>
                <c:pt idx="32">
                  <c:v>0.174077655956</c:v>
                </c:pt>
                <c:pt idx="33">
                  <c:v>0.171498585143</c:v>
                </c:pt>
                <c:pt idx="34">
                  <c:v>0.169030850946</c:v>
                </c:pt>
                <c:pt idx="35">
                  <c:v>0.166666666667</c:v>
                </c:pt>
                <c:pt idx="36">
                  <c:v>0.164398987305</c:v>
                </c:pt>
                <c:pt idx="37">
                  <c:v>0.162221421131</c:v>
                </c:pt>
                <c:pt idx="38">
                  <c:v>0.160128153805</c:v>
                </c:pt>
                <c:pt idx="39">
                  <c:v>0.158113883008</c:v>
                </c:pt>
                <c:pt idx="40">
                  <c:v>0.156173761889</c:v>
                </c:pt>
                <c:pt idx="41">
                  <c:v>0.154303349962</c:v>
                </c:pt>
                <c:pt idx="42">
                  <c:v>0.152498570333</c:v>
                </c:pt>
                <c:pt idx="43">
                  <c:v>0.150755672289</c:v>
                </c:pt>
                <c:pt idx="44">
                  <c:v>0.1490711985</c:v>
                </c:pt>
                <c:pt idx="45">
                  <c:v>0.147441956155</c:v>
                </c:pt>
                <c:pt idx="46">
                  <c:v>0.145864991498</c:v>
                </c:pt>
                <c:pt idx="47">
                  <c:v>0.144337567297</c:v>
                </c:pt>
                <c:pt idx="48">
                  <c:v>0.142857142857</c:v>
                </c:pt>
                <c:pt idx="49">
                  <c:v>0.141421356237</c:v>
                </c:pt>
                <c:pt idx="50">
                  <c:v>0.140028008403</c:v>
                </c:pt>
                <c:pt idx="51">
                  <c:v>0.138675049056</c:v>
                </c:pt>
                <c:pt idx="52">
                  <c:v>0.137360563949</c:v>
                </c:pt>
                <c:pt idx="53">
                  <c:v>0.136082763488</c:v>
                </c:pt>
                <c:pt idx="54">
                  <c:v>0.134839972493</c:v>
                </c:pt>
                <c:pt idx="55">
                  <c:v>0.133630620956</c:v>
                </c:pt>
                <c:pt idx="56">
                  <c:v>0.132453235707</c:v>
                </c:pt>
                <c:pt idx="57">
                  <c:v>0.13130643286</c:v>
                </c:pt>
                <c:pt idx="58">
                  <c:v>0.130188910981</c:v>
                </c:pt>
                <c:pt idx="59">
                  <c:v>0.129099444874</c:v>
                </c:pt>
                <c:pt idx="60">
                  <c:v>0.128036879933</c:v>
                </c:pt>
                <c:pt idx="61">
                  <c:v>0.127000127</c:v>
                </c:pt>
                <c:pt idx="62">
                  <c:v>0.12598815767</c:v>
                </c:pt>
                <c:pt idx="63">
                  <c:v>0.125</c:v>
                </c:pt>
                <c:pt idx="64">
                  <c:v>0.124034734589</c:v>
                </c:pt>
                <c:pt idx="65">
                  <c:v>0.123091490979</c:v>
                </c:pt>
                <c:pt idx="66">
                  <c:v>0.122169444356</c:v>
                </c:pt>
                <c:pt idx="67">
                  <c:v>0.121267812518</c:v>
                </c:pt>
                <c:pt idx="68">
                  <c:v>0.120385853086</c:v>
                </c:pt>
                <c:pt idx="69">
                  <c:v>0.119522860933</c:v>
                </c:pt>
                <c:pt idx="70">
                  <c:v>0.118678165819</c:v>
                </c:pt>
                <c:pt idx="71">
                  <c:v>0.117851130198</c:v>
                </c:pt>
                <c:pt idx="72">
                  <c:v>0.117041147196</c:v>
                </c:pt>
                <c:pt idx="73">
                  <c:v>0.116247638744</c:v>
                </c:pt>
                <c:pt idx="74">
                  <c:v>0.115470053838</c:v>
                </c:pt>
                <c:pt idx="75">
                  <c:v>0.114707866935</c:v>
                </c:pt>
                <c:pt idx="76">
                  <c:v>0.11396057646</c:v>
                </c:pt>
                <c:pt idx="77">
                  <c:v>0.113227703414</c:v>
                </c:pt>
                <c:pt idx="78">
                  <c:v>0.112508790093</c:v>
                </c:pt>
                <c:pt idx="79">
                  <c:v>0.111803398875</c:v>
                </c:pt>
                <c:pt idx="80">
                  <c:v>0.111111111111</c:v>
                </c:pt>
                <c:pt idx="81">
                  <c:v>0.110431526075</c:v>
                </c:pt>
                <c:pt idx="82">
                  <c:v>0.10976425999</c:v>
                </c:pt>
                <c:pt idx="83">
                  <c:v>0.109108945118</c:v>
                </c:pt>
                <c:pt idx="84">
                  <c:v>0.108465228909</c:v>
                </c:pt>
                <c:pt idx="85">
                  <c:v>0.107832773203</c:v>
                </c:pt>
                <c:pt idx="86">
                  <c:v>0.107211253484</c:v>
                </c:pt>
                <c:pt idx="87">
                  <c:v>0.106600358178</c:v>
                </c:pt>
                <c:pt idx="88">
                  <c:v>0.105999788001</c:v>
                </c:pt>
                <c:pt idx="89">
                  <c:v>0.105409255339</c:v>
                </c:pt>
                <c:pt idx="90">
                  <c:v>0.104828483672</c:v>
                </c:pt>
                <c:pt idx="91">
                  <c:v>0.104257207029</c:v>
                </c:pt>
                <c:pt idx="92">
                  <c:v>0.103695169473</c:v>
                </c:pt>
                <c:pt idx="93">
                  <c:v>0.103142124626</c:v>
                </c:pt>
                <c:pt idx="94">
                  <c:v>0.102597835209</c:v>
                </c:pt>
                <c:pt idx="95">
                  <c:v>0.102062072616</c:v>
                </c:pt>
                <c:pt idx="96">
                  <c:v>0.101534616513</c:v>
                </c:pt>
                <c:pt idx="97">
                  <c:v>0.101015254455</c:v>
                </c:pt>
                <c:pt idx="98">
                  <c:v>0.100503781526</c:v>
                </c:pt>
                <c:pt idx="99">
                  <c:v>0.1</c:v>
                </c:pt>
                <c:pt idx="100">
                  <c:v>0.099503719021</c:v>
                </c:pt>
                <c:pt idx="101">
                  <c:v>0.0990147542977</c:v>
                </c:pt>
                <c:pt idx="102">
                  <c:v>0.0985329278164</c:v>
                </c:pt>
                <c:pt idx="103">
                  <c:v>0.0980580675691</c:v>
                </c:pt>
                <c:pt idx="104">
                  <c:v>0.0975900072949</c:v>
                </c:pt>
                <c:pt idx="105">
                  <c:v>0.0971285862357</c:v>
                </c:pt>
                <c:pt idx="106">
                  <c:v>0.0966736489046</c:v>
                </c:pt>
                <c:pt idx="107">
                  <c:v>0.0962250448649</c:v>
                </c:pt>
                <c:pt idx="108">
                  <c:v>0.0957826285221</c:v>
                </c:pt>
                <c:pt idx="109">
                  <c:v>0.0953462589246</c:v>
                </c:pt>
                <c:pt idx="110">
                  <c:v>0.0949157995752</c:v>
                </c:pt>
                <c:pt idx="111">
                  <c:v>0.0944911182523</c:v>
                </c:pt>
                <c:pt idx="112">
                  <c:v>0.0940720868384</c:v>
                </c:pt>
                <c:pt idx="113">
                  <c:v>0.0936585811582</c:v>
                </c:pt>
                <c:pt idx="114">
                  <c:v>0.093250480824</c:v>
                </c:pt>
                <c:pt idx="115">
                  <c:v>0.0928476690885</c:v>
                </c:pt>
                <c:pt idx="116">
                  <c:v>0.0924500327042</c:v>
                </c:pt>
                <c:pt idx="117">
                  <c:v>0.0920574617898</c:v>
                </c:pt>
                <c:pt idx="118">
                  <c:v>0.0916698497028</c:v>
                </c:pt>
                <c:pt idx="119">
                  <c:v>0.0912870929175</c:v>
                </c:pt>
                <c:pt idx="120">
                  <c:v>0.0909090909091</c:v>
                </c:pt>
                <c:pt idx="121">
                  <c:v>0.0905357460425</c:v>
                </c:pt>
                <c:pt idx="122">
                  <c:v>0.0901669634667</c:v>
                </c:pt>
                <c:pt idx="123">
                  <c:v>0.0898026510134</c:v>
                </c:pt>
                <c:pt idx="124">
                  <c:v>0.0894427191</c:v>
                </c:pt>
                <c:pt idx="125">
                  <c:v>0.0890870806375</c:v>
                </c:pt>
                <c:pt idx="126">
                  <c:v>0.0887356509416</c:v>
                </c:pt>
                <c:pt idx="127">
                  <c:v>0.0883883476483</c:v>
                </c:pt>
                <c:pt idx="128">
                  <c:v>0.0880450906326</c:v>
                </c:pt>
                <c:pt idx="129">
                  <c:v>0.0877058019307</c:v>
                </c:pt>
                <c:pt idx="130">
                  <c:v>0.0873704056661</c:v>
                </c:pt>
                <c:pt idx="131">
                  <c:v>0.0870388279778</c:v>
                </c:pt>
                <c:pt idx="132">
                  <c:v>0.0867109969524</c:v>
                </c:pt>
                <c:pt idx="133">
                  <c:v>0.0863868425581</c:v>
                </c:pt>
                <c:pt idx="134">
                  <c:v>0.0860662965824</c:v>
                </c:pt>
                <c:pt idx="135">
                  <c:v>0.0857492925713</c:v>
                </c:pt>
                <c:pt idx="136">
                  <c:v>0.0854357657717</c:v>
                </c:pt>
                <c:pt idx="137">
                  <c:v>0.0851256530759</c:v>
                </c:pt>
                <c:pt idx="138">
                  <c:v>0.084818892968</c:v>
                </c:pt>
                <c:pt idx="139">
                  <c:v>0.0845154254729</c:v>
                </c:pt>
                <c:pt idx="140">
                  <c:v>0.0842151921067</c:v>
                </c:pt>
                <c:pt idx="141">
                  <c:v>0.0839181358297</c:v>
                </c:pt>
                <c:pt idx="142">
                  <c:v>0.0836242010007</c:v>
                </c:pt>
                <c:pt idx="143">
                  <c:v>0.0833333333333</c:v>
                </c:pt>
                <c:pt idx="144">
                  <c:v>0.0830454798537</c:v>
                </c:pt>
                <c:pt idx="145">
                  <c:v>0.0827605888602</c:v>
                </c:pt>
                <c:pt idx="146">
                  <c:v>0.0824786098842</c:v>
                </c:pt>
                <c:pt idx="147">
                  <c:v>0.0821994936527</c:v>
                </c:pt>
                <c:pt idx="148">
                  <c:v>0.0819231920519</c:v>
                </c:pt>
                <c:pt idx="149">
                  <c:v>0.0816496580928</c:v>
                </c:pt>
                <c:pt idx="150">
                  <c:v>0.0813788458771</c:v>
                </c:pt>
                <c:pt idx="151">
                  <c:v>0.0811107105654</c:v>
                </c:pt>
                <c:pt idx="152">
                  <c:v>0.0808452083454</c:v>
                </c:pt>
                <c:pt idx="153">
                  <c:v>0.0805822964025</c:v>
                </c:pt>
                <c:pt idx="154">
                  <c:v>0.0803219328902</c:v>
                </c:pt>
                <c:pt idx="155">
                  <c:v>0.0800640769025</c:v>
                </c:pt>
                <c:pt idx="156">
                  <c:v>0.0798086884468</c:v>
                </c:pt>
                <c:pt idx="157">
                  <c:v>0.0795557284176</c:v>
                </c:pt>
                <c:pt idx="158">
                  <c:v>0.0793051585718</c:v>
                </c:pt>
                <c:pt idx="159">
                  <c:v>0.0790569415042</c:v>
                </c:pt>
                <c:pt idx="160">
                  <c:v>0.0788110406239</c:v>
                </c:pt>
                <c:pt idx="161">
                  <c:v>0.0785674201318</c:v>
                </c:pt>
                <c:pt idx="162">
                  <c:v>0.0783260449988</c:v>
                </c:pt>
                <c:pt idx="163">
                  <c:v>0.0780868809443</c:v>
                </c:pt>
                <c:pt idx="164">
                  <c:v>0.0778498944162</c:v>
                </c:pt>
                <c:pt idx="165">
                  <c:v>0.0776150525706</c:v>
                </c:pt>
                <c:pt idx="166">
                  <c:v>0.0773823232534</c:v>
                </c:pt>
                <c:pt idx="167">
                  <c:v>0.077151674981</c:v>
                </c:pt>
                <c:pt idx="168">
                  <c:v>0.0769230769231</c:v>
                </c:pt>
                <c:pt idx="169">
                  <c:v>0.0766964988847</c:v>
                </c:pt>
                <c:pt idx="170">
                  <c:v>0.0764719112902</c:v>
                </c:pt>
                <c:pt idx="171">
                  <c:v>0.0762492851663</c:v>
                </c:pt>
                <c:pt idx="172">
                  <c:v>0.076028592127</c:v>
                </c:pt>
                <c:pt idx="173">
                  <c:v>0.0758098043579</c:v>
                </c:pt>
                <c:pt idx="174">
                  <c:v>0.0755928946018</c:v>
                </c:pt>
                <c:pt idx="175">
                  <c:v>0.0753778361444</c:v>
                </c:pt>
                <c:pt idx="176">
                  <c:v>0.0751646028003</c:v>
                </c:pt>
                <c:pt idx="177">
                  <c:v>0.0749531688996</c:v>
                </c:pt>
                <c:pt idx="178">
                  <c:v>0.0747435092752</c:v>
                </c:pt>
                <c:pt idx="179">
                  <c:v>0.07453559925</c:v>
                </c:pt>
                <c:pt idx="180">
                  <c:v>0.0743294146247</c:v>
                </c:pt>
                <c:pt idx="181">
                  <c:v>0.0741249316661</c:v>
                </c:pt>
                <c:pt idx="182">
                  <c:v>0.0739221270955</c:v>
                </c:pt>
                <c:pt idx="183">
                  <c:v>0.0737209780774</c:v>
                </c:pt>
                <c:pt idx="184">
                  <c:v>0.0735214622094</c:v>
                </c:pt>
                <c:pt idx="185">
                  <c:v>0.0733235575107</c:v>
                </c:pt>
                <c:pt idx="186">
                  <c:v>0.0731272424127</c:v>
                </c:pt>
                <c:pt idx="187">
                  <c:v>0.0729324957489</c:v>
                </c:pt>
                <c:pt idx="188">
                  <c:v>0.0727392967453</c:v>
                </c:pt>
                <c:pt idx="189">
                  <c:v>0.072547625011</c:v>
                </c:pt>
                <c:pt idx="190">
                  <c:v>0.0723574605292</c:v>
                </c:pt>
                <c:pt idx="191">
                  <c:v>0.0721687836487</c:v>
                </c:pt>
                <c:pt idx="192">
                  <c:v>0.0719815750749</c:v>
                </c:pt>
                <c:pt idx="193">
                  <c:v>0.0717958158618</c:v>
                </c:pt>
                <c:pt idx="194">
                  <c:v>0.0716114874039</c:v>
                </c:pt>
                <c:pt idx="195">
                  <c:v>0.0714285714286</c:v>
                </c:pt>
                <c:pt idx="196">
                  <c:v>0.0712470499879</c:v>
                </c:pt>
                <c:pt idx="197">
                  <c:v>0.0710669054519</c:v>
                </c:pt>
                <c:pt idx="198">
                  <c:v>0.0708881205008</c:v>
                </c:pt>
                <c:pt idx="199">
                  <c:v>0.0707106781187</c:v>
                </c:pt>
                <c:pt idx="200">
                  <c:v>0.0705345615859</c:v>
                </c:pt>
                <c:pt idx="201">
                  <c:v>0.070359754473</c:v>
                </c:pt>
                <c:pt idx="202">
                  <c:v>0.0701862406344</c:v>
                </c:pt>
                <c:pt idx="203">
                  <c:v>0.0700140042014</c:v>
                </c:pt>
                <c:pt idx="204">
                  <c:v>0.069843029577</c:v>
                </c:pt>
                <c:pt idx="205">
                  <c:v>0.0696733014292</c:v>
                </c:pt>
                <c:pt idx="206">
                  <c:v>0.0695048046857</c:v>
                </c:pt>
                <c:pt idx="207">
                  <c:v>0.0693375245282</c:v>
                </c:pt>
                <c:pt idx="208">
                  <c:v>0.0691714463866</c:v>
                </c:pt>
                <c:pt idx="209">
                  <c:v>0.0690065559342</c:v>
                </c:pt>
                <c:pt idx="210">
                  <c:v>0.0688428390822</c:v>
                </c:pt>
                <c:pt idx="211">
                  <c:v>0.0686802819743</c:v>
                </c:pt>
                <c:pt idx="212">
                  <c:v>0.0685188709828</c:v>
                </c:pt>
                <c:pt idx="213">
                  <c:v>0.0683585927025</c:v>
                </c:pt>
                <c:pt idx="214">
                  <c:v>0.068199433947</c:v>
                </c:pt>
                <c:pt idx="215">
                  <c:v>0.068041381744</c:v>
                </c:pt>
                <c:pt idx="216">
                  <c:v>0.0678844233302</c:v>
                </c:pt>
                <c:pt idx="217">
                  <c:v>0.0677285461479</c:v>
                </c:pt>
                <c:pt idx="218">
                  <c:v>0.0675737378399</c:v>
                </c:pt>
                <c:pt idx="219">
                  <c:v>0.0674199862463</c:v>
                </c:pt>
                <c:pt idx="220">
                  <c:v>0.0672672793996</c:v>
                </c:pt>
                <c:pt idx="221">
                  <c:v>0.0671156055214</c:v>
                </c:pt>
                <c:pt idx="222">
                  <c:v>0.0669649530182</c:v>
                </c:pt>
                <c:pt idx="223">
                  <c:v>0.0668153104781</c:v>
                </c:pt>
                <c:pt idx="224">
                  <c:v>0.0666666666667</c:v>
                </c:pt>
                <c:pt idx="225">
                  <c:v>0.0665190105238</c:v>
                </c:pt>
                <c:pt idx="226">
                  <c:v>0.06637233116</c:v>
                </c:pt>
                <c:pt idx="227">
                  <c:v>0.0662266178533</c:v>
                </c:pt>
                <c:pt idx="228">
                  <c:v>0.0660818600455</c:v>
                </c:pt>
                <c:pt idx="229">
                  <c:v>0.0659380473396</c:v>
                </c:pt>
                <c:pt idx="230">
                  <c:v>0.065795169496</c:v>
                </c:pt>
                <c:pt idx="231">
                  <c:v>0.0656532164299</c:v>
                </c:pt>
                <c:pt idx="232">
                  <c:v>0.065512178208</c:v>
                </c:pt>
                <c:pt idx="233">
                  <c:v>0.0653720450461</c:v>
                </c:pt>
                <c:pt idx="234">
                  <c:v>0.0652328073053</c:v>
                </c:pt>
                <c:pt idx="235">
                  <c:v>0.0650944554904</c:v>
                </c:pt>
                <c:pt idx="236">
                  <c:v>0.0649569802462</c:v>
                </c:pt>
                <c:pt idx="237">
                  <c:v>0.0648203723552</c:v>
                </c:pt>
                <c:pt idx="238">
                  <c:v>0.0646846227353</c:v>
                </c:pt>
                <c:pt idx="239">
                  <c:v>0.0645497224368</c:v>
                </c:pt>
                <c:pt idx="240">
                  <c:v>0.0644156626401</c:v>
                </c:pt>
                <c:pt idx="241">
                  <c:v>0.0642824346533</c:v>
                </c:pt>
                <c:pt idx="242">
                  <c:v>0.06415002991</c:v>
                </c:pt>
                <c:pt idx="243">
                  <c:v>0.0640184399664</c:v>
                </c:pt>
                <c:pt idx="244">
                  <c:v>0.0638876565</c:v>
                </c:pt>
                <c:pt idx="245">
                  <c:v>0.0637576713063</c:v>
                </c:pt>
                <c:pt idx="246">
                  <c:v>0.0636284762976</c:v>
                </c:pt>
                <c:pt idx="247">
                  <c:v>0.0635000635001</c:v>
                </c:pt>
                <c:pt idx="248">
                  <c:v>0.0633724250524</c:v>
                </c:pt>
                <c:pt idx="249">
                  <c:v>0.0632455532034</c:v>
                </c:pt>
                <c:pt idx="250">
                  <c:v>0.0631194403098</c:v>
                </c:pt>
                <c:pt idx="251">
                  <c:v>0.0629940788349</c:v>
                </c:pt>
                <c:pt idx="252">
                  <c:v>0.0628694613462</c:v>
                </c:pt>
                <c:pt idx="253">
                  <c:v>0.0627455805138</c:v>
                </c:pt>
                <c:pt idx="254">
                  <c:v>0.0626224291085</c:v>
                </c:pt>
                <c:pt idx="255">
                  <c:v>0.0625</c:v>
                </c:pt>
                <c:pt idx="256">
                  <c:v>0.0623782861552</c:v>
                </c:pt>
                <c:pt idx="257">
                  <c:v>0.0622572806365</c:v>
                </c:pt>
                <c:pt idx="258">
                  <c:v>0.0621369766001</c:v>
                </c:pt>
                <c:pt idx="259">
                  <c:v>0.0620173672946</c:v>
                </c:pt>
                <c:pt idx="260">
                  <c:v>0.061898446059</c:v>
                </c:pt>
                <c:pt idx="261">
                  <c:v>0.0617802063215</c:v>
                </c:pt>
                <c:pt idx="262">
                  <c:v>0.0616626415978</c:v>
                </c:pt>
                <c:pt idx="263">
                  <c:v>0.0615457454897</c:v>
                </c:pt>
                <c:pt idx="264">
                  <c:v>0.0614295116834</c:v>
                </c:pt>
                <c:pt idx="265">
                  <c:v>0.0613139339485</c:v>
                </c:pt>
                <c:pt idx="266">
                  <c:v>0.0611990061362</c:v>
                </c:pt>
                <c:pt idx="267">
                  <c:v>0.0610847221782</c:v>
                </c:pt>
                <c:pt idx="268">
                  <c:v>0.060971076085</c:v>
                </c:pt>
                <c:pt idx="269">
                  <c:v>0.060858061945</c:v>
                </c:pt>
                <c:pt idx="270">
                  <c:v>0.0607456739231</c:v>
                </c:pt>
                <c:pt idx="271">
                  <c:v>0.0606339062591</c:v>
                </c:pt>
                <c:pt idx="272">
                  <c:v>0.0605227532669</c:v>
                </c:pt>
                <c:pt idx="273">
                  <c:v>0.060412209333</c:v>
                </c:pt>
                <c:pt idx="274">
                  <c:v>0.0603022689156</c:v>
                </c:pt>
                <c:pt idx="275">
                  <c:v>0.0601929265429</c:v>
                </c:pt>
                <c:pt idx="276">
                  <c:v>0.0600841768126</c:v>
                </c:pt>
                <c:pt idx="277">
                  <c:v>0.0599760143904</c:v>
                </c:pt>
                <c:pt idx="278">
                  <c:v>0.0598684340089</c:v>
                </c:pt>
                <c:pt idx="279">
                  <c:v>0.0597614304667</c:v>
                </c:pt>
                <c:pt idx="280">
                  <c:v>0.0596549986272</c:v>
                </c:pt>
                <c:pt idx="281">
                  <c:v>0.0595491334175</c:v>
                </c:pt>
                <c:pt idx="282">
                  <c:v>0.0594438298278</c:v>
                </c:pt>
                <c:pt idx="283">
                  <c:v>0.0593390829097</c:v>
                </c:pt>
                <c:pt idx="284">
                  <c:v>0.0592348877759</c:v>
                </c:pt>
                <c:pt idx="285">
                  <c:v>0.0591312395989</c:v>
                </c:pt>
                <c:pt idx="286">
                  <c:v>0.0590281336101</c:v>
                </c:pt>
                <c:pt idx="287">
                  <c:v>0.0589255650989</c:v>
                </c:pt>
                <c:pt idx="288">
                  <c:v>0.0588235294118</c:v>
                </c:pt>
                <c:pt idx="289">
                  <c:v>0.0587220219515</c:v>
                </c:pt>
                <c:pt idx="290">
                  <c:v>0.0586210381761</c:v>
                </c:pt>
                <c:pt idx="291">
                  <c:v>0.0585205735981</c:v>
                </c:pt>
                <c:pt idx="292">
                  <c:v>0.0584206237837</c:v>
                </c:pt>
                <c:pt idx="293">
                  <c:v>0.058321184352</c:v>
                </c:pt>
                <c:pt idx="294">
                  <c:v>0.058222250974</c:v>
                </c:pt>
                <c:pt idx="295">
                  <c:v>0.0581238193719</c:v>
                </c:pt>
                <c:pt idx="296">
                  <c:v>0.0580258853186</c:v>
                </c:pt>
                <c:pt idx="297">
                  <c:v>0.0579284446363</c:v>
                </c:pt>
                <c:pt idx="298">
                  <c:v>0.0578314931966</c:v>
                </c:pt>
                <c:pt idx="299">
                  <c:v>0.057735026919</c:v>
                </c:pt>
                <c:pt idx="300">
                  <c:v>0.0576390417704</c:v>
                </c:pt>
                <c:pt idx="301">
                  <c:v>0.0575435337648</c:v>
                </c:pt>
                <c:pt idx="302">
                  <c:v>0.0574484989621</c:v>
                </c:pt>
                <c:pt idx="303">
                  <c:v>0.0573539334676</c:v>
                </c:pt>
                <c:pt idx="304">
                  <c:v>0.0572598334314</c:v>
                </c:pt>
                <c:pt idx="305">
                  <c:v>0.0571661950475</c:v>
                </c:pt>
                <c:pt idx="306">
                  <c:v>0.0570730145535</c:v>
                </c:pt>
                <c:pt idx="307">
                  <c:v>0.0569802882298</c:v>
                </c:pt>
                <c:pt idx="308">
                  <c:v>0.0568880123989</c:v>
                </c:pt>
                <c:pt idx="309">
                  <c:v>0.0567961834247</c:v>
                </c:pt>
                <c:pt idx="310">
                  <c:v>0.0567047977124</c:v>
                </c:pt>
                <c:pt idx="311">
                  <c:v>0.0566138517072</c:v>
                </c:pt>
                <c:pt idx="312">
                  <c:v>0.0565233418944</c:v>
                </c:pt>
                <c:pt idx="313">
                  <c:v>0.0564332647983</c:v>
                </c:pt>
                <c:pt idx="314">
                  <c:v>0.0563436169819</c:v>
                </c:pt>
                <c:pt idx="315">
                  <c:v>0.0562543950463</c:v>
                </c:pt>
                <c:pt idx="316">
                  <c:v>0.0561655956302</c:v>
                </c:pt>
                <c:pt idx="317">
                  <c:v>0.0560772154092</c:v>
                </c:pt>
                <c:pt idx="318">
                  <c:v>0.0559892510956</c:v>
                </c:pt>
                <c:pt idx="319">
                  <c:v>0.0559016994375</c:v>
                </c:pt>
                <c:pt idx="320">
                  <c:v>0.0558145572186</c:v>
                </c:pt>
                <c:pt idx="321">
                  <c:v>0.0557278212575</c:v>
                </c:pt>
                <c:pt idx="322">
                  <c:v>0.0556414884075</c:v>
                </c:pt>
                <c:pt idx="323">
                  <c:v>0.0555555555556</c:v>
                </c:pt>
                <c:pt idx="324">
                  <c:v>0.0554700196225</c:v>
                </c:pt>
                <c:pt idx="325">
                  <c:v>0.0553848775622</c:v>
                </c:pt>
                <c:pt idx="326">
                  <c:v>0.0553001263609</c:v>
                </c:pt>
                <c:pt idx="327">
                  <c:v>0.0552157630374</c:v>
                </c:pt>
                <c:pt idx="328">
                  <c:v>0.055131784642</c:v>
                </c:pt>
                <c:pt idx="329">
                  <c:v>0.0550481882563</c:v>
                </c:pt>
                <c:pt idx="330">
                  <c:v>0.0549649709929</c:v>
                </c:pt>
                <c:pt idx="331">
                  <c:v>0.0548821299948</c:v>
                </c:pt>
                <c:pt idx="332">
                  <c:v>0.0547996624351</c:v>
                </c:pt>
                <c:pt idx="333">
                  <c:v>0.0547175655165</c:v>
                </c:pt>
                <c:pt idx="334">
                  <c:v>0.0546358364708</c:v>
                </c:pt>
                <c:pt idx="335">
                  <c:v>0.054554472559</c:v>
                </c:pt>
                <c:pt idx="336">
                  <c:v>0.0544734710703</c:v>
                </c:pt>
                <c:pt idx="337">
                  <c:v>0.054392829322</c:v>
                </c:pt>
                <c:pt idx="338">
                  <c:v>0.0543125446594</c:v>
                </c:pt>
                <c:pt idx="339">
                  <c:v>0.0542326144547</c:v>
                </c:pt>
                <c:pt idx="340">
                  <c:v>0.0541530361074</c:v>
                </c:pt>
                <c:pt idx="341">
                  <c:v>0.0540738070436</c:v>
                </c:pt>
                <c:pt idx="342">
                  <c:v>0.0539949247156</c:v>
                </c:pt>
                <c:pt idx="343">
                  <c:v>0.0539163866017</c:v>
                </c:pt>
                <c:pt idx="344">
                  <c:v>0.0538381902058</c:v>
                </c:pt>
                <c:pt idx="345">
                  <c:v>0.053760333057</c:v>
                </c:pt>
                <c:pt idx="346">
                  <c:v>0.0536828127095</c:v>
                </c:pt>
                <c:pt idx="347">
                  <c:v>0.0536056267419</c:v>
                </c:pt>
                <c:pt idx="348">
                  <c:v>0.0535287727572</c:v>
                </c:pt>
                <c:pt idx="349">
                  <c:v>0.0534522483825</c:v>
                </c:pt>
                <c:pt idx="350">
                  <c:v>0.0533760512684</c:v>
                </c:pt>
                <c:pt idx="351">
                  <c:v>0.0533001790889</c:v>
                </c:pt>
                <c:pt idx="352">
                  <c:v>0.0532246295412</c:v>
                </c:pt>
                <c:pt idx="353">
                  <c:v>0.0531494003453</c:v>
                </c:pt>
                <c:pt idx="354">
                  <c:v>0.0530744892434</c:v>
                </c:pt>
                <c:pt idx="355">
                  <c:v>0.0529998940003</c:v>
                </c:pt>
                <c:pt idx="356">
                  <c:v>0.0529256124025</c:v>
                </c:pt>
                <c:pt idx="357">
                  <c:v>0.0528516422582</c:v>
                </c:pt>
                <c:pt idx="358">
                  <c:v>0.0527779813969</c:v>
                </c:pt>
                <c:pt idx="359">
                  <c:v>0.0527046276695</c:v>
                </c:pt>
                <c:pt idx="360">
                  <c:v>0.0526315789474</c:v>
                </c:pt>
                <c:pt idx="361">
                  <c:v>0.0525588331228</c:v>
                </c:pt>
                <c:pt idx="362">
                  <c:v>0.0524863881081</c:v>
                </c:pt>
                <c:pt idx="363">
                  <c:v>0.0524142418361</c:v>
                </c:pt>
                <c:pt idx="364">
                  <c:v>0.052342392259</c:v>
                </c:pt>
                <c:pt idx="365">
                  <c:v>0.0522708373489</c:v>
                </c:pt>
                <c:pt idx="366">
                  <c:v>0.0521995750972</c:v>
                </c:pt>
                <c:pt idx="367">
                  <c:v>0.0521286035143</c:v>
                </c:pt>
                <c:pt idx="368">
                  <c:v>0.0520579206295</c:v>
                </c:pt>
                <c:pt idx="369">
                  <c:v>0.051987524491</c:v>
                </c:pt>
                <c:pt idx="370">
                  <c:v>0.0519174131651</c:v>
                </c:pt>
                <c:pt idx="371">
                  <c:v>0.0518475847365</c:v>
                </c:pt>
                <c:pt idx="372">
                  <c:v>0.0517780373078</c:v>
                </c:pt>
                <c:pt idx="373">
                  <c:v>0.0517087689995</c:v>
                </c:pt>
                <c:pt idx="374">
                  <c:v>0.0516397779494</c:v>
                </c:pt>
                <c:pt idx="375">
                  <c:v>0.0515710623129</c:v>
                </c:pt>
                <c:pt idx="376">
                  <c:v>0.0515026202625</c:v>
                </c:pt>
                <c:pt idx="377">
                  <c:v>0.0514344499874</c:v>
                </c:pt>
                <c:pt idx="378">
                  <c:v>0.0513665496938</c:v>
                </c:pt>
                <c:pt idx="379">
                  <c:v>0.0512989176043</c:v>
                </c:pt>
                <c:pt idx="380">
                  <c:v>0.0512315519579</c:v>
                </c:pt>
                <c:pt idx="381">
                  <c:v>0.0511644510097</c:v>
                </c:pt>
                <c:pt idx="382">
                  <c:v>0.0510976130308</c:v>
                </c:pt>
                <c:pt idx="383">
                  <c:v>0.051031036308</c:v>
                </c:pt>
                <c:pt idx="384">
                  <c:v>0.0509647191438</c:v>
                </c:pt>
                <c:pt idx="385">
                  <c:v>0.0508986598559</c:v>
                </c:pt>
                <c:pt idx="386">
                  <c:v>0.0508328567775</c:v>
                </c:pt>
                <c:pt idx="387">
                  <c:v>0.0507673082567</c:v>
                </c:pt>
                <c:pt idx="388">
                  <c:v>0.0507020126563</c:v>
                </c:pt>
                <c:pt idx="389">
                  <c:v>0.0506369683542</c:v>
                </c:pt>
                <c:pt idx="390">
                  <c:v>0.0505721737424</c:v>
                </c:pt>
                <c:pt idx="391">
                  <c:v>0.0505076272276</c:v>
                </c:pt>
                <c:pt idx="392">
                  <c:v>0.0504433272305</c:v>
                </c:pt>
                <c:pt idx="393">
                  <c:v>0.050379272186</c:v>
                </c:pt>
                <c:pt idx="394">
                  <c:v>0.0503154605427</c:v>
                </c:pt>
                <c:pt idx="395">
                  <c:v>0.050251890763</c:v>
                </c:pt>
                <c:pt idx="396">
                  <c:v>0.0501885613228</c:v>
                </c:pt>
                <c:pt idx="397">
                  <c:v>0.0501254707117</c:v>
                </c:pt>
                <c:pt idx="398">
                  <c:v>0.0500626174322</c:v>
                </c:pt>
                <c:pt idx="399">
                  <c:v>0.05</c:v>
                </c:pt>
                <c:pt idx="400">
                  <c:v>0.0499376169439</c:v>
                </c:pt>
                <c:pt idx="401">
                  <c:v>0.0498754668054</c:v>
                </c:pt>
                <c:pt idx="402">
                  <c:v>0.0498135481387</c:v>
                </c:pt>
                <c:pt idx="403">
                  <c:v>0.0497518595105</c:v>
                </c:pt>
                <c:pt idx="404">
                  <c:v>0.0496903995</c:v>
                </c:pt>
                <c:pt idx="405">
                  <c:v>0.0496291666985</c:v>
                </c:pt>
                <c:pt idx="406">
                  <c:v>0.0495681597097</c:v>
                </c:pt>
                <c:pt idx="407">
                  <c:v>0.0495073771488</c:v>
                </c:pt>
                <c:pt idx="408">
                  <c:v>0.0494468176434</c:v>
                </c:pt>
                <c:pt idx="409">
                  <c:v>0.0493864798325</c:v>
                </c:pt>
                <c:pt idx="410">
                  <c:v>0.0493263623667</c:v>
                </c:pt>
                <c:pt idx="411">
                  <c:v>0.0492664639082</c:v>
                </c:pt>
                <c:pt idx="412">
                  <c:v>0.0492067831305</c:v>
                </c:pt>
                <c:pt idx="413">
                  <c:v>0.0491473187183</c:v>
                </c:pt>
                <c:pt idx="414">
                  <c:v>0.0490880693674</c:v>
                </c:pt>
                <c:pt idx="415">
                  <c:v>0.0490290337845</c:v>
                </c:pt>
                <c:pt idx="416">
                  <c:v>0.0489702106874</c:v>
                </c:pt>
                <c:pt idx="417">
                  <c:v>0.0489115988045</c:v>
                </c:pt>
                <c:pt idx="418">
                  <c:v>0.0488531968746</c:v>
                </c:pt>
                <c:pt idx="419">
                  <c:v>0.0487950036474</c:v>
                </c:pt>
                <c:pt idx="420">
                  <c:v>0.0487370178829</c:v>
                </c:pt>
                <c:pt idx="421">
                  <c:v>0.0486792383511</c:v>
                </c:pt>
                <c:pt idx="422">
                  <c:v>0.0486216638326</c:v>
                </c:pt>
                <c:pt idx="423">
                  <c:v>0.0485642931179</c:v>
                </c:pt>
                <c:pt idx="424">
                  <c:v>0.0485071250073</c:v>
                </c:pt>
                <c:pt idx="425">
                  <c:v>0.0484501583112</c:v>
                </c:pt>
                <c:pt idx="426">
                  <c:v>0.0483933918496</c:v>
                </c:pt>
                <c:pt idx="427">
                  <c:v>0.0483368244523</c:v>
                </c:pt>
                <c:pt idx="428">
                  <c:v>0.0482804549585</c:v>
                </c:pt>
                <c:pt idx="429">
                  <c:v>0.048224282217</c:v>
                </c:pt>
                <c:pt idx="430">
                  <c:v>0.0481683050859</c:v>
                </c:pt>
                <c:pt idx="431">
                  <c:v>0.0481125224325</c:v>
                </c:pt>
                <c:pt idx="432">
                  <c:v>0.0480569331332</c:v>
                </c:pt>
                <c:pt idx="433">
                  <c:v>0.0480015360737</c:v>
                </c:pt>
                <c:pt idx="434">
                  <c:v>0.0479463301485</c:v>
                </c:pt>
                <c:pt idx="435">
                  <c:v>0.0478913142611</c:v>
                </c:pt>
                <c:pt idx="436">
                  <c:v>0.0478364873235</c:v>
                </c:pt>
                <c:pt idx="437">
                  <c:v>0.0477818482567</c:v>
                </c:pt>
                <c:pt idx="438">
                  <c:v>0.0477273959903</c:v>
                </c:pt>
                <c:pt idx="439">
                  <c:v>0.0476731294623</c:v>
                </c:pt>
                <c:pt idx="440">
                  <c:v>0.047619047619</c:v>
                </c:pt>
                <c:pt idx="441">
                  <c:v>0.0475651494154</c:v>
                </c:pt>
                <c:pt idx="442">
                  <c:v>0.0475114338146</c:v>
                </c:pt>
                <c:pt idx="443">
                  <c:v>0.0474578997876</c:v>
                </c:pt>
                <c:pt idx="444">
                  <c:v>0.047404546314</c:v>
                </c:pt>
                <c:pt idx="445">
                  <c:v>0.047351372381</c:v>
                </c:pt>
                <c:pt idx="446">
                  <c:v>0.047298376984</c:v>
                </c:pt>
                <c:pt idx="447">
                  <c:v>0.0472455591262</c:v>
                </c:pt>
                <c:pt idx="448">
                  <c:v>0.0471929178183</c:v>
                </c:pt>
                <c:pt idx="449">
                  <c:v>0.0471404520791</c:v>
                </c:pt>
                <c:pt idx="450">
                  <c:v>0.0470881609348</c:v>
                </c:pt>
                <c:pt idx="451">
                  <c:v>0.0470360434192</c:v>
                </c:pt>
                <c:pt idx="452">
                  <c:v>0.0469840985735</c:v>
                </c:pt>
                <c:pt idx="453">
                  <c:v>0.0469323254464</c:v>
                </c:pt>
                <c:pt idx="454">
                  <c:v>0.0468807230938</c:v>
                </c:pt>
                <c:pt idx="455">
                  <c:v>0.0468292905791</c:v>
                </c:pt>
                <c:pt idx="456">
                  <c:v>0.0467780269725</c:v>
                </c:pt>
                <c:pt idx="457">
                  <c:v>0.0467269313516</c:v>
                </c:pt>
                <c:pt idx="458">
                  <c:v>0.0466760028009</c:v>
                </c:pt>
                <c:pt idx="459">
                  <c:v>0.046625240412</c:v>
                </c:pt>
                <c:pt idx="460">
                  <c:v>0.0465746432833</c:v>
                </c:pt>
                <c:pt idx="461">
                  <c:v>0.0465242105199</c:v>
                </c:pt>
                <c:pt idx="462">
                  <c:v>0.046473941234</c:v>
                </c:pt>
                <c:pt idx="463">
                  <c:v>0.0464238345443</c:v>
                </c:pt>
                <c:pt idx="464">
                  <c:v>0.046373889576</c:v>
                </c:pt>
                <c:pt idx="465">
                  <c:v>0.0463241054612</c:v>
                </c:pt>
                <c:pt idx="466">
                  <c:v>0.0462744813383</c:v>
                </c:pt>
                <c:pt idx="467">
                  <c:v>0.0462250163521</c:v>
                </c:pt>
                <c:pt idx="468">
                  <c:v>0.046175709654</c:v>
                </c:pt>
                <c:pt idx="469">
                  <c:v>0.0461265604014</c:v>
                </c:pt>
                <c:pt idx="470">
                  <c:v>0.0460775677584</c:v>
                </c:pt>
                <c:pt idx="471">
                  <c:v>0.0460287308949</c:v>
                </c:pt>
                <c:pt idx="472">
                  <c:v>0.0459800489872</c:v>
                </c:pt>
                <c:pt idx="473">
                  <c:v>0.0459315212175</c:v>
                </c:pt>
                <c:pt idx="474">
                  <c:v>0.0458831467741</c:v>
                </c:pt>
                <c:pt idx="475">
                  <c:v>0.0458349248514</c:v>
                </c:pt>
                <c:pt idx="476">
                  <c:v>0.0457868546496</c:v>
                </c:pt>
                <c:pt idx="477">
                  <c:v>0.0457389353746</c:v>
                </c:pt>
                <c:pt idx="478">
                  <c:v>0.0456911662385</c:v>
                </c:pt>
                <c:pt idx="479">
                  <c:v>0.0456435464588</c:v>
                </c:pt>
                <c:pt idx="480">
                  <c:v>0.0455960752588</c:v>
                </c:pt>
                <c:pt idx="481">
                  <c:v>0.0455487518674</c:v>
                </c:pt>
                <c:pt idx="482">
                  <c:v>0.0455015755193</c:v>
                </c:pt>
                <c:pt idx="483">
                  <c:v>0.0454545454545</c:v>
                </c:pt>
                <c:pt idx="484">
                  <c:v>0.0454076609186</c:v>
                </c:pt>
                <c:pt idx="485">
                  <c:v>0.0453609211627</c:v>
                </c:pt>
                <c:pt idx="486">
                  <c:v>0.0453143254429</c:v>
                </c:pt>
                <c:pt idx="487">
                  <c:v>0.0452678730213</c:v>
                </c:pt>
                <c:pt idx="488">
                  <c:v>0.0452215631646</c:v>
                </c:pt>
                <c:pt idx="489">
                  <c:v>0.0451753951453</c:v>
                </c:pt>
                <c:pt idx="490">
                  <c:v>0.0451293682407</c:v>
                </c:pt>
                <c:pt idx="491">
                  <c:v>0.0450834817334</c:v>
                </c:pt>
                <c:pt idx="492">
                  <c:v>0.0450377349111</c:v>
                </c:pt>
                <c:pt idx="493">
                  <c:v>0.0449921270666</c:v>
                </c:pt>
                <c:pt idx="494">
                  <c:v>0.0449466574975</c:v>
                </c:pt>
                <c:pt idx="495">
                  <c:v>0.0449013255067</c:v>
                </c:pt>
                <c:pt idx="496">
                  <c:v>0.0448561304016</c:v>
                </c:pt>
                <c:pt idx="497">
                  <c:v>0.0448110714948</c:v>
                </c:pt>
                <c:pt idx="498">
                  <c:v>0.0447661481036</c:v>
                </c:pt>
                <c:pt idx="499">
                  <c:v>0.04472135955</c:v>
                </c:pt>
                <c:pt idx="500">
                  <c:v>0.0446767051609</c:v>
                </c:pt>
                <c:pt idx="501">
                  <c:v>0.0446321842677</c:v>
                </c:pt>
                <c:pt idx="502">
                  <c:v>0.0445877962068</c:v>
                </c:pt>
                <c:pt idx="503">
                  <c:v>0.0445435403187</c:v>
                </c:pt>
                <c:pt idx="504">
                  <c:v>0.044499415949</c:v>
                </c:pt>
                <c:pt idx="505">
                  <c:v>0.0444554224474</c:v>
                </c:pt>
                <c:pt idx="506">
                  <c:v>0.0444115591684</c:v>
                </c:pt>
                <c:pt idx="507">
                  <c:v>0.0443678254708</c:v>
                </c:pt>
                <c:pt idx="508">
                  <c:v>0.0443242207178</c:v>
                </c:pt>
                <c:pt idx="509">
                  <c:v>0.044280744277</c:v>
                </c:pt>
                <c:pt idx="510">
                  <c:v>0.0442373955204</c:v>
                </c:pt>
                <c:pt idx="511">
                  <c:v>0.0441941738242</c:v>
                </c:pt>
                <c:pt idx="512">
                  <c:v>0.0441510785688</c:v>
                </c:pt>
                <c:pt idx="513">
                  <c:v>0.0441081091391</c:v>
                </c:pt>
                <c:pt idx="514">
                  <c:v>0.0440652649239</c:v>
                </c:pt>
                <c:pt idx="515">
                  <c:v>0.0440225453163</c:v>
                </c:pt>
                <c:pt idx="516">
                  <c:v>0.0439799497134</c:v>
                </c:pt>
                <c:pt idx="517">
                  <c:v>0.0439374775164</c:v>
                </c:pt>
                <c:pt idx="518">
                  <c:v>0.0438951281306</c:v>
                </c:pt>
                <c:pt idx="519">
                  <c:v>0.0438529009654</c:v>
                </c:pt>
                <c:pt idx="520">
                  <c:v>0.0438107954338</c:v>
                </c:pt>
                <c:pt idx="521">
                  <c:v>0.0437688109532</c:v>
                </c:pt>
                <c:pt idx="522">
                  <c:v>0.0437269469447</c:v>
                </c:pt>
                <c:pt idx="523">
                  <c:v>0.0436852028331</c:v>
                </c:pt>
                <c:pt idx="524">
                  <c:v>0.0436435780472</c:v>
                </c:pt>
                <c:pt idx="525">
                  <c:v>0.0436020720197</c:v>
                </c:pt>
                <c:pt idx="526">
                  <c:v>0.0435606841869</c:v>
                </c:pt>
                <c:pt idx="527">
                  <c:v>0.0435194139889</c:v>
                </c:pt>
                <c:pt idx="528">
                  <c:v>0.0434782608696</c:v>
                </c:pt>
                <c:pt idx="529">
                  <c:v>0.0434372242763</c:v>
                </c:pt>
                <c:pt idx="530">
                  <c:v>0.0433963036603</c:v>
                </c:pt>
                <c:pt idx="531">
                  <c:v>0.0433554984762</c:v>
                </c:pt>
                <c:pt idx="532">
                  <c:v>0.0433148081824</c:v>
                </c:pt>
                <c:pt idx="533">
                  <c:v>0.0432742322408</c:v>
                </c:pt>
                <c:pt idx="534">
                  <c:v>0.0432337701167</c:v>
                </c:pt>
                <c:pt idx="535">
                  <c:v>0.0431934212791</c:v>
                </c:pt>
                <c:pt idx="536">
                  <c:v>0.0431531852002</c:v>
                </c:pt>
                <c:pt idx="537">
                  <c:v>0.0431130613559</c:v>
                </c:pt>
                <c:pt idx="538">
                  <c:v>0.0430730492254</c:v>
                </c:pt>
                <c:pt idx="539">
                  <c:v>0.0430331482912</c:v>
                </c:pt>
                <c:pt idx="540">
                  <c:v>0.0429933580392</c:v>
                </c:pt>
                <c:pt idx="541">
                  <c:v>0.0429536779588</c:v>
                </c:pt>
                <c:pt idx="542">
                  <c:v>0.0429141075423</c:v>
                </c:pt>
                <c:pt idx="543">
                  <c:v>0.0428746462856</c:v>
                </c:pt>
                <c:pt idx="544">
                  <c:v>0.0428352936878</c:v>
                </c:pt>
                <c:pt idx="545">
                  <c:v>0.0427960492511</c:v>
                </c:pt>
                <c:pt idx="546">
                  <c:v>0.0427569124809</c:v>
                </c:pt>
                <c:pt idx="547">
                  <c:v>0.0427178828858</c:v>
                </c:pt>
                <c:pt idx="548">
                  <c:v>0.0426789599776</c:v>
                </c:pt>
                <c:pt idx="549">
                  <c:v>0.0426401432711</c:v>
                </c:pt>
                <c:pt idx="550">
                  <c:v>0.0426014322842</c:v>
                </c:pt>
                <c:pt idx="551">
                  <c:v>0.0425628265379</c:v>
                </c:pt>
                <c:pt idx="552">
                  <c:v>0.0425243255563</c:v>
                </c:pt>
                <c:pt idx="553">
                  <c:v>0.0424859288662</c:v>
                </c:pt>
                <c:pt idx="554">
                  <c:v>0.0424476359978</c:v>
                </c:pt>
                <c:pt idx="555">
                  <c:v>0.042409446484</c:v>
                </c:pt>
                <c:pt idx="556">
                  <c:v>0.0423713598607</c:v>
                </c:pt>
                <c:pt idx="557">
                  <c:v>0.0423333756667</c:v>
                </c:pt>
                <c:pt idx="558">
                  <c:v>0.0422954934438</c:v>
                </c:pt>
                <c:pt idx="559">
                  <c:v>0.0422577127364</c:v>
                </c:pt>
                <c:pt idx="560">
                  <c:v>0.0422200330921</c:v>
                </c:pt>
                <c:pt idx="561">
                  <c:v>0.042182454061</c:v>
                </c:pt>
                <c:pt idx="562">
                  <c:v>0.0421449751961</c:v>
                </c:pt>
                <c:pt idx="563">
                  <c:v>0.0421075960533</c:v>
                </c:pt>
                <c:pt idx="564">
                  <c:v>0.0420703161912</c:v>
                </c:pt>
                <c:pt idx="565">
                  <c:v>0.0420331351709</c:v>
                </c:pt>
                <c:pt idx="566">
                  <c:v>0.0419960525566</c:v>
                </c:pt>
                <c:pt idx="567">
                  <c:v>0.0419590679148</c:v>
                </c:pt>
                <c:pt idx="568">
                  <c:v>0.041922180815</c:v>
                </c:pt>
                <c:pt idx="569">
                  <c:v>0.0418853908292</c:v>
                </c:pt>
                <c:pt idx="570">
                  <c:v>0.0418486975319</c:v>
                </c:pt>
                <c:pt idx="571">
                  <c:v>0.0418121005004</c:v>
                </c:pt>
                <c:pt idx="572">
                  <c:v>0.0417755993144</c:v>
                </c:pt>
                <c:pt idx="573">
                  <c:v>0.0417391935565</c:v>
                </c:pt>
                <c:pt idx="574">
                  <c:v>0.0417028828114</c:v>
                </c:pt>
                <c:pt idx="575">
                  <c:v>0.0416666666667</c:v>
                </c:pt>
                <c:pt idx="576">
                  <c:v>0.0416305447122</c:v>
                </c:pt>
                <c:pt idx="577">
                  <c:v>0.0415945165404</c:v>
                </c:pt>
                <c:pt idx="578">
                  <c:v>0.0415585817462</c:v>
                </c:pt>
                <c:pt idx="579">
                  <c:v>0.0415227399269</c:v>
                </c:pt>
                <c:pt idx="580">
                  <c:v>0.0414869906823</c:v>
                </c:pt>
                <c:pt idx="581">
                  <c:v>0.0414513336145</c:v>
                </c:pt>
                <c:pt idx="582">
                  <c:v>0.0414157683281</c:v>
                </c:pt>
                <c:pt idx="583">
                  <c:v>0.0413802944301</c:v>
                </c:pt>
                <c:pt idx="584">
                  <c:v>0.0413449115297</c:v>
                </c:pt>
                <c:pt idx="585">
                  <c:v>0.0413096192386</c:v>
                </c:pt>
                <c:pt idx="586">
                  <c:v>0.0412744171706</c:v>
                </c:pt>
                <c:pt idx="587">
                  <c:v>0.0412393049421</c:v>
                </c:pt>
                <c:pt idx="588">
                  <c:v>0.0412042821715</c:v>
                </c:pt>
                <c:pt idx="589">
                  <c:v>0.0411693484796</c:v>
                </c:pt>
                <c:pt idx="590">
                  <c:v>0.0411345034895</c:v>
                </c:pt>
                <c:pt idx="591">
                  <c:v>0.0410997468263</c:v>
                </c:pt>
                <c:pt idx="592">
                  <c:v>0.0410650781177</c:v>
                </c:pt>
                <c:pt idx="593">
                  <c:v>0.0410304969931</c:v>
                </c:pt>
                <c:pt idx="594">
                  <c:v>0.0409960030845</c:v>
                </c:pt>
                <c:pt idx="595">
                  <c:v>0.040961596026</c:v>
                </c:pt>
                <c:pt idx="596">
                  <c:v>0.0409272754535</c:v>
                </c:pt>
                <c:pt idx="597">
                  <c:v>0.0408930410055</c:v>
                </c:pt>
                <c:pt idx="598">
                  <c:v>0.0408588923223</c:v>
                </c:pt>
                <c:pt idx="599">
                  <c:v>0.0408248290464</c:v>
                </c:pt>
                <c:pt idx="600">
                  <c:v>0.0407908508224</c:v>
                </c:pt>
                <c:pt idx="601">
                  <c:v>0.040756957297</c:v>
                </c:pt>
                <c:pt idx="602">
                  <c:v>0.0407231481188</c:v>
                </c:pt>
                <c:pt idx="603">
                  <c:v>0.0406894229386</c:v>
                </c:pt>
                <c:pt idx="604">
                  <c:v>0.0406557814091</c:v>
                </c:pt>
                <c:pt idx="605">
                  <c:v>0.0406222231851</c:v>
                </c:pt>
                <c:pt idx="606">
                  <c:v>0.0405887479234</c:v>
                </c:pt>
                <c:pt idx="607">
                  <c:v>0.0405553552827</c:v>
                </c:pt>
                <c:pt idx="608">
                  <c:v>0.0405220449237</c:v>
                </c:pt>
                <c:pt idx="609">
                  <c:v>0.0404888165089</c:v>
                </c:pt>
                <c:pt idx="610">
                  <c:v>0.0404556697031</c:v>
                </c:pt>
                <c:pt idx="611">
                  <c:v>0.0404226041727</c:v>
                </c:pt>
                <c:pt idx="612">
                  <c:v>0.0403896195861</c:v>
                </c:pt>
                <c:pt idx="613">
                  <c:v>0.0403567156136</c:v>
                </c:pt>
                <c:pt idx="614">
                  <c:v>0.0403238919273</c:v>
                </c:pt>
                <c:pt idx="615">
                  <c:v>0.0402911482013</c:v>
                </c:pt>
                <c:pt idx="616">
                  <c:v>0.0402584841114</c:v>
                </c:pt>
                <c:pt idx="617">
                  <c:v>0.0402258993355</c:v>
                </c:pt>
                <c:pt idx="618">
                  <c:v>0.0401933935529</c:v>
                </c:pt>
                <c:pt idx="619">
                  <c:v>0.0401609664451</c:v>
                </c:pt>
                <c:pt idx="620">
                  <c:v>0.0401286176953</c:v>
                </c:pt>
                <c:pt idx="621">
                  <c:v>0.0400963469882</c:v>
                </c:pt>
                <c:pt idx="622">
                  <c:v>0.0400641540108</c:v>
                </c:pt>
                <c:pt idx="623">
                  <c:v>0.0400320384513</c:v>
                </c:pt>
                <c:pt idx="624">
                  <c:v>0.04</c:v>
                </c:pt>
                <c:pt idx="625">
                  <c:v>0.0399680383489</c:v>
                </c:pt>
                <c:pt idx="626">
                  <c:v>0.0399361531915</c:v>
                </c:pt>
                <c:pt idx="627">
                  <c:v>0.0399043442234</c:v>
                </c:pt>
                <c:pt idx="628">
                  <c:v>0.0398726111414</c:v>
                </c:pt>
                <c:pt idx="629">
                  <c:v>0.0398409536445</c:v>
                </c:pt>
                <c:pt idx="630">
                  <c:v>0.0398093714329</c:v>
                </c:pt>
                <c:pt idx="631">
                  <c:v>0.0397778642088</c:v>
                </c:pt>
                <c:pt idx="632">
                  <c:v>0.0397464316759</c:v>
                </c:pt>
                <c:pt idx="633">
                  <c:v>0.0397150735395</c:v>
                </c:pt>
                <c:pt idx="634">
                  <c:v>0.0396837895066</c:v>
                </c:pt>
                <c:pt idx="635">
                  <c:v>0.0396525792859</c:v>
                </c:pt>
                <c:pt idx="636">
                  <c:v>0.0396214425875</c:v>
                </c:pt>
                <c:pt idx="637">
                  <c:v>0.0395903791232</c:v>
                </c:pt>
                <c:pt idx="638">
                  <c:v>0.0395593886065</c:v>
                </c:pt>
                <c:pt idx="639">
                  <c:v>0.0395284707521</c:v>
                </c:pt>
                <c:pt idx="640">
                  <c:v>0.0394976252767</c:v>
                </c:pt>
                <c:pt idx="641">
                  <c:v>0.0394668518982</c:v>
                </c:pt>
                <c:pt idx="642">
                  <c:v>0.0394361503363</c:v>
                </c:pt>
                <c:pt idx="643">
                  <c:v>0.039405520312</c:v>
                </c:pt>
                <c:pt idx="644">
                  <c:v>0.0393749615479</c:v>
                </c:pt>
                <c:pt idx="645">
                  <c:v>0.0393444737682</c:v>
                </c:pt>
                <c:pt idx="646">
                  <c:v>0.0393140566985</c:v>
                </c:pt>
                <c:pt idx="647">
                  <c:v>0.0392837100659</c:v>
                </c:pt>
                <c:pt idx="648">
                  <c:v>0.0392534335989</c:v>
                </c:pt>
                <c:pt idx="649">
                  <c:v>0.0392232270276</c:v>
                </c:pt>
                <c:pt idx="650">
                  <c:v>0.0391930900835</c:v>
                </c:pt>
                <c:pt idx="651">
                  <c:v>0.0391630224994</c:v>
                </c:pt>
                <c:pt idx="652">
                  <c:v>0.0391330240097</c:v>
                </c:pt>
                <c:pt idx="653">
                  <c:v>0.0391030943503</c:v>
                </c:pt>
                <c:pt idx="654">
                  <c:v>0.0390732332582</c:v>
                </c:pt>
                <c:pt idx="655">
                  <c:v>0.0390434404722</c:v>
                </c:pt>
                <c:pt idx="656">
                  <c:v>0.039013715732</c:v>
                </c:pt>
                <c:pt idx="657">
                  <c:v>0.0389840587793</c:v>
                </c:pt>
                <c:pt idx="658">
                  <c:v>0.0389544693566</c:v>
                </c:pt>
                <c:pt idx="659">
                  <c:v>0.0389249472081</c:v>
                </c:pt>
                <c:pt idx="660">
                  <c:v>0.0388954920792</c:v>
                </c:pt>
                <c:pt idx="661">
                  <c:v>0.0388661037168</c:v>
                </c:pt>
                <c:pt idx="662">
                  <c:v>0.038836781869</c:v>
                </c:pt>
                <c:pt idx="663">
                  <c:v>0.0388075262853</c:v>
                </c:pt>
                <c:pt idx="664">
                  <c:v>0.0387783367165</c:v>
                </c:pt>
                <c:pt idx="665">
                  <c:v>0.0387492129146</c:v>
                </c:pt>
                <c:pt idx="666">
                  <c:v>0.0387201546331</c:v>
                </c:pt>
                <c:pt idx="667">
                  <c:v>0.0386911616267</c:v>
                </c:pt>
                <c:pt idx="668">
                  <c:v>0.0386622336514</c:v>
                </c:pt>
                <c:pt idx="669">
                  <c:v>0.0386333704643</c:v>
                </c:pt>
                <c:pt idx="670">
                  <c:v>0.0386045718241</c:v>
                </c:pt>
                <c:pt idx="671">
                  <c:v>0.0385758374905</c:v>
                </c:pt>
                <c:pt idx="672">
                  <c:v>0.0385471672246</c:v>
                </c:pt>
                <c:pt idx="673">
                  <c:v>0.0385185607886</c:v>
                </c:pt>
                <c:pt idx="674">
                  <c:v>0.038490017946</c:v>
                </c:pt>
                <c:pt idx="675">
                  <c:v>0.0384615384615</c:v>
                </c:pt>
                <c:pt idx="676">
                  <c:v>0.0384331221012</c:v>
                </c:pt>
                <c:pt idx="677">
                  <c:v>0.0384047686321</c:v>
                </c:pt>
                <c:pt idx="678">
                  <c:v>0.0383764778227</c:v>
                </c:pt>
                <c:pt idx="679">
                  <c:v>0.0383482494424</c:v>
                </c:pt>
                <c:pt idx="680">
                  <c:v>0.038320083262</c:v>
                </c:pt>
                <c:pt idx="681">
                  <c:v>0.0382919790534</c:v>
                </c:pt>
                <c:pt idx="682">
                  <c:v>0.0382639365897</c:v>
                </c:pt>
                <c:pt idx="683">
                  <c:v>0.0382359556451</c:v>
                </c:pt>
                <c:pt idx="684">
                  <c:v>0.038208035995</c:v>
                </c:pt>
                <c:pt idx="685">
                  <c:v>0.0381801774161</c:v>
                </c:pt>
                <c:pt idx="686">
                  <c:v>0.0381523796858</c:v>
                </c:pt>
                <c:pt idx="687">
                  <c:v>0.0381246425832</c:v>
                </c:pt>
                <c:pt idx="688">
                  <c:v>0.038096965888</c:v>
                </c:pt>
                <c:pt idx="689">
                  <c:v>0.0380693493813</c:v>
                </c:pt>
                <c:pt idx="690">
                  <c:v>0.0380417928454</c:v>
                </c:pt>
                <c:pt idx="691">
                  <c:v>0.0380142960635</c:v>
                </c:pt>
                <c:pt idx="692">
                  <c:v>0.0379868588199</c:v>
                </c:pt>
                <c:pt idx="693">
                  <c:v>0.0379594809001</c:v>
                </c:pt>
                <c:pt idx="694">
                  <c:v>0.0379321620905</c:v>
                </c:pt>
                <c:pt idx="695">
                  <c:v>0.0379049021789</c:v>
                </c:pt>
                <c:pt idx="696">
                  <c:v>0.0378777009539</c:v>
                </c:pt>
                <c:pt idx="697">
                  <c:v>0.0378505582052</c:v>
                </c:pt>
                <c:pt idx="698">
                  <c:v>0.0378234737236</c:v>
                </c:pt>
                <c:pt idx="699">
                  <c:v>0.0377964473009</c:v>
                </c:pt>
                <c:pt idx="700">
                  <c:v>0.03776947873</c:v>
                </c:pt>
                <c:pt idx="701">
                  <c:v>0.0377425678048</c:v>
                </c:pt>
                <c:pt idx="702">
                  <c:v>0.0377157143202</c:v>
                </c:pt>
                <c:pt idx="703">
                  <c:v>0.0376889180722</c:v>
                </c:pt>
                <c:pt idx="704">
                  <c:v>0.0376621788577</c:v>
                </c:pt>
                <c:pt idx="705">
                  <c:v>0.0376354964747</c:v>
                </c:pt>
                <c:pt idx="706">
                  <c:v>0.0376088707222</c:v>
                </c:pt>
                <c:pt idx="707">
                  <c:v>0.0375823014001</c:v>
                </c:pt>
                <c:pt idx="708">
                  <c:v>0.0375557883094</c:v>
                </c:pt>
                <c:pt idx="709">
                  <c:v>0.037529331252</c:v>
                </c:pt>
                <c:pt idx="710">
                  <c:v>0.0375029300309</c:v>
                </c:pt>
                <c:pt idx="711">
                  <c:v>0.0374765844498</c:v>
                </c:pt>
                <c:pt idx="712">
                  <c:v>0.0374502943137</c:v>
                </c:pt>
                <c:pt idx="713">
                  <c:v>0.0374240594283</c:v>
                </c:pt>
                <c:pt idx="714">
                  <c:v>0.0373978796003</c:v>
                </c:pt>
                <c:pt idx="715">
                  <c:v>0.0373717546376</c:v>
                </c:pt>
                <c:pt idx="716">
                  <c:v>0.0373456843487</c:v>
                </c:pt>
                <c:pt idx="717">
                  <c:v>0.0373196685431</c:v>
                </c:pt>
                <c:pt idx="718">
                  <c:v>0.0372937070314</c:v>
                </c:pt>
                <c:pt idx="719">
                  <c:v>0.037267799625</c:v>
                </c:pt>
                <c:pt idx="720">
                  <c:v>0.0372419461362</c:v>
                </c:pt>
                <c:pt idx="721">
                  <c:v>0.0372161463782</c:v>
                </c:pt>
                <c:pt idx="722">
                  <c:v>0.0371904001653</c:v>
                </c:pt>
                <c:pt idx="723">
                  <c:v>0.0371647073124</c:v>
                </c:pt>
                <c:pt idx="724">
                  <c:v>0.0371390676354</c:v>
                </c:pt>
                <c:pt idx="725">
                  <c:v>0.0371134809513</c:v>
                </c:pt>
                <c:pt idx="726">
                  <c:v>0.0370879470776</c:v>
                </c:pt>
                <c:pt idx="727">
                  <c:v>0.0370624658331</c:v>
                </c:pt>
                <c:pt idx="728">
                  <c:v>0.037037037037</c:v>
                </c:pt>
                <c:pt idx="729">
                  <c:v>0.0370116605099</c:v>
                </c:pt>
                <c:pt idx="730">
                  <c:v>0.0369863360728</c:v>
                </c:pt>
                <c:pt idx="731">
                  <c:v>0.0369610635477</c:v>
                </c:pt>
                <c:pt idx="732">
                  <c:v>0.0369358427577</c:v>
                </c:pt>
                <c:pt idx="733">
                  <c:v>0.0369106735263</c:v>
                </c:pt>
                <c:pt idx="734">
                  <c:v>0.0368855556782</c:v>
                </c:pt>
                <c:pt idx="735">
                  <c:v>0.0368604890387</c:v>
                </c:pt>
                <c:pt idx="736">
                  <c:v>0.0368354734342</c:v>
                </c:pt>
                <c:pt idx="737">
                  <c:v>0.0368105086916</c:v>
                </c:pt>
                <c:pt idx="738">
                  <c:v>0.0367855946389</c:v>
                </c:pt>
                <c:pt idx="739">
                  <c:v>0.0367607311047</c:v>
                </c:pt>
                <c:pt idx="740">
                  <c:v>0.0367359179185</c:v>
                </c:pt>
                <c:pt idx="741">
                  <c:v>0.0367111549107</c:v>
                </c:pt>
                <c:pt idx="742">
                  <c:v>0.0366864419124</c:v>
                </c:pt>
                <c:pt idx="743">
                  <c:v>0.0366617787553</c:v>
                </c:pt>
                <c:pt idx="744">
                  <c:v>0.0366371652724</c:v>
                </c:pt>
                <c:pt idx="745">
                  <c:v>0.0366126012969</c:v>
                </c:pt>
                <c:pt idx="746">
                  <c:v>0.0365880866632</c:v>
                </c:pt>
                <c:pt idx="747">
                  <c:v>0.0365636212064</c:v>
                </c:pt>
                <c:pt idx="748">
                  <c:v>0.0365392047621</c:v>
                </c:pt>
                <c:pt idx="749">
                  <c:v>0.036514837167</c:v>
                </c:pt>
                <c:pt idx="750">
                  <c:v>0.0364905182584</c:v>
                </c:pt>
                <c:pt idx="751">
                  <c:v>0.0364662478745</c:v>
                </c:pt>
                <c:pt idx="752">
                  <c:v>0.036442025854</c:v>
                </c:pt>
                <c:pt idx="753">
                  <c:v>0.0364178520365</c:v>
                </c:pt>
                <c:pt idx="754">
                  <c:v>0.0363937262623</c:v>
                </c:pt>
                <c:pt idx="755">
                  <c:v>0.0363696483727</c:v>
                </c:pt>
                <c:pt idx="756">
                  <c:v>0.0363456182092</c:v>
                </c:pt>
                <c:pt idx="757">
                  <c:v>0.0363216356146</c:v>
                </c:pt>
                <c:pt idx="758">
                  <c:v>0.036297700432</c:v>
                </c:pt>
                <c:pt idx="759">
                  <c:v>0.0362738125055</c:v>
                </c:pt>
                <c:pt idx="760">
                  <c:v>0.0362499716797</c:v>
                </c:pt>
                <c:pt idx="761">
                  <c:v>0.0362261778001</c:v>
                </c:pt>
                <c:pt idx="762">
                  <c:v>0.0362024307128</c:v>
                </c:pt>
                <c:pt idx="763">
                  <c:v>0.0361787302646</c:v>
                </c:pt>
                <c:pt idx="764">
                  <c:v>0.0361550763031</c:v>
                </c:pt>
                <c:pt idx="765">
                  <c:v>0.0361314686765</c:v>
                </c:pt>
                <c:pt idx="766">
                  <c:v>0.0361079072337</c:v>
                </c:pt>
                <c:pt idx="767">
                  <c:v>0.0360843918244</c:v>
                </c:pt>
                <c:pt idx="768">
                  <c:v>0.0360609222987</c:v>
                </c:pt>
                <c:pt idx="769">
                  <c:v>0.0360374985078</c:v>
                </c:pt>
                <c:pt idx="770">
                  <c:v>0.0360141203033</c:v>
                </c:pt>
                <c:pt idx="771">
                  <c:v>0.0359907875374</c:v>
                </c:pt>
                <c:pt idx="772">
                  <c:v>0.0359675000633</c:v>
                </c:pt>
                <c:pt idx="773">
                  <c:v>0.0359442577345</c:v>
                </c:pt>
                <c:pt idx="774">
                  <c:v>0.0359210604054</c:v>
                </c:pt>
                <c:pt idx="775">
                  <c:v>0.0358979079309</c:v>
                </c:pt>
                <c:pt idx="776">
                  <c:v>0.0358748001667</c:v>
                </c:pt>
                <c:pt idx="777">
                  <c:v>0.0358517369691</c:v>
                </c:pt>
                <c:pt idx="778">
                  <c:v>0.035828718195</c:v>
                </c:pt>
                <c:pt idx="779">
                  <c:v>0.035805743702</c:v>
                </c:pt>
                <c:pt idx="780">
                  <c:v>0.0357828133482</c:v>
                </c:pt>
                <c:pt idx="781">
                  <c:v>0.0357599269926</c:v>
                </c:pt>
                <c:pt idx="782">
                  <c:v>0.0357370844946</c:v>
                </c:pt>
                <c:pt idx="783">
                  <c:v>0.0357142857143</c:v>
                </c:pt>
                <c:pt idx="784">
                  <c:v>0.0356915305124</c:v>
                </c:pt>
                <c:pt idx="785">
                  <c:v>0.0356688187503</c:v>
                </c:pt>
                <c:pt idx="786">
                  <c:v>0.03564615029</c:v>
                </c:pt>
                <c:pt idx="787">
                  <c:v>0.035623524994</c:v>
                </c:pt>
                <c:pt idx="788">
                  <c:v>0.0356009427254</c:v>
                </c:pt>
                <c:pt idx="789">
                  <c:v>0.0355784033482</c:v>
                </c:pt>
                <c:pt idx="790">
                  <c:v>0.0355559067267</c:v>
                </c:pt>
                <c:pt idx="791">
                  <c:v>0.0355334527259</c:v>
                </c:pt>
                <c:pt idx="792">
                  <c:v>0.0355110412114</c:v>
                </c:pt>
                <c:pt idx="793">
                  <c:v>0.0354886720494</c:v>
                </c:pt>
                <c:pt idx="794">
                  <c:v>0.0354663451066</c:v>
                </c:pt>
                <c:pt idx="795">
                  <c:v>0.0354440602504</c:v>
                </c:pt>
                <c:pt idx="796">
                  <c:v>0.0354218173488</c:v>
                </c:pt>
                <c:pt idx="797">
                  <c:v>0.0353996162702</c:v>
                </c:pt>
                <c:pt idx="798">
                  <c:v>0.0353774568839</c:v>
                </c:pt>
                <c:pt idx="799">
                  <c:v>0.0353553390593</c:v>
                </c:pt>
                <c:pt idx="800">
                  <c:v>0.0353332626669</c:v>
                </c:pt>
                <c:pt idx="801">
                  <c:v>0.0353112275773</c:v>
                </c:pt>
                <c:pt idx="802">
                  <c:v>0.035289233662</c:v>
                </c:pt>
                <c:pt idx="803">
                  <c:v>0.0352672807929</c:v>
                </c:pt>
                <c:pt idx="804">
                  <c:v>0.0352453688425</c:v>
                </c:pt>
                <c:pt idx="805">
                  <c:v>0.0352234976838</c:v>
                </c:pt>
                <c:pt idx="806">
                  <c:v>0.0352016671904</c:v>
                </c:pt>
                <c:pt idx="807">
                  <c:v>0.0351798772365</c:v>
                </c:pt>
                <c:pt idx="808">
                  <c:v>0.0351581276967</c:v>
                </c:pt>
                <c:pt idx="809">
                  <c:v>0.0351364184463</c:v>
                </c:pt>
                <c:pt idx="810">
                  <c:v>0.035114749361</c:v>
                </c:pt>
                <c:pt idx="811">
                  <c:v>0.0350931203172</c:v>
                </c:pt>
                <c:pt idx="812">
                  <c:v>0.0350715311916</c:v>
                </c:pt>
                <c:pt idx="813">
                  <c:v>0.0350499818616</c:v>
                </c:pt>
                <c:pt idx="814">
                  <c:v>0.0350284722052</c:v>
                </c:pt>
                <c:pt idx="815">
                  <c:v>0.0350070021007</c:v>
                </c:pt>
                <c:pt idx="816">
                  <c:v>0.0349855714271</c:v>
                </c:pt>
                <c:pt idx="817">
                  <c:v>0.0349641800638</c:v>
                </c:pt>
                <c:pt idx="818">
                  <c:v>0.0349428278907</c:v>
                </c:pt>
                <c:pt idx="819">
                  <c:v>0.0349215147885</c:v>
                </c:pt>
                <c:pt idx="820">
                  <c:v>0.034900240638</c:v>
                </c:pt>
                <c:pt idx="821">
                  <c:v>0.0348790053208</c:v>
                </c:pt>
                <c:pt idx="822">
                  <c:v>0.0348578087188</c:v>
                </c:pt>
                <c:pt idx="823">
                  <c:v>0.0348366507146</c:v>
                </c:pt>
                <c:pt idx="824">
                  <c:v>0.0348155311911</c:v>
                </c:pt>
                <c:pt idx="825">
                  <c:v>0.034794450032</c:v>
                </c:pt>
                <c:pt idx="826">
                  <c:v>0.034773407121</c:v>
                </c:pt>
                <c:pt idx="827">
                  <c:v>0.0347524023428</c:v>
                </c:pt>
                <c:pt idx="828">
                  <c:v>0.0347314355824</c:v>
                </c:pt>
                <c:pt idx="829">
                  <c:v>0.034710506725</c:v>
                </c:pt>
                <c:pt idx="830">
                  <c:v>0.0346896156568</c:v>
                </c:pt>
                <c:pt idx="831">
                  <c:v>0.0346687622641</c:v>
                </c:pt>
                <c:pt idx="832">
                  <c:v>0.0346479464338</c:v>
                </c:pt>
                <c:pt idx="833">
                  <c:v>0.0346271680532</c:v>
                </c:pt>
                <c:pt idx="834">
                  <c:v>0.0346064270103</c:v>
                </c:pt>
                <c:pt idx="835">
                  <c:v>0.0345857231933</c:v>
                </c:pt>
                <c:pt idx="836">
                  <c:v>0.034565056491</c:v>
                </c:pt>
                <c:pt idx="837">
                  <c:v>0.0345444267927</c:v>
                </c:pt>
                <c:pt idx="838">
                  <c:v>0.034523833988</c:v>
                </c:pt>
                <c:pt idx="839">
                  <c:v>0.0345032779671</c:v>
                </c:pt>
                <c:pt idx="840">
                  <c:v>0.0344827586207</c:v>
                </c:pt>
                <c:pt idx="841">
                  <c:v>0.0344622758398</c:v>
                </c:pt>
                <c:pt idx="842">
                  <c:v>0.0344418295159</c:v>
                </c:pt>
                <c:pt idx="843">
                  <c:v>0.0344214195411</c:v>
                </c:pt>
                <c:pt idx="844">
                  <c:v>0.0344010458077</c:v>
                </c:pt>
                <c:pt idx="845">
                  <c:v>0.0343807082086</c:v>
                </c:pt>
                <c:pt idx="846">
                  <c:v>0.0343604066372</c:v>
                </c:pt>
                <c:pt idx="847">
                  <c:v>0.0343401409872</c:v>
                </c:pt>
                <c:pt idx="848">
                  <c:v>0.0343199111527</c:v>
                </c:pt>
                <c:pt idx="849">
                  <c:v>0.0342997170285</c:v>
                </c:pt>
                <c:pt idx="850">
                  <c:v>0.0342795585096</c:v>
                </c:pt>
                <c:pt idx="851">
                  <c:v>0.0342594354914</c:v>
                </c:pt>
                <c:pt idx="852">
                  <c:v>0.0342393478699</c:v>
                </c:pt>
                <c:pt idx="853">
                  <c:v>0.0342192955415</c:v>
                </c:pt>
                <c:pt idx="854">
                  <c:v>0.0341992784028</c:v>
                </c:pt>
                <c:pt idx="855">
                  <c:v>0.0341792963512</c:v>
                </c:pt>
                <c:pt idx="856">
                  <c:v>0.0341593492843</c:v>
                </c:pt>
                <c:pt idx="857">
                  <c:v>0.0341394370999</c:v>
                </c:pt>
                <c:pt idx="858">
                  <c:v>0.0341195596967</c:v>
                </c:pt>
                <c:pt idx="859">
                  <c:v>0.0340997169735</c:v>
                </c:pt>
                <c:pt idx="860">
                  <c:v>0.0340799088295</c:v>
                </c:pt>
                <c:pt idx="861">
                  <c:v>0.0340601351645</c:v>
                </c:pt>
                <c:pt idx="862">
                  <c:v>0.0340403958785</c:v>
                </c:pt>
                <c:pt idx="863">
                  <c:v>0.034020690872</c:v>
                </c:pt>
                <c:pt idx="864">
                  <c:v>0.0340010200459</c:v>
                </c:pt>
                <c:pt idx="865">
                  <c:v>0.0339813833015</c:v>
                </c:pt>
                <c:pt idx="866">
                  <c:v>0.0339617805406</c:v>
                </c:pt>
                <c:pt idx="867">
                  <c:v>0.0339422116651</c:v>
                </c:pt>
                <c:pt idx="868">
                  <c:v>0.0339226765776</c:v>
                </c:pt>
                <c:pt idx="869">
                  <c:v>0.033903175181</c:v>
                </c:pt>
                <c:pt idx="870">
                  <c:v>0.0338837073786</c:v>
                </c:pt>
                <c:pt idx="871">
                  <c:v>0.0338642730739</c:v>
                </c:pt>
                <c:pt idx="872">
                  <c:v>0.0338448721711</c:v>
                </c:pt>
                <c:pt idx="873">
                  <c:v>0.0338255045746</c:v>
                </c:pt>
                <c:pt idx="874">
                  <c:v>0.0338061701891</c:v>
                </c:pt>
                <c:pt idx="875">
                  <c:v>0.03378686892</c:v>
                </c:pt>
                <c:pt idx="876">
                  <c:v>0.0337676006727</c:v>
                </c:pt>
                <c:pt idx="877">
                  <c:v>0.0337483653531</c:v>
                </c:pt>
                <c:pt idx="878">
                  <c:v>0.0337291628677</c:v>
                </c:pt>
                <c:pt idx="879">
                  <c:v>0.0337099931232</c:v>
                </c:pt>
                <c:pt idx="880">
                  <c:v>0.0336908560265</c:v>
                </c:pt>
                <c:pt idx="881">
                  <c:v>0.0336717514851</c:v>
                </c:pt>
                <c:pt idx="882">
                  <c:v>0.0336526794068</c:v>
                </c:pt>
                <c:pt idx="883">
                  <c:v>0.0336336396998</c:v>
                </c:pt>
                <c:pt idx="884">
                  <c:v>0.0336146322726</c:v>
                </c:pt>
                <c:pt idx="885">
                  <c:v>0.0335956570342</c:v>
                </c:pt>
                <c:pt idx="886">
                  <c:v>0.0335767138937</c:v>
                </c:pt>
                <c:pt idx="887">
                  <c:v>0.0335578027607</c:v>
                </c:pt>
                <c:pt idx="888">
                  <c:v>0.0335389235453</c:v>
                </c:pt>
                <c:pt idx="889">
                  <c:v>0.0335200761577</c:v>
                </c:pt>
                <c:pt idx="890">
                  <c:v>0.0335012605086</c:v>
                </c:pt>
                <c:pt idx="891">
                  <c:v>0.0334824765091</c:v>
                </c:pt>
                <c:pt idx="892">
                  <c:v>0.0334637240705</c:v>
                </c:pt>
                <c:pt idx="893">
                  <c:v>0.0334450031045</c:v>
                </c:pt>
                <c:pt idx="894">
                  <c:v>0.0334263135232</c:v>
                </c:pt>
                <c:pt idx="895">
                  <c:v>0.0334076552391</c:v>
                </c:pt>
                <c:pt idx="896">
                  <c:v>0.0333890281647</c:v>
                </c:pt>
                <c:pt idx="897">
                  <c:v>0.0333704322133</c:v>
                </c:pt>
                <c:pt idx="898">
                  <c:v>0.0333518672983</c:v>
                </c:pt>
                <c:pt idx="899">
                  <c:v>0.0333333333333</c:v>
                </c:pt>
                <c:pt idx="900">
                  <c:v>0.0333148302326</c:v>
                </c:pt>
                <c:pt idx="901">
                  <c:v>0.0332963579106</c:v>
                </c:pt>
                <c:pt idx="902">
                  <c:v>0.033277916282</c:v>
                </c:pt>
                <c:pt idx="903">
                  <c:v>0.0332595052619</c:v>
                </c:pt>
                <c:pt idx="904">
                  <c:v>0.0332411247657</c:v>
                </c:pt>
                <c:pt idx="905">
                  <c:v>0.0332227747093</c:v>
                </c:pt>
                <c:pt idx="906">
                  <c:v>0.0332044550085</c:v>
                </c:pt>
                <c:pt idx="907">
                  <c:v>0.03318616558</c:v>
                </c:pt>
                <c:pt idx="908">
                  <c:v>0.0331679063403</c:v>
                </c:pt>
                <c:pt idx="909">
                  <c:v>0.0331496772066</c:v>
                </c:pt>
                <c:pt idx="910">
                  <c:v>0.0331314780961</c:v>
                </c:pt>
                <c:pt idx="911">
                  <c:v>0.0331133089266</c:v>
                </c:pt>
                <c:pt idx="912">
                  <c:v>0.0330951696161</c:v>
                </c:pt>
                <c:pt idx="913">
                  <c:v>0.0330770600828</c:v>
                </c:pt>
                <c:pt idx="914">
                  <c:v>0.0330589802454</c:v>
                </c:pt>
                <c:pt idx="915">
                  <c:v>0.0330409300228</c:v>
                </c:pt>
                <c:pt idx="916">
                  <c:v>0.0330229093342</c:v>
                </c:pt>
                <c:pt idx="917">
                  <c:v>0.0330049180992</c:v>
                </c:pt>
                <c:pt idx="918">
                  <c:v>0.0329869562377</c:v>
                </c:pt>
                <c:pt idx="919">
                  <c:v>0.0329690236698</c:v>
                </c:pt>
                <c:pt idx="920">
                  <c:v>0.0329511203159</c:v>
                </c:pt>
                <c:pt idx="921">
                  <c:v>0.0329332460969</c:v>
                </c:pt>
                <c:pt idx="922">
                  <c:v>0.0329154009338</c:v>
                </c:pt>
                <c:pt idx="923">
                  <c:v>0.032897584748</c:v>
                </c:pt>
                <c:pt idx="924">
                  <c:v>0.0328797974611</c:v>
                </c:pt>
                <c:pt idx="925">
                  <c:v>0.032862038995</c:v>
                </c:pt>
                <c:pt idx="926">
                  <c:v>0.0328443092721</c:v>
                </c:pt>
                <c:pt idx="927">
                  <c:v>0.0328266082149</c:v>
                </c:pt>
                <c:pt idx="928">
                  <c:v>0.0328089357462</c:v>
                </c:pt>
                <c:pt idx="929">
                  <c:v>0.0327912917892</c:v>
                </c:pt>
                <c:pt idx="930">
                  <c:v>0.0327736762672</c:v>
                </c:pt>
                <c:pt idx="931">
                  <c:v>0.032756089104</c:v>
                </c:pt>
                <c:pt idx="932">
                  <c:v>0.0327385302236</c:v>
                </c:pt>
                <c:pt idx="933">
                  <c:v>0.0327209995502</c:v>
                </c:pt>
                <c:pt idx="934">
                  <c:v>0.0327034970084</c:v>
                </c:pt>
                <c:pt idx="935">
                  <c:v>0.032686022523</c:v>
                </c:pt>
                <c:pt idx="936">
                  <c:v>0.0326685760192</c:v>
                </c:pt>
                <c:pt idx="937">
                  <c:v>0.0326511574224</c:v>
                </c:pt>
                <c:pt idx="938">
                  <c:v>0.0326337666582</c:v>
                </c:pt>
                <c:pt idx="939">
                  <c:v>0.0326164036527</c:v>
                </c:pt>
                <c:pt idx="940">
                  <c:v>0.0325990683319</c:v>
                </c:pt>
                <c:pt idx="941">
                  <c:v>0.0325817606226</c:v>
                </c:pt>
                <c:pt idx="942">
                  <c:v>0.0325644804513</c:v>
                </c:pt>
                <c:pt idx="943">
                  <c:v>0.0325472277452</c:v>
                </c:pt>
                <c:pt idx="944">
                  <c:v>0.0325300024316</c:v>
                </c:pt>
                <c:pt idx="945">
                  <c:v>0.0325128044381</c:v>
                </c:pt>
                <c:pt idx="946">
                  <c:v>0.0324956336926</c:v>
                </c:pt>
                <c:pt idx="947">
                  <c:v>0.0324784901231</c:v>
                </c:pt>
                <c:pt idx="948">
                  <c:v>0.0324613736581</c:v>
                </c:pt>
                <c:pt idx="949">
                  <c:v>0.0324442842262</c:v>
                </c:pt>
                <c:pt idx="950">
                  <c:v>0.0324272217563</c:v>
                </c:pt>
                <c:pt idx="951">
                  <c:v>0.0324101861776</c:v>
                </c:pt>
                <c:pt idx="952">
                  <c:v>0.0323931774196</c:v>
                </c:pt>
                <c:pt idx="953">
                  <c:v>0.0323761954119</c:v>
                </c:pt>
                <c:pt idx="954">
                  <c:v>0.0323592400845</c:v>
                </c:pt>
                <c:pt idx="955">
                  <c:v>0.0323423113677</c:v>
                </c:pt>
                <c:pt idx="956">
                  <c:v>0.0323254091918</c:v>
                </c:pt>
                <c:pt idx="957">
                  <c:v>0.0323085334876</c:v>
                </c:pt>
                <c:pt idx="958">
                  <c:v>0.032291684186</c:v>
                </c:pt>
                <c:pt idx="959">
                  <c:v>0.0322748612184</c:v>
                </c:pt>
                <c:pt idx="960">
                  <c:v>0.0322580645161</c:v>
                </c:pt>
                <c:pt idx="961">
                  <c:v>0.032241294011</c:v>
                </c:pt>
                <c:pt idx="962">
                  <c:v>0.0322245496349</c:v>
                </c:pt>
                <c:pt idx="963">
                  <c:v>0.03220783132</c:v>
                </c:pt>
                <c:pt idx="964">
                  <c:v>0.032191138999</c:v>
                </c:pt>
                <c:pt idx="965">
                  <c:v>0.0321744726044</c:v>
                </c:pt>
                <c:pt idx="966">
                  <c:v>0.0321578320692</c:v>
                </c:pt>
                <c:pt idx="967">
                  <c:v>0.0321412173267</c:v>
                </c:pt>
                <c:pt idx="968">
                  <c:v>0.0321246283102</c:v>
                </c:pt>
                <c:pt idx="969">
                  <c:v>0.0321080649534</c:v>
                </c:pt>
                <c:pt idx="970">
                  <c:v>0.0320915271903</c:v>
                </c:pt>
                <c:pt idx="971">
                  <c:v>0.032075014955</c:v>
                </c:pt>
                <c:pt idx="972">
                  <c:v>0.0320585281819</c:v>
                </c:pt>
                <c:pt idx="973">
                  <c:v>0.0320420668056</c:v>
                </c:pt>
                <c:pt idx="974">
                  <c:v>0.032025630761</c:v>
                </c:pt>
                <c:pt idx="975">
                  <c:v>0.0320092199832</c:v>
                </c:pt>
                <c:pt idx="976">
                  <c:v>0.0319928344075</c:v>
                </c:pt>
                <c:pt idx="977">
                  <c:v>0.0319764739696</c:v>
                </c:pt>
                <c:pt idx="978">
                  <c:v>0.031960138605</c:v>
                </c:pt>
                <c:pt idx="979">
                  <c:v>0.03194382825</c:v>
                </c:pt>
                <c:pt idx="980">
                  <c:v>0.0319275428407</c:v>
                </c:pt>
                <c:pt idx="981">
                  <c:v>0.0319112823136</c:v>
                </c:pt>
                <c:pt idx="982">
                  <c:v>0.0318950466055</c:v>
                </c:pt>
                <c:pt idx="983">
                  <c:v>0.0318788356532</c:v>
                </c:pt>
                <c:pt idx="984">
                  <c:v>0.0318626493939</c:v>
                </c:pt>
                <c:pt idx="985">
                  <c:v>0.0318464877649</c:v>
                </c:pt>
                <c:pt idx="986">
                  <c:v>0.031830350704</c:v>
                </c:pt>
                <c:pt idx="987">
                  <c:v>0.0318142381488</c:v>
                </c:pt>
                <c:pt idx="988">
                  <c:v>0.0317981500374</c:v>
                </c:pt>
                <c:pt idx="989">
                  <c:v>0.0317820863082</c:v>
                </c:pt>
                <c:pt idx="990">
                  <c:v>0.0317660468995</c:v>
                </c:pt>
                <c:pt idx="991">
                  <c:v>0.03175003175</c:v>
                </c:pt>
                <c:pt idx="992">
                  <c:v>0.0317340407988</c:v>
                </c:pt>
                <c:pt idx="993">
                  <c:v>0.0317180739848</c:v>
                </c:pt>
                <c:pt idx="994">
                  <c:v>0.0317021312474</c:v>
                </c:pt>
                <c:pt idx="995">
                  <c:v>0.0316862125262</c:v>
                </c:pt>
                <c:pt idx="996">
                  <c:v>0.031670317761</c:v>
                </c:pt>
                <c:pt idx="997">
                  <c:v>0.0316544468916</c:v>
                </c:pt>
                <c:pt idx="998">
                  <c:v>0.0316385998584</c:v>
                </c:pt>
                <c:pt idx="999">
                  <c:v>0.0316227766017</c:v>
                </c:pt>
              </c:numCache>
            </c:numRef>
          </c:yVal>
          <c:smooth val="0"/>
        </c:ser>
        <c:ser>
          <c:idx val="1"/>
          <c:order val="1"/>
          <c:tx>
            <c:v>Correlation ρ = 0.1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Data'!$C$2:$C$1001</c:f>
              <c:numCache>
                <c:formatCode>General</c:formatCode>
                <c:ptCount val="1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</c:numCache>
            </c:numRef>
          </c:xVal>
          <c:yVal>
            <c:numRef>
              <c:f>'Chart Data'!$D$2:$D$1001</c:f>
              <c:numCache>
                <c:formatCode>0.0</c:formatCode>
                <c:ptCount val="1000"/>
                <c:pt idx="0">
                  <c:v>1</c:v>
                </c:pt>
                <c:pt idx="1">
                  <c:v>0.74161984871</c:v>
                </c:pt>
                <c:pt idx="2">
                  <c:v>0.632455532034</c:v>
                </c:pt>
                <c:pt idx="3">
                  <c:v>0.57008771255</c:v>
                </c:pt>
                <c:pt idx="4">
                  <c:v>0.529150262213</c:v>
                </c:pt>
                <c:pt idx="5">
                  <c:v>0.5</c:v>
                </c:pt>
                <c:pt idx="6">
                  <c:v>0.478091443734</c:v>
                </c:pt>
                <c:pt idx="7">
                  <c:v>0.460977222865</c:v>
                </c:pt>
                <c:pt idx="8">
                  <c:v>0.4472135955</c:v>
                </c:pt>
                <c:pt idx="9">
                  <c:v>0.435889894354</c:v>
                </c:pt>
                <c:pt idx="10">
                  <c:v>0.426401432711</c:v>
                </c:pt>
                <c:pt idx="11">
                  <c:v>0.418330013267</c:v>
                </c:pt>
                <c:pt idx="12">
                  <c:v>0.411376675604</c:v>
                </c:pt>
                <c:pt idx="13">
                  <c:v>0.405321741689</c:v>
                </c:pt>
                <c:pt idx="14">
                  <c:v>0.4</c:v>
                </c:pt>
                <c:pt idx="15">
                  <c:v>0.395284707521</c:v>
                </c:pt>
                <c:pt idx="16">
                  <c:v>0.391076944438</c:v>
                </c:pt>
                <c:pt idx="17">
                  <c:v>0.387298334621</c:v>
                </c:pt>
                <c:pt idx="18">
                  <c:v>0.383885947975</c:v>
                </c:pt>
                <c:pt idx="19">
                  <c:v>0.380788655293</c:v>
                </c:pt>
                <c:pt idx="20">
                  <c:v>0.377964473009</c:v>
                </c:pt>
                <c:pt idx="21">
                  <c:v>0.375378596765</c:v>
                </c:pt>
                <c:pt idx="22">
                  <c:v>0.373001923296</c:v>
                </c:pt>
                <c:pt idx="23">
                  <c:v>0.370809924355</c:v>
                </c:pt>
                <c:pt idx="24">
                  <c:v>0.368781778292</c:v>
                </c:pt>
                <c:pt idx="25">
                  <c:v>0.366899692853</c:v>
                </c:pt>
                <c:pt idx="26">
                  <c:v>0.36514837167</c:v>
                </c:pt>
                <c:pt idx="27">
                  <c:v>0.36351459</c:v>
                </c:pt>
                <c:pt idx="28">
                  <c:v>0.3619868544</c:v>
                </c:pt>
                <c:pt idx="29">
                  <c:v>0.360555127546</c:v>
                </c:pt>
                <c:pt idx="30">
                  <c:v>0.359210604054</c:v>
                </c:pt>
                <c:pt idx="31">
                  <c:v>0.357945526582</c:v>
                </c:pt>
                <c:pt idx="32">
                  <c:v>0.356753034006</c:v>
                </c:pt>
                <c:pt idx="33">
                  <c:v>0.355627035299</c:v>
                </c:pt>
                <c:pt idx="34">
                  <c:v>0.354562104171</c:v>
                </c:pt>
                <c:pt idx="35">
                  <c:v>0.353553390593</c:v>
                </c:pt>
                <c:pt idx="36">
                  <c:v>0.352596546104</c:v>
                </c:pt>
                <c:pt idx="37">
                  <c:v>0.351687660469</c:v>
                </c:pt>
                <c:pt idx="38">
                  <c:v>0.350823207723</c:v>
                </c:pt>
                <c:pt idx="39">
                  <c:v>0.35</c:v>
                </c:pt>
                <c:pt idx="40">
                  <c:v>0.349215147885</c:v>
                </c:pt>
                <c:pt idx="41">
                  <c:v>0.348466026219</c:v>
                </c:pt>
                <c:pt idx="42">
                  <c:v>0.347750244512</c:v>
                </c:pt>
                <c:pt idx="43">
                  <c:v>0.347065621251</c:v>
                </c:pt>
                <c:pt idx="44">
                  <c:v>0.346410161514</c:v>
                </c:pt>
                <c:pt idx="45">
                  <c:v>0.345782037404</c:v>
                </c:pt>
                <c:pt idx="46">
                  <c:v>0.345179570905</c:v>
                </c:pt>
                <c:pt idx="47">
                  <c:v>0.344601218802</c:v>
                </c:pt>
                <c:pt idx="48">
                  <c:v>0.344045559394</c:v>
                </c:pt>
                <c:pt idx="49">
                  <c:v>0.343511280746</c:v>
                </c:pt>
                <c:pt idx="50">
                  <c:v>0.342997170285</c:v>
                </c:pt>
                <c:pt idx="51">
                  <c:v>0.342502105552</c:v>
                </c:pt>
                <c:pt idx="52">
                  <c:v>0.342025045977</c:v>
                </c:pt>
                <c:pt idx="53">
                  <c:v>0.341565025532</c:v>
                </c:pt>
                <c:pt idx="54">
                  <c:v>0.341121146169</c:v>
                </c:pt>
                <c:pt idx="55">
                  <c:v>0.340692571935</c:v>
                </c:pt>
                <c:pt idx="56">
                  <c:v>0.340278523689</c:v>
                </c:pt>
                <c:pt idx="57">
                  <c:v>0.339878274356</c:v>
                </c:pt>
                <c:pt idx="58">
                  <c:v>0.339491144639</c:v>
                </c:pt>
                <c:pt idx="59">
                  <c:v>0.339116499156</c:v>
                </c:pt>
                <c:pt idx="60">
                  <c:v>0.338753742947</c:v>
                </c:pt>
                <c:pt idx="61">
                  <c:v>0.338402318302</c:v>
                </c:pt>
                <c:pt idx="62">
                  <c:v>0.338061701891</c:v>
                </c:pt>
                <c:pt idx="63">
                  <c:v>0.337731402153</c:v>
                </c:pt>
                <c:pt idx="64">
                  <c:v>0.337410956915</c:v>
                </c:pt>
                <c:pt idx="65">
                  <c:v>0.337099931232</c:v>
                </c:pt>
                <c:pt idx="66">
                  <c:v>0.336797915405</c:v>
                </c:pt>
                <c:pt idx="67">
                  <c:v>0.336504523176</c:v>
                </c:pt>
                <c:pt idx="68">
                  <c:v>0.336219390073</c:v>
                </c:pt>
                <c:pt idx="69">
                  <c:v>0.335942171894</c:v>
                </c:pt>
                <c:pt idx="70">
                  <c:v>0.335672543319</c:v>
                </c:pt>
                <c:pt idx="71">
                  <c:v>0.335410196625</c:v>
                </c:pt>
                <c:pt idx="72">
                  <c:v>0.335154840519</c:v>
                </c:pt>
                <c:pt idx="73">
                  <c:v>0.33490619905</c:v>
                </c:pt>
                <c:pt idx="74">
                  <c:v>0.334664010614</c:v>
                </c:pt>
                <c:pt idx="75">
                  <c:v>0.33442802703</c:v>
                </c:pt>
                <c:pt idx="76">
                  <c:v>0.334198012694</c:v>
                </c:pt>
                <c:pt idx="77">
                  <c:v>0.333973743786</c:v>
                </c:pt>
                <c:pt idx="78">
                  <c:v>0.333755007548</c:v>
                </c:pt>
                <c:pt idx="79">
                  <c:v>0.333541601603</c:v>
                </c:pt>
                <c:pt idx="80">
                  <c:v>0.333333333333</c:v>
                </c:pt>
                <c:pt idx="81">
                  <c:v>0.333130019296</c:v>
                </c:pt>
                <c:pt idx="82">
                  <c:v>0.332931484684</c:v>
                </c:pt>
                <c:pt idx="83">
                  <c:v>0.332737562824</c:v>
                </c:pt>
                <c:pt idx="84">
                  <c:v>0.332548094708</c:v>
                </c:pt>
                <c:pt idx="85">
                  <c:v>0.332362928557</c:v>
                </c:pt>
                <c:pt idx="86">
                  <c:v>0.332181919415</c:v>
                </c:pt>
                <c:pt idx="87">
                  <c:v>0.33200492877</c:v>
                </c:pt>
                <c:pt idx="88">
                  <c:v>0.331831824198</c:v>
                </c:pt>
                <c:pt idx="89">
                  <c:v>0.331662479036</c:v>
                </c:pt>
                <c:pt idx="90">
                  <c:v>0.331496772066</c:v>
                </c:pt>
                <c:pt idx="91">
                  <c:v>0.331334587231</c:v>
                </c:pt>
                <c:pt idx="92">
                  <c:v>0.33117581336</c:v>
                </c:pt>
                <c:pt idx="93">
                  <c:v>0.331020343914</c:v>
                </c:pt>
                <c:pt idx="94">
                  <c:v>0.330868076747</c:v>
                </c:pt>
                <c:pt idx="95">
                  <c:v>0.330718913883</c:v>
                </c:pt>
                <c:pt idx="96">
                  <c:v>0.330572761303</c:v>
                </c:pt>
                <c:pt idx="97">
                  <c:v>0.330429528749</c:v>
                </c:pt>
                <c:pt idx="98">
                  <c:v>0.330289129538</c:v>
                </c:pt>
                <c:pt idx="99">
                  <c:v>0.330151480384</c:v>
                </c:pt>
                <c:pt idx="100">
                  <c:v>0.330016501238</c:v>
                </c:pt>
                <c:pt idx="101">
                  <c:v>0.329884115125</c:v>
                </c:pt>
                <c:pt idx="102">
                  <c:v>0.329754248005</c:v>
                </c:pt>
                <c:pt idx="103">
                  <c:v>0.329626828632</c:v>
                </c:pt>
                <c:pt idx="104">
                  <c:v>0.329501788419</c:v>
                </c:pt>
                <c:pt idx="105">
                  <c:v>0.329379061323</c:v>
                </c:pt>
                <c:pt idx="106">
                  <c:v>0.32925858372</c:v>
                </c:pt>
                <c:pt idx="107">
                  <c:v>0.329140294302</c:v>
                </c:pt>
                <c:pt idx="108">
                  <c:v>0.329024133969</c:v>
                </c:pt>
                <c:pt idx="109">
                  <c:v>0.32891004573</c:v>
                </c:pt>
                <c:pt idx="110">
                  <c:v>0.328797974611</c:v>
                </c:pt>
                <c:pt idx="111">
                  <c:v>0.328687867567</c:v>
                </c:pt>
                <c:pt idx="112">
                  <c:v>0.328579673397</c:v>
                </c:pt>
                <c:pt idx="113">
                  <c:v>0.328473342666</c:v>
                </c:pt>
                <c:pt idx="114">
                  <c:v>0.328368827626</c:v>
                </c:pt>
                <c:pt idx="115">
                  <c:v>0.328266082149</c:v>
                </c:pt>
                <c:pt idx="116">
                  <c:v>0.328165061657</c:v>
                </c:pt>
                <c:pt idx="117">
                  <c:v>0.328065723056</c:v>
                </c:pt>
                <c:pt idx="118">
                  <c:v>0.327968024676</c:v>
                </c:pt>
                <c:pt idx="119">
                  <c:v>0.327871926215</c:v>
                </c:pt>
                <c:pt idx="120">
                  <c:v>0.327777388679</c:v>
                </c:pt>
                <c:pt idx="121">
                  <c:v>0.32768437433</c:v>
                </c:pt>
                <c:pt idx="122">
                  <c:v>0.327592846642</c:v>
                </c:pt>
                <c:pt idx="123">
                  <c:v>0.327502770242</c:v>
                </c:pt>
                <c:pt idx="124">
                  <c:v>0.327414110875</c:v>
                </c:pt>
                <c:pt idx="125">
                  <c:v>0.327326835354</c:v>
                </c:pt>
                <c:pt idx="126">
                  <c:v>0.327240911521</c:v>
                </c:pt>
                <c:pt idx="127">
                  <c:v>0.327156308208</c:v>
                </c:pt>
                <c:pt idx="128">
                  <c:v>0.327072995195</c:v>
                </c:pt>
                <c:pt idx="129">
                  <c:v>0.326990943182</c:v>
                </c:pt>
                <c:pt idx="130">
                  <c:v>0.326910123746</c:v>
                </c:pt>
                <c:pt idx="131">
                  <c:v>0.326830509314</c:v>
                </c:pt>
                <c:pt idx="132">
                  <c:v>0.326752073128</c:v>
                </c:pt>
                <c:pt idx="133">
                  <c:v>0.326674789218</c:v>
                </c:pt>
                <c:pt idx="134">
                  <c:v>0.326598632371</c:v>
                </c:pt>
                <c:pt idx="135">
                  <c:v>0.326523578106</c:v>
                </c:pt>
                <c:pt idx="136">
                  <c:v>0.326449602643</c:v>
                </c:pt>
                <c:pt idx="137">
                  <c:v>0.326376682884</c:v>
                </c:pt>
                <c:pt idx="138">
                  <c:v>0.326304796385</c:v>
                </c:pt>
                <c:pt idx="139">
                  <c:v>0.326233921333</c:v>
                </c:pt>
                <c:pt idx="140">
                  <c:v>0.326164036527</c:v>
                </c:pt>
                <c:pt idx="141">
                  <c:v>0.326095121351</c:v>
                </c:pt>
                <c:pt idx="142">
                  <c:v>0.326027155761</c:v>
                </c:pt>
                <c:pt idx="143">
                  <c:v>0.32596012026</c:v>
                </c:pt>
                <c:pt idx="144">
                  <c:v>0.325893995882</c:v>
                </c:pt>
                <c:pt idx="145">
                  <c:v>0.325828764172</c:v>
                </c:pt>
                <c:pt idx="146">
                  <c:v>0.325764407171</c:v>
                </c:pt>
                <c:pt idx="147">
                  <c:v>0.3257009074</c:v>
                </c:pt>
                <c:pt idx="148">
                  <c:v>0.32563824784</c:v>
                </c:pt>
                <c:pt idx="149">
                  <c:v>0.325576411922</c:v>
                </c:pt>
                <c:pt idx="150">
                  <c:v>0.325515383508</c:v>
                </c:pt>
                <c:pt idx="151">
                  <c:v>0.325455146881</c:v>
                </c:pt>
                <c:pt idx="152">
                  <c:v>0.325395686728</c:v>
                </c:pt>
                <c:pt idx="153">
                  <c:v>0.325336988128</c:v>
                </c:pt>
                <c:pt idx="154">
                  <c:v>0.325279036541</c:v>
                </c:pt>
                <c:pt idx="155">
                  <c:v>0.325221817794</c:v>
                </c:pt>
                <c:pt idx="156">
                  <c:v>0.325165318071</c:v>
                </c:pt>
                <c:pt idx="157">
                  <c:v>0.325109523902</c:v>
                </c:pt>
                <c:pt idx="158">
                  <c:v>0.325054422149</c:v>
                </c:pt>
                <c:pt idx="159">
                  <c:v>0.325</c:v>
                </c:pt>
                <c:pt idx="160">
                  <c:v>0.324946244957</c:v>
                </c:pt>
                <c:pt idx="161">
                  <c:v>0.324893144827</c:v>
                </c:pt>
                <c:pt idx="162">
                  <c:v>0.324840687711</c:v>
                </c:pt>
                <c:pt idx="163">
                  <c:v>0.324788861998</c:v>
                </c:pt>
                <c:pt idx="164">
                  <c:v>0.324737656354</c:v>
                </c:pt>
                <c:pt idx="165">
                  <c:v>0.324687059716</c:v>
                </c:pt>
                <c:pt idx="166">
                  <c:v>0.324637061281</c:v>
                </c:pt>
                <c:pt idx="167">
                  <c:v>0.3245876505</c:v>
                </c:pt>
                <c:pt idx="168">
                  <c:v>0.324538817073</c:v>
                </c:pt>
                <c:pt idx="169">
                  <c:v>0.324490550936</c:v>
                </c:pt>
                <c:pt idx="170">
                  <c:v>0.324442842262</c:v>
                </c:pt>
                <c:pt idx="171">
                  <c:v>0.324395681444</c:v>
                </c:pt>
                <c:pt idx="172">
                  <c:v>0.324349059099</c:v>
                </c:pt>
                <c:pt idx="173">
                  <c:v>0.324302966057</c:v>
                </c:pt>
                <c:pt idx="174">
                  <c:v>0.324257393351</c:v>
                </c:pt>
                <c:pt idx="175">
                  <c:v>0.32421233222</c:v>
                </c:pt>
                <c:pt idx="176">
                  <c:v>0.324167774097</c:v>
                </c:pt>
                <c:pt idx="177">
                  <c:v>0.324123710603</c:v>
                </c:pt>
                <c:pt idx="178">
                  <c:v>0.324080133549</c:v>
                </c:pt>
                <c:pt idx="179">
                  <c:v>0.32403703492</c:v>
                </c:pt>
                <c:pt idx="180">
                  <c:v>0.323994406882</c:v>
                </c:pt>
                <c:pt idx="181">
                  <c:v>0.323952241766</c:v>
                </c:pt>
                <c:pt idx="182">
                  <c:v>0.323910532072</c:v>
                </c:pt>
                <c:pt idx="183">
                  <c:v>0.323869270459</c:v>
                </c:pt>
                <c:pt idx="184">
                  <c:v>0.323828449746</c:v>
                </c:pt>
                <c:pt idx="185">
                  <c:v>0.323788062901</c:v>
                </c:pt>
                <c:pt idx="186">
                  <c:v>0.323748103044</c:v>
                </c:pt>
                <c:pt idx="187">
                  <c:v>0.323708563437</c:v>
                </c:pt>
                <c:pt idx="188">
                  <c:v>0.323669437485</c:v>
                </c:pt>
                <c:pt idx="189">
                  <c:v>0.323630718729</c:v>
                </c:pt>
                <c:pt idx="190">
                  <c:v>0.323592400845</c:v>
                </c:pt>
                <c:pt idx="191">
                  <c:v>0.323554477639</c:v>
                </c:pt>
                <c:pt idx="192">
                  <c:v>0.323516943042</c:v>
                </c:pt>
                <c:pt idx="193">
                  <c:v>0.323479791112</c:v>
                </c:pt>
                <c:pt idx="194">
                  <c:v>0.323443016025</c:v>
                </c:pt>
                <c:pt idx="195">
                  <c:v>0.323406612076</c:v>
                </c:pt>
                <c:pt idx="196">
                  <c:v>0.323370573675</c:v>
                </c:pt>
                <c:pt idx="197">
                  <c:v>0.323334895341</c:v>
                </c:pt>
                <c:pt idx="198">
                  <c:v>0.323299571706</c:v>
                </c:pt>
                <c:pt idx="199">
                  <c:v>0.323264597505</c:v>
                </c:pt>
                <c:pt idx="200">
                  <c:v>0.323229967578</c:v>
                </c:pt>
                <c:pt idx="201">
                  <c:v>0.323195676866</c:v>
                </c:pt>
                <c:pt idx="202">
                  <c:v>0.323161720408</c:v>
                </c:pt>
                <c:pt idx="203">
                  <c:v>0.323128093341</c:v>
                </c:pt>
                <c:pt idx="204">
                  <c:v>0.323094790893</c:v>
                </c:pt>
                <c:pt idx="205">
                  <c:v>0.323061808388</c:v>
                </c:pt>
                <c:pt idx="206">
                  <c:v>0.323029141235</c:v>
                </c:pt>
                <c:pt idx="207">
                  <c:v>0.322996784933</c:v>
                </c:pt>
                <c:pt idx="208">
                  <c:v>0.322964735065</c:v>
                </c:pt>
                <c:pt idx="209">
                  <c:v>0.322932987299</c:v>
                </c:pt>
                <c:pt idx="210">
                  <c:v>0.322901537382</c:v>
                </c:pt>
                <c:pt idx="211">
                  <c:v>0.322870381142</c:v>
                </c:pt>
                <c:pt idx="212">
                  <c:v>0.322839514485</c:v>
                </c:pt>
                <c:pt idx="213">
                  <c:v>0.32280893339</c:v>
                </c:pt>
                <c:pt idx="214">
                  <c:v>0.322778633914</c:v>
                </c:pt>
                <c:pt idx="215">
                  <c:v>0.322748612184</c:v>
                </c:pt>
                <c:pt idx="216">
                  <c:v>0.322718864397</c:v>
                </c:pt>
                <c:pt idx="217">
                  <c:v>0.322689386821</c:v>
                </c:pt>
                <c:pt idx="218">
                  <c:v>0.32266017579</c:v>
                </c:pt>
                <c:pt idx="219">
                  <c:v>0.322631227706</c:v>
                </c:pt>
                <c:pt idx="220">
                  <c:v>0.322602539032</c:v>
                </c:pt>
                <c:pt idx="221">
                  <c:v>0.322574106298</c:v>
                </c:pt>
                <c:pt idx="222">
                  <c:v>0.322545926093</c:v>
                </c:pt>
                <c:pt idx="223">
                  <c:v>0.322517995068</c:v>
                </c:pt>
                <c:pt idx="224">
                  <c:v>0.322490309932</c:v>
                </c:pt>
                <c:pt idx="225">
                  <c:v>0.322462867451</c:v>
                </c:pt>
                <c:pt idx="226">
                  <c:v>0.32243566445</c:v>
                </c:pt>
                <c:pt idx="227">
                  <c:v>0.322408697806</c:v>
                </c:pt>
                <c:pt idx="228">
                  <c:v>0.322381964453</c:v>
                </c:pt>
                <c:pt idx="229">
                  <c:v>0.322355461375</c:v>
                </c:pt>
                <c:pt idx="230">
                  <c:v>0.32232918561</c:v>
                </c:pt>
                <c:pt idx="231">
                  <c:v>0.322303134246</c:v>
                </c:pt>
                <c:pt idx="232">
                  <c:v>0.32227730442</c:v>
                </c:pt>
                <c:pt idx="233">
                  <c:v>0.322251693318</c:v>
                </c:pt>
                <c:pt idx="234">
                  <c:v>0.322226298173</c:v>
                </c:pt>
                <c:pt idx="235">
                  <c:v>0.322201116264</c:v>
                </c:pt>
                <c:pt idx="236">
                  <c:v>0.322176144918</c:v>
                </c:pt>
                <c:pt idx="237">
                  <c:v>0.322151381504</c:v>
                </c:pt>
                <c:pt idx="238">
                  <c:v>0.322126823435</c:v>
                </c:pt>
                <c:pt idx="239">
                  <c:v>0.322102468168</c:v>
                </c:pt>
                <c:pt idx="240">
                  <c:v>0.3220783132</c:v>
                </c:pt>
                <c:pt idx="241">
                  <c:v>0.322054356071</c:v>
                </c:pt>
                <c:pt idx="242">
                  <c:v>0.32203059436</c:v>
                </c:pt>
                <c:pt idx="243">
                  <c:v>0.322007025684</c:v>
                </c:pt>
                <c:pt idx="244">
                  <c:v>0.321983647702</c:v>
                </c:pt>
                <c:pt idx="245">
                  <c:v>0.321960458108</c:v>
                </c:pt>
                <c:pt idx="246">
                  <c:v>0.321937454634</c:v>
                </c:pt>
                <c:pt idx="247">
                  <c:v>0.321914635048</c:v>
                </c:pt>
                <c:pt idx="248">
                  <c:v>0.321891997153</c:v>
                </c:pt>
                <c:pt idx="249">
                  <c:v>0.321869538789</c:v>
                </c:pt>
                <c:pt idx="250">
                  <c:v>0.321847257827</c:v>
                </c:pt>
                <c:pt idx="251">
                  <c:v>0.321825152173</c:v>
                </c:pt>
                <c:pt idx="252">
                  <c:v>0.321803219768</c:v>
                </c:pt>
                <c:pt idx="253">
                  <c:v>0.321781458581</c:v>
                </c:pt>
                <c:pt idx="254">
                  <c:v>0.321759866616</c:v>
                </c:pt>
                <c:pt idx="255">
                  <c:v>0.321738441906</c:v>
                </c:pt>
                <c:pt idx="256">
                  <c:v>0.321717182515</c:v>
                </c:pt>
                <c:pt idx="257">
                  <c:v>0.321696086537</c:v>
                </c:pt>
                <c:pt idx="258">
                  <c:v>0.321675152094</c:v>
                </c:pt>
                <c:pt idx="259">
                  <c:v>0.321654377339</c:v>
                </c:pt>
                <c:pt idx="260">
                  <c:v>0.321633760451</c:v>
                </c:pt>
                <c:pt idx="261">
                  <c:v>0.321613299638</c:v>
                </c:pt>
                <c:pt idx="262">
                  <c:v>0.321592993133</c:v>
                </c:pt>
                <c:pt idx="263">
                  <c:v>0.321572839197</c:v>
                </c:pt>
                <c:pt idx="264">
                  <c:v>0.321552836117</c:v>
                </c:pt>
                <c:pt idx="265">
                  <c:v>0.321532982207</c:v>
                </c:pt>
                <c:pt idx="266">
                  <c:v>0.321513275802</c:v>
                </c:pt>
                <c:pt idx="267">
                  <c:v>0.321493715266</c:v>
                </c:pt>
                <c:pt idx="268">
                  <c:v>0.321474298984</c:v>
                </c:pt>
                <c:pt idx="269">
                  <c:v>0.321455025366</c:v>
                </c:pt>
                <c:pt idx="270">
                  <c:v>0.321435892847</c:v>
                </c:pt>
                <c:pt idx="271">
                  <c:v>0.321416899881</c:v>
                </c:pt>
                <c:pt idx="272">
                  <c:v>0.321398044948</c:v>
                </c:pt>
                <c:pt idx="273">
                  <c:v>0.321379326549</c:v>
                </c:pt>
                <c:pt idx="274">
                  <c:v>0.321360743204</c:v>
                </c:pt>
                <c:pt idx="275">
                  <c:v>0.321342293459</c:v>
                </c:pt>
                <c:pt idx="276">
                  <c:v>0.321323975876</c:v>
                </c:pt>
                <c:pt idx="277">
                  <c:v>0.321305789042</c:v>
                </c:pt>
                <c:pt idx="278">
                  <c:v>0.321287731561</c:v>
                </c:pt>
                <c:pt idx="279">
                  <c:v>0.321269802058</c:v>
                </c:pt>
                <c:pt idx="280">
                  <c:v>0.321251999177</c:v>
                </c:pt>
                <c:pt idx="281">
                  <c:v>0.321234321581</c:v>
                </c:pt>
                <c:pt idx="282">
                  <c:v>0.321216767953</c:v>
                </c:pt>
                <c:pt idx="283">
                  <c:v>0.321199336993</c:v>
                </c:pt>
                <c:pt idx="284">
                  <c:v>0.321182027419</c:v>
                </c:pt>
                <c:pt idx="285">
                  <c:v>0.321164837968</c:v>
                </c:pt>
                <c:pt idx="286">
                  <c:v>0.321147767393</c:v>
                </c:pt>
                <c:pt idx="287">
                  <c:v>0.321130814467</c:v>
                </c:pt>
                <c:pt idx="288">
                  <c:v>0.321113977975</c:v>
                </c:pt>
                <c:pt idx="289">
                  <c:v>0.321097256724</c:v>
                </c:pt>
                <c:pt idx="290">
                  <c:v>0.321080649534</c:v>
                </c:pt>
                <c:pt idx="291">
                  <c:v>0.321064155241</c:v>
                </c:pt>
                <c:pt idx="292">
                  <c:v>0.321047772699</c:v>
                </c:pt>
                <c:pt idx="293">
                  <c:v>0.321031500775</c:v>
                </c:pt>
                <c:pt idx="294">
                  <c:v>0.321015338353</c:v>
                </c:pt>
                <c:pt idx="295">
                  <c:v>0.32099928433</c:v>
                </c:pt>
                <c:pt idx="296">
                  <c:v>0.320983337621</c:v>
                </c:pt>
                <c:pt idx="297">
                  <c:v>0.320967497152</c:v>
                </c:pt>
                <c:pt idx="298">
                  <c:v>0.320951761866</c:v>
                </c:pt>
                <c:pt idx="299">
                  <c:v>0.320936130718</c:v>
                </c:pt>
                <c:pt idx="300">
                  <c:v>0.320920602677</c:v>
                </c:pt>
                <c:pt idx="301">
                  <c:v>0.320905176727</c:v>
                </c:pt>
                <c:pt idx="302">
                  <c:v>0.320889851865</c:v>
                </c:pt>
                <c:pt idx="303">
                  <c:v>0.320874627099</c:v>
                </c:pt>
                <c:pt idx="304">
                  <c:v>0.320859501452</c:v>
                </c:pt>
                <c:pt idx="305">
                  <c:v>0.32084447396</c:v>
                </c:pt>
                <c:pt idx="306">
                  <c:v>0.32082954367</c:v>
                </c:pt>
                <c:pt idx="307">
                  <c:v>0.320814709641</c:v>
                </c:pt>
                <c:pt idx="308">
                  <c:v>0.320799970946</c:v>
                </c:pt>
                <c:pt idx="309">
                  <c:v>0.320785326669</c:v>
                </c:pt>
                <c:pt idx="310">
                  <c:v>0.320770775906</c:v>
                </c:pt>
                <c:pt idx="311">
                  <c:v>0.320756317763</c:v>
                </c:pt>
                <c:pt idx="312">
                  <c:v>0.320741951358</c:v>
                </c:pt>
                <c:pt idx="313">
                  <c:v>0.320727675822</c:v>
                </c:pt>
                <c:pt idx="314">
                  <c:v>0.320713490295</c:v>
                </c:pt>
                <c:pt idx="315">
                  <c:v>0.320699393928</c:v>
                </c:pt>
                <c:pt idx="316">
                  <c:v>0.320685385883</c:v>
                </c:pt>
                <c:pt idx="317">
                  <c:v>0.320671465334</c:v>
                </c:pt>
                <c:pt idx="318">
                  <c:v>0.320657631461</c:v>
                </c:pt>
                <c:pt idx="319">
                  <c:v>0.32064388346</c:v>
                </c:pt>
                <c:pt idx="320">
                  <c:v>0.320630220531</c:v>
                </c:pt>
                <c:pt idx="321">
                  <c:v>0.320616641889</c:v>
                </c:pt>
                <c:pt idx="322">
                  <c:v>0.320603146755</c:v>
                </c:pt>
                <c:pt idx="323">
                  <c:v>0.320589734361</c:v>
                </c:pt>
                <c:pt idx="324">
                  <c:v>0.32057640395</c:v>
                </c:pt>
                <c:pt idx="325">
                  <c:v>0.32056315477</c:v>
                </c:pt>
                <c:pt idx="326">
                  <c:v>0.320549986083</c:v>
                </c:pt>
                <c:pt idx="327">
                  <c:v>0.320536897157</c:v>
                </c:pt>
                <c:pt idx="328">
                  <c:v>0.320523887269</c:v>
                </c:pt>
                <c:pt idx="329">
                  <c:v>0.320510955706</c:v>
                </c:pt>
                <c:pt idx="330">
                  <c:v>0.320498101761</c:v>
                </c:pt>
                <c:pt idx="331">
                  <c:v>0.32048532474</c:v>
                </c:pt>
                <c:pt idx="332">
                  <c:v>0.320472623952</c:v>
                </c:pt>
                <c:pt idx="333">
                  <c:v>0.320459998718</c:v>
                </c:pt>
                <c:pt idx="334">
                  <c:v>0.320447448366</c:v>
                </c:pt>
                <c:pt idx="335">
                  <c:v>0.320434972231</c:v>
                </c:pt>
                <c:pt idx="336">
                  <c:v>0.320422569657</c:v>
                </c:pt>
                <c:pt idx="337">
                  <c:v>0.320410239995</c:v>
                </c:pt>
                <c:pt idx="338">
                  <c:v>0.320397982604</c:v>
                </c:pt>
                <c:pt idx="339">
                  <c:v>0.32038579685</c:v>
                </c:pt>
                <c:pt idx="340">
                  <c:v>0.320373682108</c:v>
                </c:pt>
                <c:pt idx="341">
                  <c:v>0.320361637759</c:v>
                </c:pt>
                <c:pt idx="342">
                  <c:v>0.320349663189</c:v>
                </c:pt>
                <c:pt idx="343">
                  <c:v>0.320337757796</c:v>
                </c:pt>
                <c:pt idx="344">
                  <c:v>0.320325920981</c:v>
                </c:pt>
                <c:pt idx="345">
                  <c:v>0.320314152153</c:v>
                </c:pt>
                <c:pt idx="346">
                  <c:v>0.320302450728</c:v>
                </c:pt>
                <c:pt idx="347">
                  <c:v>0.320290816129</c:v>
                </c:pt>
                <c:pt idx="348">
                  <c:v>0.320279247785</c:v>
                </c:pt>
                <c:pt idx="349">
                  <c:v>0.320267745131</c:v>
                </c:pt>
                <c:pt idx="350">
                  <c:v>0.32025630761</c:v>
                </c:pt>
                <c:pt idx="351">
                  <c:v>0.32024493467</c:v>
                </c:pt>
                <c:pt idx="352">
                  <c:v>0.320233625765</c:v>
                </c:pt>
                <c:pt idx="353">
                  <c:v>0.320222380357</c:v>
                </c:pt>
                <c:pt idx="354">
                  <c:v>0.320211197911</c:v>
                </c:pt>
                <c:pt idx="355">
                  <c:v>0.320200077901</c:v>
                </c:pt>
                <c:pt idx="356">
                  <c:v>0.320189019804</c:v>
                </c:pt>
                <c:pt idx="357">
                  <c:v>0.320178023107</c:v>
                </c:pt>
                <c:pt idx="358">
                  <c:v>0.320167087297</c:v>
                </c:pt>
                <c:pt idx="359">
                  <c:v>0.320156211872</c:v>
                </c:pt>
                <c:pt idx="360">
                  <c:v>0.320145396331</c:v>
                </c:pt>
                <c:pt idx="361">
                  <c:v>0.320134640183</c:v>
                </c:pt>
                <c:pt idx="362">
                  <c:v>0.320123942939</c:v>
                </c:pt>
                <c:pt idx="363">
                  <c:v>0.320113304117</c:v>
                </c:pt>
                <c:pt idx="364">
                  <c:v>0.320102723238</c:v>
                </c:pt>
                <c:pt idx="365">
                  <c:v>0.320092199832</c:v>
                </c:pt>
                <c:pt idx="366">
                  <c:v>0.320081733431</c:v>
                </c:pt>
                <c:pt idx="367">
                  <c:v>0.320071323573</c:v>
                </c:pt>
                <c:pt idx="368">
                  <c:v>0.320060969801</c:v>
                </c:pt>
                <c:pt idx="369">
                  <c:v>0.320050671664</c:v>
                </c:pt>
                <c:pt idx="370">
                  <c:v>0.320040428713</c:v>
                </c:pt>
                <c:pt idx="371">
                  <c:v>0.320030240507</c:v>
                </c:pt>
                <c:pt idx="372">
                  <c:v>0.320020106607</c:v>
                </c:pt>
                <c:pt idx="373">
                  <c:v>0.320010026581</c:v>
                </c:pt>
                <c:pt idx="374">
                  <c:v>0.32</c:v>
                </c:pt>
                <c:pt idx="375">
                  <c:v>0.31999002644</c:v>
                </c:pt>
                <c:pt idx="376">
                  <c:v>0.319980105482</c:v>
                </c:pt>
                <c:pt idx="377">
                  <c:v>0.319970236711</c:v>
                </c:pt>
                <c:pt idx="378">
                  <c:v>0.319960419716</c:v>
                </c:pt>
                <c:pt idx="379">
                  <c:v>0.31995065409</c:v>
                </c:pt>
                <c:pt idx="380">
                  <c:v>0.319940939432</c:v>
                </c:pt>
                <c:pt idx="381">
                  <c:v>0.319931275343</c:v>
                </c:pt>
                <c:pt idx="382">
                  <c:v>0.319921661429</c:v>
                </c:pt>
                <c:pt idx="383">
                  <c:v>0.319912097302</c:v>
                </c:pt>
                <c:pt idx="384">
                  <c:v>0.319902582574</c:v>
                </c:pt>
                <c:pt idx="385">
                  <c:v>0.319893116865</c:v>
                </c:pt>
                <c:pt idx="386">
                  <c:v>0.319883699796</c:v>
                </c:pt>
                <c:pt idx="387">
                  <c:v>0.319874330994</c:v>
                </c:pt>
                <c:pt idx="388">
                  <c:v>0.319865010088</c:v>
                </c:pt>
                <c:pt idx="389">
                  <c:v>0.319855736712</c:v>
                </c:pt>
                <c:pt idx="390">
                  <c:v>0.319846510504</c:v>
                </c:pt>
                <c:pt idx="391">
                  <c:v>0.319837331103</c:v>
                </c:pt>
                <c:pt idx="392">
                  <c:v>0.319828198156</c:v>
                </c:pt>
                <c:pt idx="393">
                  <c:v>0.31981911131</c:v>
                </c:pt>
                <c:pt idx="394">
                  <c:v>0.319810070218</c:v>
                </c:pt>
                <c:pt idx="395">
                  <c:v>0.319801074533</c:v>
                </c:pt>
                <c:pt idx="396">
                  <c:v>0.319792123916</c:v>
                </c:pt>
                <c:pt idx="397">
                  <c:v>0.319783218029</c:v>
                </c:pt>
                <c:pt idx="398">
                  <c:v>0.319774356536</c:v>
                </c:pt>
                <c:pt idx="399">
                  <c:v>0.319765539106</c:v>
                </c:pt>
                <c:pt idx="400">
                  <c:v>0.319756765413</c:v>
                </c:pt>
                <c:pt idx="401">
                  <c:v>0.319748035131</c:v>
                </c:pt>
                <c:pt idx="402">
                  <c:v>0.319739347939</c:v>
                </c:pt>
                <c:pt idx="403">
                  <c:v>0.319730703518</c:v>
                </c:pt>
                <c:pt idx="404">
                  <c:v>0.319722101554</c:v>
                </c:pt>
                <c:pt idx="405">
                  <c:v>0.319713541735</c:v>
                </c:pt>
                <c:pt idx="406">
                  <c:v>0.31970502375</c:v>
                </c:pt>
                <c:pt idx="407">
                  <c:v>0.319696547296</c:v>
                </c:pt>
                <c:pt idx="408">
                  <c:v>0.319688112068</c:v>
                </c:pt>
                <c:pt idx="409">
                  <c:v>0.319679717766</c:v>
                </c:pt>
                <c:pt idx="410">
                  <c:v>0.319671364094</c:v>
                </c:pt>
                <c:pt idx="411">
                  <c:v>0.319663050757</c:v>
                </c:pt>
                <c:pt idx="412">
                  <c:v>0.319654777464</c:v>
                </c:pt>
                <c:pt idx="413">
                  <c:v>0.319646543925</c:v>
                </c:pt>
                <c:pt idx="414">
                  <c:v>0.319638349856</c:v>
                </c:pt>
                <c:pt idx="415">
                  <c:v>0.319630194973</c:v>
                </c:pt>
                <c:pt idx="416">
                  <c:v>0.319622078995</c:v>
                </c:pt>
                <c:pt idx="417">
                  <c:v>0.319614001645</c:v>
                </c:pt>
                <c:pt idx="418">
                  <c:v>0.319605962648</c:v>
                </c:pt>
                <c:pt idx="419">
                  <c:v>0.319597961731</c:v>
                </c:pt>
                <c:pt idx="420">
                  <c:v>0.319589998625</c:v>
                </c:pt>
                <c:pt idx="421">
                  <c:v>0.319582073061</c:v>
                </c:pt>
                <c:pt idx="422">
                  <c:v>0.319574184775</c:v>
                </c:pt>
                <c:pt idx="423">
                  <c:v>0.319566333504</c:v>
                </c:pt>
                <c:pt idx="424">
                  <c:v>0.31955851899</c:v>
                </c:pt>
                <c:pt idx="425">
                  <c:v>0.319550740973</c:v>
                </c:pt>
                <c:pt idx="426">
                  <c:v>0.319542999199</c:v>
                </c:pt>
                <c:pt idx="427">
                  <c:v>0.319535293416</c:v>
                </c:pt>
                <c:pt idx="428">
                  <c:v>0.319527623372</c:v>
                </c:pt>
                <c:pt idx="429">
                  <c:v>0.31951998882</c:v>
                </c:pt>
                <c:pt idx="430">
                  <c:v>0.319512389515</c:v>
                </c:pt>
                <c:pt idx="431">
                  <c:v>0.319504825211</c:v>
                </c:pt>
                <c:pt idx="432">
                  <c:v>0.319497295669</c:v>
                </c:pt>
                <c:pt idx="433">
                  <c:v>0.319489800649</c:v>
                </c:pt>
                <c:pt idx="434">
                  <c:v>0.319482339914</c:v>
                </c:pt>
                <c:pt idx="435">
                  <c:v>0.31947491323</c:v>
                </c:pt>
                <c:pt idx="436">
                  <c:v>0.319467520364</c:v>
                </c:pt>
                <c:pt idx="437">
                  <c:v>0.319460161085</c:v>
                </c:pt>
                <c:pt idx="438">
                  <c:v>0.319452835165</c:v>
                </c:pt>
                <c:pt idx="439">
                  <c:v>0.319445542378</c:v>
                </c:pt>
                <c:pt idx="440">
                  <c:v>0.3194382825</c:v>
                </c:pt>
                <c:pt idx="441">
                  <c:v>0.319431055308</c:v>
                </c:pt>
                <c:pt idx="442">
                  <c:v>0.319423860582</c:v>
                </c:pt>
                <c:pt idx="443">
                  <c:v>0.319416698103</c:v>
                </c:pt>
                <c:pt idx="444">
                  <c:v>0.319409567656</c:v>
                </c:pt>
                <c:pt idx="445">
                  <c:v>0.319402469026</c:v>
                </c:pt>
                <c:pt idx="446">
                  <c:v>0.319395402</c:v>
                </c:pt>
                <c:pt idx="447">
                  <c:v>0.319388366368</c:v>
                </c:pt>
                <c:pt idx="448">
                  <c:v>0.319381361922</c:v>
                </c:pt>
                <c:pt idx="449">
                  <c:v>0.319374388453</c:v>
                </c:pt>
                <c:pt idx="450">
                  <c:v>0.319367445758</c:v>
                </c:pt>
                <c:pt idx="451">
                  <c:v>0.319360533633</c:v>
                </c:pt>
                <c:pt idx="452">
                  <c:v>0.319353651877</c:v>
                </c:pt>
                <c:pt idx="453">
                  <c:v>0.319346800289</c:v>
                </c:pt>
                <c:pt idx="454">
                  <c:v>0.319339978672</c:v>
                </c:pt>
                <c:pt idx="455">
                  <c:v>0.319333186829</c:v>
                </c:pt>
                <c:pt idx="456">
                  <c:v>0.319326424567</c:v>
                </c:pt>
                <c:pt idx="457">
                  <c:v>0.319319691692</c:v>
                </c:pt>
                <c:pt idx="458">
                  <c:v>0.319312988013</c:v>
                </c:pt>
                <c:pt idx="459">
                  <c:v>0.319306313341</c:v>
                </c:pt>
                <c:pt idx="460">
                  <c:v>0.319299667487</c:v>
                </c:pt>
                <c:pt idx="461">
                  <c:v>0.319293050266</c:v>
                </c:pt>
                <c:pt idx="462">
                  <c:v>0.319286461493</c:v>
                </c:pt>
                <c:pt idx="463">
                  <c:v>0.319279900984</c:v>
                </c:pt>
                <c:pt idx="464">
                  <c:v>0.319273368559</c:v>
                </c:pt>
                <c:pt idx="465">
                  <c:v>0.319266864037</c:v>
                </c:pt>
                <c:pt idx="466">
                  <c:v>0.31926038724</c:v>
                </c:pt>
                <c:pt idx="467">
                  <c:v>0.319253937991</c:v>
                </c:pt>
                <c:pt idx="468">
                  <c:v>0.319247516115</c:v>
                </c:pt>
                <c:pt idx="469">
                  <c:v>0.319241121438</c:v>
                </c:pt>
                <c:pt idx="470">
                  <c:v>0.319234753787</c:v>
                </c:pt>
                <c:pt idx="471">
                  <c:v>0.319228412991</c:v>
                </c:pt>
                <c:pt idx="472">
                  <c:v>0.319222098882</c:v>
                </c:pt>
                <c:pt idx="473">
                  <c:v>0.31921581129</c:v>
                </c:pt>
                <c:pt idx="474">
                  <c:v>0.319209550048</c:v>
                </c:pt>
                <c:pt idx="475">
                  <c:v>0.319203314993</c:v>
                </c:pt>
                <c:pt idx="476">
                  <c:v>0.319197105959</c:v>
                </c:pt>
                <c:pt idx="477">
                  <c:v>0.319190922785</c:v>
                </c:pt>
                <c:pt idx="478">
                  <c:v>0.319184765308</c:v>
                </c:pt>
                <c:pt idx="479">
                  <c:v>0.31917863337</c:v>
                </c:pt>
                <c:pt idx="480">
                  <c:v>0.319172526811</c:v>
                </c:pt>
                <c:pt idx="481">
                  <c:v>0.319166445475</c:v>
                </c:pt>
                <c:pt idx="482">
                  <c:v>0.319160389205</c:v>
                </c:pt>
                <c:pt idx="483">
                  <c:v>0.319154357846</c:v>
                </c:pt>
                <c:pt idx="484">
                  <c:v>0.319148351246</c:v>
                </c:pt>
                <c:pt idx="485">
                  <c:v>0.319142369252</c:v>
                </c:pt>
                <c:pt idx="486">
                  <c:v>0.319136411713</c:v>
                </c:pt>
                <c:pt idx="487">
                  <c:v>0.31913047848</c:v>
                </c:pt>
                <c:pt idx="488">
                  <c:v>0.319124569404</c:v>
                </c:pt>
                <c:pt idx="489">
                  <c:v>0.319118684338</c:v>
                </c:pt>
                <c:pt idx="490">
                  <c:v>0.319112823136</c:v>
                </c:pt>
                <c:pt idx="491">
                  <c:v>0.319106985653</c:v>
                </c:pt>
                <c:pt idx="492">
                  <c:v>0.319101171745</c:v>
                </c:pt>
                <c:pt idx="493">
                  <c:v>0.319095381271</c:v>
                </c:pt>
                <c:pt idx="494">
                  <c:v>0.319089614087</c:v>
                </c:pt>
                <c:pt idx="495">
                  <c:v>0.319083870055</c:v>
                </c:pt>
                <c:pt idx="496">
                  <c:v>0.319078149034</c:v>
                </c:pt>
                <c:pt idx="497">
                  <c:v>0.319072450888</c:v>
                </c:pt>
                <c:pt idx="498">
                  <c:v>0.319066775479</c:v>
                </c:pt>
                <c:pt idx="499">
                  <c:v>0.319061122671</c:v>
                </c:pt>
                <c:pt idx="500">
                  <c:v>0.31905549233</c:v>
                </c:pt>
                <c:pt idx="501">
                  <c:v>0.319049884321</c:v>
                </c:pt>
                <c:pt idx="502">
                  <c:v>0.319044298513</c:v>
                </c:pt>
                <c:pt idx="503">
                  <c:v>0.319038734773</c:v>
                </c:pt>
                <c:pt idx="504">
                  <c:v>0.319033192972</c:v>
                </c:pt>
                <c:pt idx="505">
                  <c:v>0.319027672979</c:v>
                </c:pt>
                <c:pt idx="506">
                  <c:v>0.319022174667</c:v>
                </c:pt>
                <c:pt idx="507">
                  <c:v>0.319016697907</c:v>
                </c:pt>
                <c:pt idx="508">
                  <c:v>0.319011242573</c:v>
                </c:pt>
                <c:pt idx="509">
                  <c:v>0.31900580854</c:v>
                </c:pt>
                <c:pt idx="510">
                  <c:v>0.319000395683</c:v>
                </c:pt>
                <c:pt idx="511">
                  <c:v>0.318995003879</c:v>
                </c:pt>
                <c:pt idx="512">
                  <c:v>0.318989633005</c:v>
                </c:pt>
                <c:pt idx="513">
                  <c:v>0.31898428294</c:v>
                </c:pt>
                <c:pt idx="514">
                  <c:v>0.318978953562</c:v>
                </c:pt>
                <c:pt idx="515">
                  <c:v>0.318973644752</c:v>
                </c:pt>
                <c:pt idx="516">
                  <c:v>0.318968356392</c:v>
                </c:pt>
                <c:pt idx="517">
                  <c:v>0.318963088362</c:v>
                </c:pt>
                <c:pt idx="518">
                  <c:v>0.318957840547</c:v>
                </c:pt>
                <c:pt idx="519">
                  <c:v>0.31895261283</c:v>
                </c:pt>
                <c:pt idx="520">
                  <c:v>0.318947405095</c:v>
                </c:pt>
                <c:pt idx="521">
                  <c:v>0.318942217229</c:v>
                </c:pt>
                <c:pt idx="522">
                  <c:v>0.318937049118</c:v>
                </c:pt>
                <c:pt idx="523">
                  <c:v>0.31893190065</c:v>
                </c:pt>
                <c:pt idx="524">
                  <c:v>0.318926771711</c:v>
                </c:pt>
                <c:pt idx="525">
                  <c:v>0.318921662193</c:v>
                </c:pt>
                <c:pt idx="526">
                  <c:v>0.318916571984</c:v>
                </c:pt>
                <c:pt idx="527">
                  <c:v>0.318911500976</c:v>
                </c:pt>
                <c:pt idx="528">
                  <c:v>0.318906449059</c:v>
                </c:pt>
                <c:pt idx="529">
                  <c:v>0.318901416127</c:v>
                </c:pt>
                <c:pt idx="530">
                  <c:v>0.318896402072</c:v>
                </c:pt>
                <c:pt idx="531">
                  <c:v>0.318891406788</c:v>
                </c:pt>
                <c:pt idx="532">
                  <c:v>0.318886430171</c:v>
                </c:pt>
                <c:pt idx="533">
                  <c:v>0.318881472115</c:v>
                </c:pt>
                <c:pt idx="534">
                  <c:v>0.318876532518</c:v>
                </c:pt>
                <c:pt idx="535">
                  <c:v>0.318871611276</c:v>
                </c:pt>
                <c:pt idx="536">
                  <c:v>0.318866708287</c:v>
                </c:pt>
                <c:pt idx="537">
                  <c:v>0.318861823449</c:v>
                </c:pt>
                <c:pt idx="538">
                  <c:v>0.318856956663</c:v>
                </c:pt>
                <c:pt idx="539">
                  <c:v>0.318852107828</c:v>
                </c:pt>
                <c:pt idx="540">
                  <c:v>0.318847276846</c:v>
                </c:pt>
                <c:pt idx="541">
                  <c:v>0.318842463617</c:v>
                </c:pt>
                <c:pt idx="542">
                  <c:v>0.318837668044</c:v>
                </c:pt>
                <c:pt idx="543">
                  <c:v>0.31883289003</c:v>
                </c:pt>
                <c:pt idx="544">
                  <c:v>0.318828129479</c:v>
                </c:pt>
                <c:pt idx="545">
                  <c:v>0.318823386295</c:v>
                </c:pt>
                <c:pt idx="546">
                  <c:v>0.318818660383</c:v>
                </c:pt>
                <c:pt idx="547">
                  <c:v>0.31881395165</c:v>
                </c:pt>
                <c:pt idx="548">
                  <c:v>0.318809260001</c:v>
                </c:pt>
                <c:pt idx="549">
                  <c:v>0.318804585344</c:v>
                </c:pt>
                <c:pt idx="550">
                  <c:v>0.318799927587</c:v>
                </c:pt>
                <c:pt idx="551">
                  <c:v>0.318795286638</c:v>
                </c:pt>
                <c:pt idx="552">
                  <c:v>0.318790662407</c:v>
                </c:pt>
                <c:pt idx="553">
                  <c:v>0.318786054802</c:v>
                </c:pt>
                <c:pt idx="554">
                  <c:v>0.318781463736</c:v>
                </c:pt>
                <c:pt idx="555">
                  <c:v>0.318776889118</c:v>
                </c:pt>
                <c:pt idx="556">
                  <c:v>0.318772330861</c:v>
                </c:pt>
                <c:pt idx="557">
                  <c:v>0.318767788877</c:v>
                </c:pt>
                <c:pt idx="558">
                  <c:v>0.318763263079</c:v>
                </c:pt>
                <c:pt idx="559">
                  <c:v>0.318758753381</c:v>
                </c:pt>
                <c:pt idx="560">
                  <c:v>0.318754259697</c:v>
                </c:pt>
                <c:pt idx="561">
                  <c:v>0.318749781941</c:v>
                </c:pt>
                <c:pt idx="562">
                  <c:v>0.31874532003</c:v>
                </c:pt>
                <c:pt idx="563">
                  <c:v>0.318740873879</c:v>
                </c:pt>
                <c:pt idx="564">
                  <c:v>0.318736443404</c:v>
                </c:pt>
                <c:pt idx="565">
                  <c:v>0.318732028524</c:v>
                </c:pt>
                <c:pt idx="566">
                  <c:v>0.318727629156</c:v>
                </c:pt>
                <c:pt idx="567">
                  <c:v>0.318723245218</c:v>
                </c:pt>
                <c:pt idx="568">
                  <c:v>0.318718876629</c:v>
                </c:pt>
                <c:pt idx="569">
                  <c:v>0.31871452331</c:v>
                </c:pt>
                <c:pt idx="570">
                  <c:v>0.318710185179</c:v>
                </c:pt>
                <c:pt idx="571">
                  <c:v>0.318705862157</c:v>
                </c:pt>
                <c:pt idx="572">
                  <c:v>0.318701554167</c:v>
                </c:pt>
                <c:pt idx="573">
                  <c:v>0.318697261129</c:v>
                </c:pt>
                <c:pt idx="574">
                  <c:v>0.318692982965</c:v>
                </c:pt>
                <c:pt idx="575">
                  <c:v>0.3186887196</c:v>
                </c:pt>
                <c:pt idx="576">
                  <c:v>0.318684470955</c:v>
                </c:pt>
                <c:pt idx="577">
                  <c:v>0.318680236955</c:v>
                </c:pt>
                <c:pt idx="578">
                  <c:v>0.318676017524</c:v>
                </c:pt>
                <c:pt idx="579">
                  <c:v>0.318671812588</c:v>
                </c:pt>
                <c:pt idx="580">
                  <c:v>0.318667622071</c:v>
                </c:pt>
                <c:pt idx="581">
                  <c:v>0.3186634459</c:v>
                </c:pt>
                <c:pt idx="582">
                  <c:v>0.318659284</c:v>
                </c:pt>
                <c:pt idx="583">
                  <c:v>0.3186551363</c:v>
                </c:pt>
                <c:pt idx="584">
                  <c:v>0.318651002726</c:v>
                </c:pt>
                <c:pt idx="585">
                  <c:v>0.318646883207</c:v>
                </c:pt>
                <c:pt idx="586">
                  <c:v>0.31864277767</c:v>
                </c:pt>
                <c:pt idx="587">
                  <c:v>0.318638686046</c:v>
                </c:pt>
                <c:pt idx="588">
                  <c:v>0.318634608262</c:v>
                </c:pt>
                <c:pt idx="589">
                  <c:v>0.31863054425</c:v>
                </c:pt>
                <c:pt idx="590">
                  <c:v>0.318626493939</c:v>
                </c:pt>
                <c:pt idx="591">
                  <c:v>0.31862245726</c:v>
                </c:pt>
                <c:pt idx="592">
                  <c:v>0.318618434145</c:v>
                </c:pt>
                <c:pt idx="593">
                  <c:v>0.318614424525</c:v>
                </c:pt>
                <c:pt idx="594">
                  <c:v>0.318610428332</c:v>
                </c:pt>
                <c:pt idx="595">
                  <c:v>0.3186064455</c:v>
                </c:pt>
                <c:pt idx="596">
                  <c:v>0.318602475961</c:v>
                </c:pt>
                <c:pt idx="597">
                  <c:v>0.318598519649</c:v>
                </c:pt>
                <c:pt idx="598">
                  <c:v>0.318594576498</c:v>
                </c:pt>
                <c:pt idx="599">
                  <c:v>0.318590646441</c:v>
                </c:pt>
                <c:pt idx="600">
                  <c:v>0.318586729416</c:v>
                </c:pt>
                <c:pt idx="601">
                  <c:v>0.318582825355</c:v>
                </c:pt>
                <c:pt idx="602">
                  <c:v>0.318578934196</c:v>
                </c:pt>
                <c:pt idx="603">
                  <c:v>0.318575055874</c:v>
                </c:pt>
                <c:pt idx="604">
                  <c:v>0.318571190326</c:v>
                </c:pt>
                <c:pt idx="605">
                  <c:v>0.318567337489</c:v>
                </c:pt>
                <c:pt idx="606">
                  <c:v>0.3185634973</c:v>
                </c:pt>
                <c:pt idx="607">
                  <c:v>0.318559669698</c:v>
                </c:pt>
                <c:pt idx="608">
                  <c:v>0.318555854619</c:v>
                </c:pt>
                <c:pt idx="609">
                  <c:v>0.318552052004</c:v>
                </c:pt>
                <c:pt idx="610">
                  <c:v>0.318548261791</c:v>
                </c:pt>
                <c:pt idx="611">
                  <c:v>0.318544483919</c:v>
                </c:pt>
                <c:pt idx="612">
                  <c:v>0.318540718329</c:v>
                </c:pt>
                <c:pt idx="613">
                  <c:v>0.318536964959</c:v>
                </c:pt>
                <c:pt idx="614">
                  <c:v>0.318533223752</c:v>
                </c:pt>
                <c:pt idx="615">
                  <c:v>0.318529494649</c:v>
                </c:pt>
                <c:pt idx="616">
                  <c:v>0.318525777589</c:v>
                </c:pt>
                <c:pt idx="617">
                  <c:v>0.318522072516</c:v>
                </c:pt>
                <c:pt idx="618">
                  <c:v>0.31851837937</c:v>
                </c:pt>
                <c:pt idx="619">
                  <c:v>0.318514698096</c:v>
                </c:pt>
                <c:pt idx="620">
                  <c:v>0.318511028635</c:v>
                </c:pt>
                <c:pt idx="621">
                  <c:v>0.318507370931</c:v>
                </c:pt>
                <c:pt idx="622">
                  <c:v>0.318503724928</c:v>
                </c:pt>
                <c:pt idx="623">
                  <c:v>0.318500090569</c:v>
                </c:pt>
                <c:pt idx="624">
                  <c:v>0.318496467798</c:v>
                </c:pt>
                <c:pt idx="625">
                  <c:v>0.318492856561</c:v>
                </c:pt>
                <c:pt idx="626">
                  <c:v>0.318489256802</c:v>
                </c:pt>
                <c:pt idx="627">
                  <c:v>0.318485668467</c:v>
                </c:pt>
                <c:pt idx="628">
                  <c:v>0.318482091502</c:v>
                </c:pt>
                <c:pt idx="629">
                  <c:v>0.318478525852</c:v>
                </c:pt>
                <c:pt idx="630">
                  <c:v>0.318474971463</c:v>
                </c:pt>
                <c:pt idx="631">
                  <c:v>0.318471428283</c:v>
                </c:pt>
                <c:pt idx="632">
                  <c:v>0.318467896259</c:v>
                </c:pt>
                <c:pt idx="633">
                  <c:v>0.318464375338</c:v>
                </c:pt>
                <c:pt idx="634">
                  <c:v>0.318460865468</c:v>
                </c:pt>
                <c:pt idx="635">
                  <c:v>0.318457366597</c:v>
                </c:pt>
                <c:pt idx="636">
                  <c:v>0.318453878672</c:v>
                </c:pt>
                <c:pt idx="637">
                  <c:v>0.318450401644</c:v>
                </c:pt>
                <c:pt idx="638">
                  <c:v>0.318446935461</c:v>
                </c:pt>
                <c:pt idx="639">
                  <c:v>0.318443480071</c:v>
                </c:pt>
                <c:pt idx="640">
                  <c:v>0.318440035426</c:v>
                </c:pt>
                <c:pt idx="641">
                  <c:v>0.318436601475</c:v>
                </c:pt>
                <c:pt idx="642">
                  <c:v>0.318433178168</c:v>
                </c:pt>
                <c:pt idx="643">
                  <c:v>0.318429765455</c:v>
                </c:pt>
                <c:pt idx="644">
                  <c:v>0.318426363289</c:v>
                </c:pt>
                <c:pt idx="645">
                  <c:v>0.318422971619</c:v>
                </c:pt>
                <c:pt idx="646">
                  <c:v>0.318419590397</c:v>
                </c:pt>
                <c:pt idx="647">
                  <c:v>0.318416219576</c:v>
                </c:pt>
                <c:pt idx="648">
                  <c:v>0.318412859107</c:v>
                </c:pt>
                <c:pt idx="649">
                  <c:v>0.318409508942</c:v>
                </c:pt>
                <c:pt idx="650">
                  <c:v>0.318406169035</c:v>
                </c:pt>
                <c:pt idx="651">
                  <c:v>0.318402839337</c:v>
                </c:pt>
                <c:pt idx="652">
                  <c:v>0.318399519804</c:v>
                </c:pt>
                <c:pt idx="653">
                  <c:v>0.318396210387</c:v>
                </c:pt>
                <c:pt idx="654">
                  <c:v>0.318392911042</c:v>
                </c:pt>
                <c:pt idx="655">
                  <c:v>0.318389621721</c:v>
                </c:pt>
                <c:pt idx="656">
                  <c:v>0.318386342379</c:v>
                </c:pt>
                <c:pt idx="657">
                  <c:v>0.318383072972</c:v>
                </c:pt>
                <c:pt idx="658">
                  <c:v>0.318379813453</c:v>
                </c:pt>
                <c:pt idx="659">
                  <c:v>0.318376563779</c:v>
                </c:pt>
                <c:pt idx="660">
                  <c:v>0.318373323904</c:v>
                </c:pt>
                <c:pt idx="661">
                  <c:v>0.318370093784</c:v>
                </c:pt>
                <c:pt idx="662">
                  <c:v>0.318366873376</c:v>
                </c:pt>
                <c:pt idx="663">
                  <c:v>0.318363662636</c:v>
                </c:pt>
                <c:pt idx="664">
                  <c:v>0.318360461519</c:v>
                </c:pt>
                <c:pt idx="665">
                  <c:v>0.318357269984</c:v>
                </c:pt>
                <c:pt idx="666">
                  <c:v>0.318354087986</c:v>
                </c:pt>
                <c:pt idx="667">
                  <c:v>0.318350915484</c:v>
                </c:pt>
                <c:pt idx="668">
                  <c:v>0.318347752434</c:v>
                </c:pt>
                <c:pt idx="669">
                  <c:v>0.318344598795</c:v>
                </c:pt>
                <c:pt idx="670">
                  <c:v>0.318341454525</c:v>
                </c:pt>
                <c:pt idx="671">
                  <c:v>0.318338319582</c:v>
                </c:pt>
                <c:pt idx="672">
                  <c:v>0.318335193924</c:v>
                </c:pt>
                <c:pt idx="673">
                  <c:v>0.318332077511</c:v>
                </c:pt>
                <c:pt idx="674">
                  <c:v>0.318328970302</c:v>
                </c:pt>
                <c:pt idx="675">
                  <c:v>0.318325872255</c:v>
                </c:pt>
                <c:pt idx="676">
                  <c:v>0.31832278333</c:v>
                </c:pt>
                <c:pt idx="677">
                  <c:v>0.318319703487</c:v>
                </c:pt>
                <c:pt idx="678">
                  <c:v>0.318316632687</c:v>
                </c:pt>
                <c:pt idx="679">
                  <c:v>0.318313570888</c:v>
                </c:pt>
                <c:pt idx="680">
                  <c:v>0.318310518053</c:v>
                </c:pt>
                <c:pt idx="681">
                  <c:v>0.318307474141</c:v>
                </c:pt>
                <c:pt idx="682">
                  <c:v>0.318304439113</c:v>
                </c:pt>
                <c:pt idx="683">
                  <c:v>0.318301412931</c:v>
                </c:pt>
                <c:pt idx="684">
                  <c:v>0.318298395555</c:v>
                </c:pt>
                <c:pt idx="685">
                  <c:v>0.318295386949</c:v>
                </c:pt>
                <c:pt idx="686">
                  <c:v>0.318292387072</c:v>
                </c:pt>
                <c:pt idx="687">
                  <c:v>0.318289395888</c:v>
                </c:pt>
                <c:pt idx="688">
                  <c:v>0.318286413359</c:v>
                </c:pt>
                <c:pt idx="689">
                  <c:v>0.318283439447</c:v>
                </c:pt>
                <c:pt idx="690">
                  <c:v>0.318280474115</c:v>
                </c:pt>
                <c:pt idx="691">
                  <c:v>0.318277517325</c:v>
                </c:pt>
                <c:pt idx="692">
                  <c:v>0.318274569042</c:v>
                </c:pt>
                <c:pt idx="693">
                  <c:v>0.318271629228</c:v>
                </c:pt>
                <c:pt idx="694">
                  <c:v>0.318268697846</c:v>
                </c:pt>
                <c:pt idx="695">
                  <c:v>0.318265774862</c:v>
                </c:pt>
                <c:pt idx="696">
                  <c:v>0.318262860238</c:v>
                </c:pt>
                <c:pt idx="697">
                  <c:v>0.318259953938</c:v>
                </c:pt>
                <c:pt idx="698">
                  <c:v>0.318257055928</c:v>
                </c:pt>
                <c:pt idx="699">
                  <c:v>0.318254166172</c:v>
                </c:pt>
                <c:pt idx="700">
                  <c:v>0.318251284634</c:v>
                </c:pt>
                <c:pt idx="701">
                  <c:v>0.31824841128</c:v>
                </c:pt>
                <c:pt idx="702">
                  <c:v>0.318245546074</c:v>
                </c:pt>
                <c:pt idx="703">
                  <c:v>0.318242688983</c:v>
                </c:pt>
                <c:pt idx="704">
                  <c:v>0.318239839971</c:v>
                </c:pt>
                <c:pt idx="705">
                  <c:v>0.318236999005</c:v>
                </c:pt>
                <c:pt idx="706">
                  <c:v>0.31823416605</c:v>
                </c:pt>
                <c:pt idx="707">
                  <c:v>0.318231341072</c:v>
                </c:pt>
                <c:pt idx="708">
                  <c:v>0.318228524039</c:v>
                </c:pt>
                <c:pt idx="709">
                  <c:v>0.318225714916</c:v>
                </c:pt>
                <c:pt idx="710">
                  <c:v>0.31822291367</c:v>
                </c:pt>
                <c:pt idx="711">
                  <c:v>0.318220120269</c:v>
                </c:pt>
                <c:pt idx="712">
                  <c:v>0.318217334678</c:v>
                </c:pt>
                <c:pt idx="713">
                  <c:v>0.318214556866</c:v>
                </c:pt>
                <c:pt idx="714">
                  <c:v>0.3182117868</c:v>
                </c:pt>
                <c:pt idx="715">
                  <c:v>0.318209024448</c:v>
                </c:pt>
                <c:pt idx="716">
                  <c:v>0.318206269777</c:v>
                </c:pt>
                <c:pt idx="717">
                  <c:v>0.318203522756</c:v>
                </c:pt>
                <c:pt idx="718">
                  <c:v>0.318200783352</c:v>
                </c:pt>
                <c:pt idx="719">
                  <c:v>0.318198051534</c:v>
                </c:pt>
                <c:pt idx="720">
                  <c:v>0.318195327271</c:v>
                </c:pt>
                <c:pt idx="721">
                  <c:v>0.31819261053</c:v>
                </c:pt>
                <c:pt idx="722">
                  <c:v>0.318189901282</c:v>
                </c:pt>
                <c:pt idx="723">
                  <c:v>0.318187199495</c:v>
                </c:pt>
                <c:pt idx="724">
                  <c:v>0.318184505139</c:v>
                </c:pt>
                <c:pt idx="725">
                  <c:v>0.318181818182</c:v>
                </c:pt>
                <c:pt idx="726">
                  <c:v>0.318179138594</c:v>
                </c:pt>
                <c:pt idx="727">
                  <c:v>0.318176466346</c:v>
                </c:pt>
                <c:pt idx="728">
                  <c:v>0.318173801406</c:v>
                </c:pt>
                <c:pt idx="729">
                  <c:v>0.318171143746</c:v>
                </c:pt>
                <c:pt idx="730">
                  <c:v>0.318168493334</c:v>
                </c:pt>
                <c:pt idx="731">
                  <c:v>0.318165850142</c:v>
                </c:pt>
                <c:pt idx="732">
                  <c:v>0.31816321414</c:v>
                </c:pt>
                <c:pt idx="733">
                  <c:v>0.3181605853</c:v>
                </c:pt>
                <c:pt idx="734">
                  <c:v>0.31815796359</c:v>
                </c:pt>
                <c:pt idx="735">
                  <c:v>0.318155348984</c:v>
                </c:pt>
                <c:pt idx="736">
                  <c:v>0.318152741451</c:v>
                </c:pt>
                <c:pt idx="737">
                  <c:v>0.318150140964</c:v>
                </c:pt>
                <c:pt idx="738">
                  <c:v>0.318147547493</c:v>
                </c:pt>
                <c:pt idx="739">
                  <c:v>0.31814496101</c:v>
                </c:pt>
                <c:pt idx="740">
                  <c:v>0.318142381488</c:v>
                </c:pt>
                <c:pt idx="741">
                  <c:v>0.318139808898</c:v>
                </c:pt>
                <c:pt idx="742">
                  <c:v>0.318137243211</c:v>
                </c:pt>
                <c:pt idx="743">
                  <c:v>0.318134684402</c:v>
                </c:pt>
                <c:pt idx="744">
                  <c:v>0.318132132441</c:v>
                </c:pt>
                <c:pt idx="745">
                  <c:v>0.318129587301</c:v>
                </c:pt>
                <c:pt idx="746">
                  <c:v>0.318127048955</c:v>
                </c:pt>
                <c:pt idx="747">
                  <c:v>0.318124517377</c:v>
                </c:pt>
                <c:pt idx="748">
                  <c:v>0.318121992538</c:v>
                </c:pt>
                <c:pt idx="749">
                  <c:v>0.318119474412</c:v>
                </c:pt>
                <c:pt idx="750">
                  <c:v>0.318116962972</c:v>
                </c:pt>
                <c:pt idx="751">
                  <c:v>0.318114458192</c:v>
                </c:pt>
                <c:pt idx="752">
                  <c:v>0.318111960045</c:v>
                </c:pt>
                <c:pt idx="753">
                  <c:v>0.318109468505</c:v>
                </c:pt>
                <c:pt idx="754">
                  <c:v>0.318106983545</c:v>
                </c:pt>
                <c:pt idx="755">
                  <c:v>0.31810450514</c:v>
                </c:pt>
                <c:pt idx="756">
                  <c:v>0.318102033264</c:v>
                </c:pt>
                <c:pt idx="757">
                  <c:v>0.318099567891</c:v>
                </c:pt>
                <c:pt idx="758">
                  <c:v>0.318097108995</c:v>
                </c:pt>
                <c:pt idx="759">
                  <c:v>0.318094656551</c:v>
                </c:pt>
                <c:pt idx="760">
                  <c:v>0.318092210534</c:v>
                </c:pt>
                <c:pt idx="761">
                  <c:v>0.318089770917</c:v>
                </c:pt>
                <c:pt idx="762">
                  <c:v>0.318087337677</c:v>
                </c:pt>
                <c:pt idx="763">
                  <c:v>0.318084910788</c:v>
                </c:pt>
                <c:pt idx="764">
                  <c:v>0.318082490226</c:v>
                </c:pt>
                <c:pt idx="765">
                  <c:v>0.318080075965</c:v>
                </c:pt>
                <c:pt idx="766">
                  <c:v>0.318077667981</c:v>
                </c:pt>
                <c:pt idx="767">
                  <c:v>0.31807526625</c:v>
                </c:pt>
                <c:pt idx="768">
                  <c:v>0.318072870747</c:v>
                </c:pt>
                <c:pt idx="769">
                  <c:v>0.318070481448</c:v>
                </c:pt>
                <c:pt idx="770">
                  <c:v>0.31806809833</c:v>
                </c:pt>
                <c:pt idx="771">
                  <c:v>0.318065721367</c:v>
                </c:pt>
                <c:pt idx="772">
                  <c:v>0.318063350537</c:v>
                </c:pt>
                <c:pt idx="773">
                  <c:v>0.318060985815</c:v>
                </c:pt>
                <c:pt idx="774">
                  <c:v>0.318058627178</c:v>
                </c:pt>
                <c:pt idx="775">
                  <c:v>0.318056274603</c:v>
                </c:pt>
                <c:pt idx="776">
                  <c:v>0.318053928066</c:v>
                </c:pt>
                <c:pt idx="777">
                  <c:v>0.318051587544</c:v>
                </c:pt>
                <c:pt idx="778">
                  <c:v>0.318049253014</c:v>
                </c:pt>
                <c:pt idx="779">
                  <c:v>0.318046924453</c:v>
                </c:pt>
                <c:pt idx="780">
                  <c:v>0.318044601838</c:v>
                </c:pt>
                <c:pt idx="781">
                  <c:v>0.318042285146</c:v>
                </c:pt>
                <c:pt idx="782">
                  <c:v>0.318039974354</c:v>
                </c:pt>
                <c:pt idx="783">
                  <c:v>0.318037669441</c:v>
                </c:pt>
                <c:pt idx="784">
                  <c:v>0.318035370384</c:v>
                </c:pt>
                <c:pt idx="785">
                  <c:v>0.31803307716</c:v>
                </c:pt>
                <c:pt idx="786">
                  <c:v>0.318030789748</c:v>
                </c:pt>
                <c:pt idx="787">
                  <c:v>0.318028508124</c:v>
                </c:pt>
                <c:pt idx="788">
                  <c:v>0.318026232268</c:v>
                </c:pt>
                <c:pt idx="789">
                  <c:v>0.318023962157</c:v>
                </c:pt>
                <c:pt idx="790">
                  <c:v>0.318021697771</c:v>
                </c:pt>
                <c:pt idx="791">
                  <c:v>0.318019439086</c:v>
                </c:pt>
                <c:pt idx="792">
                  <c:v>0.318017186081</c:v>
                </c:pt>
                <c:pt idx="793">
                  <c:v>0.318014938736</c:v>
                </c:pt>
                <c:pt idx="794">
                  <c:v>0.318012697029</c:v>
                </c:pt>
                <c:pt idx="795">
                  <c:v>0.318010460939</c:v>
                </c:pt>
                <c:pt idx="796">
                  <c:v>0.318008230444</c:v>
                </c:pt>
                <c:pt idx="797">
                  <c:v>0.318006005523</c:v>
                </c:pt>
                <c:pt idx="798">
                  <c:v>0.318003786157</c:v>
                </c:pt>
                <c:pt idx="799">
                  <c:v>0.318001572323</c:v>
                </c:pt>
                <c:pt idx="800">
                  <c:v>0.317999364002</c:v>
                </c:pt>
                <c:pt idx="801">
                  <c:v>0.317997161172</c:v>
                </c:pt>
                <c:pt idx="802">
                  <c:v>0.317994963814</c:v>
                </c:pt>
                <c:pt idx="803">
                  <c:v>0.317992771907</c:v>
                </c:pt>
                <c:pt idx="804">
                  <c:v>0.31799058543</c:v>
                </c:pt>
                <c:pt idx="805">
                  <c:v>0.317988404364</c:v>
                </c:pt>
                <c:pt idx="806">
                  <c:v>0.317986228689</c:v>
                </c:pt>
                <c:pt idx="807">
                  <c:v>0.317984058384</c:v>
                </c:pt>
                <c:pt idx="808">
                  <c:v>0.317981893429</c:v>
                </c:pt>
                <c:pt idx="809">
                  <c:v>0.317979733806</c:v>
                </c:pt>
                <c:pt idx="810">
                  <c:v>0.317977579493</c:v>
                </c:pt>
                <c:pt idx="811">
                  <c:v>0.317975430473</c:v>
                </c:pt>
                <c:pt idx="812">
                  <c:v>0.317973286724</c:v>
                </c:pt>
                <c:pt idx="813">
                  <c:v>0.317971148228</c:v>
                </c:pt>
                <c:pt idx="814">
                  <c:v>0.317969014966</c:v>
                </c:pt>
                <c:pt idx="815">
                  <c:v>0.317966886918</c:v>
                </c:pt>
                <c:pt idx="816">
                  <c:v>0.317964764066</c:v>
                </c:pt>
                <c:pt idx="817">
                  <c:v>0.317962646389</c:v>
                </c:pt>
                <c:pt idx="818">
                  <c:v>0.31796053387</c:v>
                </c:pt>
                <c:pt idx="819">
                  <c:v>0.317958426489</c:v>
                </c:pt>
                <c:pt idx="820">
                  <c:v>0.317956324229</c:v>
                </c:pt>
                <c:pt idx="821">
                  <c:v>0.317954227069</c:v>
                </c:pt>
                <c:pt idx="822">
                  <c:v>0.317952134992</c:v>
                </c:pt>
                <c:pt idx="823">
                  <c:v>0.317950047979</c:v>
                </c:pt>
                <c:pt idx="824">
                  <c:v>0.317947966012</c:v>
                </c:pt>
                <c:pt idx="825">
                  <c:v>0.317945889072</c:v>
                </c:pt>
                <c:pt idx="826">
                  <c:v>0.317943817142</c:v>
                </c:pt>
                <c:pt idx="827">
                  <c:v>0.317941750202</c:v>
                </c:pt>
                <c:pt idx="828">
                  <c:v>0.317939688236</c:v>
                </c:pt>
                <c:pt idx="829">
                  <c:v>0.317937631226</c:v>
                </c:pt>
                <c:pt idx="830">
                  <c:v>0.317935579152</c:v>
                </c:pt>
                <c:pt idx="831">
                  <c:v>0.317933531999</c:v>
                </c:pt>
                <c:pt idx="832">
                  <c:v>0.317931489747</c:v>
                </c:pt>
                <c:pt idx="833">
                  <c:v>0.31792945238</c:v>
                </c:pt>
                <c:pt idx="834">
                  <c:v>0.31792741988</c:v>
                </c:pt>
                <c:pt idx="835">
                  <c:v>0.317925392229</c:v>
                </c:pt>
                <c:pt idx="836">
                  <c:v>0.31792336941</c:v>
                </c:pt>
                <c:pt idx="837">
                  <c:v>0.317921351407</c:v>
                </c:pt>
                <c:pt idx="838">
                  <c:v>0.317919338201</c:v>
                </c:pt>
                <c:pt idx="839">
                  <c:v>0.317917329775</c:v>
                </c:pt>
                <c:pt idx="840">
                  <c:v>0.317915326114</c:v>
                </c:pt>
                <c:pt idx="841">
                  <c:v>0.317913327199</c:v>
                </c:pt>
                <c:pt idx="842">
                  <c:v>0.317911333013</c:v>
                </c:pt>
                <c:pt idx="843">
                  <c:v>0.317909343541</c:v>
                </c:pt>
                <c:pt idx="844">
                  <c:v>0.317907358766</c:v>
                </c:pt>
                <c:pt idx="845">
                  <c:v>0.31790537867</c:v>
                </c:pt>
                <c:pt idx="846">
                  <c:v>0.317903403237</c:v>
                </c:pt>
                <c:pt idx="847">
                  <c:v>0.317901432452</c:v>
                </c:pt>
                <c:pt idx="848">
                  <c:v>0.317899466296</c:v>
                </c:pt>
                <c:pt idx="849">
                  <c:v>0.317897504755</c:v>
                </c:pt>
                <c:pt idx="850">
                  <c:v>0.317895547812</c:v>
                </c:pt>
                <c:pt idx="851">
                  <c:v>0.31789359545</c:v>
                </c:pt>
                <c:pt idx="852">
                  <c:v>0.317891647654</c:v>
                </c:pt>
                <c:pt idx="853">
                  <c:v>0.317889704408</c:v>
                </c:pt>
                <c:pt idx="854">
                  <c:v>0.317887765696</c:v>
                </c:pt>
                <c:pt idx="855">
                  <c:v>0.317885831501</c:v>
                </c:pt>
                <c:pt idx="856">
                  <c:v>0.317883901809</c:v>
                </c:pt>
                <c:pt idx="857">
                  <c:v>0.317881976603</c:v>
                </c:pt>
                <c:pt idx="858">
                  <c:v>0.317880055868</c:v>
                </c:pt>
                <c:pt idx="859">
                  <c:v>0.317878139588</c:v>
                </c:pt>
                <c:pt idx="860">
                  <c:v>0.317876227748</c:v>
                </c:pt>
                <c:pt idx="861">
                  <c:v>0.317874320332</c:v>
                </c:pt>
                <c:pt idx="862">
                  <c:v>0.317872417326</c:v>
                </c:pt>
                <c:pt idx="863">
                  <c:v>0.317870518713</c:v>
                </c:pt>
                <c:pt idx="864">
                  <c:v>0.317868624478</c:v>
                </c:pt>
                <c:pt idx="865">
                  <c:v>0.317866734607</c:v>
                </c:pt>
                <c:pt idx="866">
                  <c:v>0.317864849085</c:v>
                </c:pt>
                <c:pt idx="867">
                  <c:v>0.317862967896</c:v>
                </c:pt>
                <c:pt idx="868">
                  <c:v>0.317861091025</c:v>
                </c:pt>
                <c:pt idx="869">
                  <c:v>0.317859218458</c:v>
                </c:pt>
                <c:pt idx="870">
                  <c:v>0.31785735018</c:v>
                </c:pt>
                <c:pt idx="871">
                  <c:v>0.317855486175</c:v>
                </c:pt>
                <c:pt idx="872">
                  <c:v>0.317853626431</c:v>
                </c:pt>
                <c:pt idx="873">
                  <c:v>0.317851770931</c:v>
                </c:pt>
                <c:pt idx="874">
                  <c:v>0.317849919661</c:v>
                </c:pt>
                <c:pt idx="875">
                  <c:v>0.317848072607</c:v>
                </c:pt>
                <c:pt idx="876">
                  <c:v>0.317846229755</c:v>
                </c:pt>
                <c:pt idx="877">
                  <c:v>0.31784439109</c:v>
                </c:pt>
                <c:pt idx="878">
                  <c:v>0.317842556598</c:v>
                </c:pt>
                <c:pt idx="879">
                  <c:v>0.317840726265</c:v>
                </c:pt>
                <c:pt idx="880">
                  <c:v>0.317838900076</c:v>
                </c:pt>
                <c:pt idx="881">
                  <c:v>0.317837078018</c:v>
                </c:pt>
                <c:pt idx="882">
                  <c:v>0.317835260077</c:v>
                </c:pt>
                <c:pt idx="883">
                  <c:v>0.317833446238</c:v>
                </c:pt>
                <c:pt idx="884">
                  <c:v>0.317831636488</c:v>
                </c:pt>
                <c:pt idx="885">
                  <c:v>0.317829830813</c:v>
                </c:pt>
                <c:pt idx="886">
                  <c:v>0.317828029199</c:v>
                </c:pt>
                <c:pt idx="887">
                  <c:v>0.317826231632</c:v>
                </c:pt>
                <c:pt idx="888">
                  <c:v>0.3178244381</c:v>
                </c:pt>
                <c:pt idx="889">
                  <c:v>0.317822648587</c:v>
                </c:pt>
                <c:pt idx="890">
                  <c:v>0.317820863082</c:v>
                </c:pt>
                <c:pt idx="891">
                  <c:v>0.31781908157</c:v>
                </c:pt>
                <c:pt idx="892">
                  <c:v>0.317817304038</c:v>
                </c:pt>
                <c:pt idx="893">
                  <c:v>0.317815530472</c:v>
                </c:pt>
                <c:pt idx="894">
                  <c:v>0.31781376086</c:v>
                </c:pt>
                <c:pt idx="895">
                  <c:v>0.317811995189</c:v>
                </c:pt>
                <c:pt idx="896">
                  <c:v>0.317810233444</c:v>
                </c:pt>
                <c:pt idx="897">
                  <c:v>0.317808475613</c:v>
                </c:pt>
                <c:pt idx="898">
                  <c:v>0.317806721683</c:v>
                </c:pt>
                <c:pt idx="899">
                  <c:v>0.317804971641</c:v>
                </c:pt>
                <c:pt idx="900">
                  <c:v>0.317803225475</c:v>
                </c:pt>
                <c:pt idx="901">
                  <c:v>0.31780148317</c:v>
                </c:pt>
                <c:pt idx="902">
                  <c:v>0.317799744715</c:v>
                </c:pt>
                <c:pt idx="903">
                  <c:v>0.317798010096</c:v>
                </c:pt>
                <c:pt idx="904">
                  <c:v>0.317796279302</c:v>
                </c:pt>
                <c:pt idx="905">
                  <c:v>0.317794552319</c:v>
                </c:pt>
                <c:pt idx="906">
                  <c:v>0.317792829134</c:v>
                </c:pt>
                <c:pt idx="907">
                  <c:v>0.317791109736</c:v>
                </c:pt>
                <c:pt idx="908">
                  <c:v>0.317789394112</c:v>
                </c:pt>
                <c:pt idx="909">
                  <c:v>0.317787682249</c:v>
                </c:pt>
                <c:pt idx="910">
                  <c:v>0.317785974135</c:v>
                </c:pt>
                <c:pt idx="911">
                  <c:v>0.317784269757</c:v>
                </c:pt>
                <c:pt idx="912">
                  <c:v>0.317782569105</c:v>
                </c:pt>
                <c:pt idx="913">
                  <c:v>0.317780872164</c:v>
                </c:pt>
                <c:pt idx="914">
                  <c:v>0.317779178924</c:v>
                </c:pt>
                <c:pt idx="915">
                  <c:v>0.317777489371</c:v>
                </c:pt>
                <c:pt idx="916">
                  <c:v>0.317775803495</c:v>
                </c:pt>
                <c:pt idx="917">
                  <c:v>0.317774121282</c:v>
                </c:pt>
                <c:pt idx="918">
                  <c:v>0.317772442722</c:v>
                </c:pt>
                <c:pt idx="919">
                  <c:v>0.317770767802</c:v>
                </c:pt>
                <c:pt idx="920">
                  <c:v>0.31776909651</c:v>
                </c:pt>
                <c:pt idx="921">
                  <c:v>0.317767428835</c:v>
                </c:pt>
                <c:pt idx="922">
                  <c:v>0.317765764765</c:v>
                </c:pt>
                <c:pt idx="923">
                  <c:v>0.317764104288</c:v>
                </c:pt>
                <c:pt idx="924">
                  <c:v>0.317762447393</c:v>
                </c:pt>
                <c:pt idx="925">
                  <c:v>0.317760794067</c:v>
                </c:pt>
                <c:pt idx="926">
                  <c:v>0.3177591443</c:v>
                </c:pt>
                <c:pt idx="927">
                  <c:v>0.31775749808</c:v>
                </c:pt>
                <c:pt idx="928">
                  <c:v>0.317755855396</c:v>
                </c:pt>
                <c:pt idx="929">
                  <c:v>0.317754216236</c:v>
                </c:pt>
                <c:pt idx="930">
                  <c:v>0.317752580588</c:v>
                </c:pt>
                <c:pt idx="931">
                  <c:v>0.317750948442</c:v>
                </c:pt>
                <c:pt idx="932">
                  <c:v>0.317749319787</c:v>
                </c:pt>
                <c:pt idx="933">
                  <c:v>0.317747694611</c:v>
                </c:pt>
                <c:pt idx="934">
                  <c:v>0.317746072902</c:v>
                </c:pt>
                <c:pt idx="935">
                  <c:v>0.317744454651</c:v>
                </c:pt>
                <c:pt idx="936">
                  <c:v>0.317742839846</c:v>
                </c:pt>
                <c:pt idx="937">
                  <c:v>0.317741228475</c:v>
                </c:pt>
                <c:pt idx="938">
                  <c:v>0.317739620529</c:v>
                </c:pt>
                <c:pt idx="939">
                  <c:v>0.317738015995</c:v>
                </c:pt>
                <c:pt idx="940">
                  <c:v>0.317736414864</c:v>
                </c:pt>
                <c:pt idx="941">
                  <c:v>0.317734817124</c:v>
                </c:pt>
                <c:pt idx="942">
                  <c:v>0.317733222765</c:v>
                </c:pt>
                <c:pt idx="943">
                  <c:v>0.317731631775</c:v>
                </c:pt>
                <c:pt idx="944">
                  <c:v>0.317730044145</c:v>
                </c:pt>
                <c:pt idx="945">
                  <c:v>0.317728459863</c:v>
                </c:pt>
                <c:pt idx="946">
                  <c:v>0.31772687892</c:v>
                </c:pt>
                <c:pt idx="947">
                  <c:v>0.317725301304</c:v>
                </c:pt>
                <c:pt idx="948">
                  <c:v>0.317723727005</c:v>
                </c:pt>
                <c:pt idx="949">
                  <c:v>0.317722156012</c:v>
                </c:pt>
                <c:pt idx="950">
                  <c:v>0.317720588316</c:v>
                </c:pt>
                <c:pt idx="951">
                  <c:v>0.317719023905</c:v>
                </c:pt>
                <c:pt idx="952">
                  <c:v>0.31771746277</c:v>
                </c:pt>
                <c:pt idx="953">
                  <c:v>0.3177159049</c:v>
                </c:pt>
                <c:pt idx="954">
                  <c:v>0.317714350285</c:v>
                </c:pt>
                <c:pt idx="955">
                  <c:v>0.317712798915</c:v>
                </c:pt>
                <c:pt idx="956">
                  <c:v>0.317711250779</c:v>
                </c:pt>
                <c:pt idx="957">
                  <c:v>0.317709705868</c:v>
                </c:pt>
                <c:pt idx="958">
                  <c:v>0.317708164171</c:v>
                </c:pt>
                <c:pt idx="959">
                  <c:v>0.317706625678</c:v>
                </c:pt>
                <c:pt idx="960">
                  <c:v>0.317705090381</c:v>
                </c:pt>
                <c:pt idx="961">
                  <c:v>0.317703558267</c:v>
                </c:pt>
                <c:pt idx="962">
                  <c:v>0.317702029328</c:v>
                </c:pt>
                <c:pt idx="963">
                  <c:v>0.317700503554</c:v>
                </c:pt>
                <c:pt idx="964">
                  <c:v>0.317698980935</c:v>
                </c:pt>
                <c:pt idx="965">
                  <c:v>0.317697461461</c:v>
                </c:pt>
                <c:pt idx="966">
                  <c:v>0.317695945122</c:v>
                </c:pt>
                <c:pt idx="967">
                  <c:v>0.317694431909</c:v>
                </c:pt>
                <c:pt idx="968">
                  <c:v>0.317692921812</c:v>
                </c:pt>
                <c:pt idx="969">
                  <c:v>0.317691414822</c:v>
                </c:pt>
                <c:pt idx="970">
                  <c:v>0.317689910928</c:v>
                </c:pt>
                <c:pt idx="971">
                  <c:v>0.317688410122</c:v>
                </c:pt>
                <c:pt idx="972">
                  <c:v>0.317686912394</c:v>
                </c:pt>
                <c:pt idx="973">
                  <c:v>0.317685417734</c:v>
                </c:pt>
                <c:pt idx="974">
                  <c:v>0.317683926133</c:v>
                </c:pt>
                <c:pt idx="975">
                  <c:v>0.317682437581</c:v>
                </c:pt>
                <c:pt idx="976">
                  <c:v>0.31768095207</c:v>
                </c:pt>
                <c:pt idx="977">
                  <c:v>0.31767946959</c:v>
                </c:pt>
                <c:pt idx="978">
                  <c:v>0.317677990131</c:v>
                </c:pt>
                <c:pt idx="979">
                  <c:v>0.317676513685</c:v>
                </c:pt>
                <c:pt idx="980">
                  <c:v>0.317675040242</c:v>
                </c:pt>
                <c:pt idx="981">
                  <c:v>0.317673569793</c:v>
                </c:pt>
                <c:pt idx="982">
                  <c:v>0.317672102329</c:v>
                </c:pt>
                <c:pt idx="983">
                  <c:v>0.317670637841</c:v>
                </c:pt>
                <c:pt idx="984">
                  <c:v>0.31766917632</c:v>
                </c:pt>
                <c:pt idx="985">
                  <c:v>0.317667717757</c:v>
                </c:pt>
                <c:pt idx="986">
                  <c:v>0.317666262142</c:v>
                </c:pt>
                <c:pt idx="987">
                  <c:v>0.317664809468</c:v>
                </c:pt>
                <c:pt idx="988">
                  <c:v>0.317663359724</c:v>
                </c:pt>
                <c:pt idx="989">
                  <c:v>0.317661912903</c:v>
                </c:pt>
                <c:pt idx="990">
                  <c:v>0.317660468995</c:v>
                </c:pt>
                <c:pt idx="991">
                  <c:v>0.317659027992</c:v>
                </c:pt>
                <c:pt idx="992">
                  <c:v>0.317657589884</c:v>
                </c:pt>
                <c:pt idx="993">
                  <c:v>0.317656154663</c:v>
                </c:pt>
                <c:pt idx="994">
                  <c:v>0.317654722321</c:v>
                </c:pt>
                <c:pt idx="995">
                  <c:v>0.317653292849</c:v>
                </c:pt>
                <c:pt idx="996">
                  <c:v>0.317651866238</c:v>
                </c:pt>
                <c:pt idx="997">
                  <c:v>0.317650442479</c:v>
                </c:pt>
                <c:pt idx="998">
                  <c:v>0.317649021565</c:v>
                </c:pt>
                <c:pt idx="999">
                  <c:v>0.317647603485</c:v>
                </c:pt>
              </c:numCache>
            </c:numRef>
          </c:yVal>
          <c:smooth val="0"/>
        </c:ser>
        <c:ser>
          <c:idx val="2"/>
          <c:order val="2"/>
          <c:tx>
            <c:v>Floor ≈ 0.316</c:v>
          </c:tx>
          <c:spPr>
            <a:ln xmlns:a="http://schemas.openxmlformats.org/drawingml/2006/main" w="19050">
              <a:solidFill>
                <a:srgbClr val="526477"/>
              </a:solidFill>
              <a:prstDash val="dot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</c:v>
                </c:pt>
                <c:pt idx="1">
                  <c:v>1000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0.316227766017</c:v>
                </c:pt>
                <c:pt idx="1">
                  <c:v>0.316227766017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Standard error / individual SD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2"/>
      </c:valAx>
      <c:valAx>
        <c:axId val="48650112"/>
        <c:scaling>
          <c:logBase val="10"/>
          <c:orientation val="minMax"/>
          <c:max val="1000"/>
          <c:min val="1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Number of observations n (log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Standard Gaussian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n = 1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Data'!$A$2:$A$802</c:f>
              <c:numCache>
                <c:formatCode>General</c:formatCode>
                <c:ptCount val="801"/>
                <c:pt idx="0">
                  <c:v>-4</c:v>
                </c:pt>
                <c:pt idx="1">
                  <c:v>-3.99</c:v>
                </c:pt>
                <c:pt idx="2">
                  <c:v>-3.98</c:v>
                </c:pt>
                <c:pt idx="3">
                  <c:v>-3.97</c:v>
                </c:pt>
                <c:pt idx="4">
                  <c:v>-3.96</c:v>
                </c:pt>
                <c:pt idx="5">
                  <c:v>-3.95</c:v>
                </c:pt>
                <c:pt idx="6">
                  <c:v>-3.94</c:v>
                </c:pt>
                <c:pt idx="7">
                  <c:v>-3.93</c:v>
                </c:pt>
                <c:pt idx="8">
                  <c:v>-3.92</c:v>
                </c:pt>
                <c:pt idx="9">
                  <c:v>-3.91</c:v>
                </c:pt>
                <c:pt idx="10">
                  <c:v>-3.9</c:v>
                </c:pt>
                <c:pt idx="11">
                  <c:v>-3.89</c:v>
                </c:pt>
                <c:pt idx="12">
                  <c:v>-3.88</c:v>
                </c:pt>
                <c:pt idx="13">
                  <c:v>-3.87</c:v>
                </c:pt>
                <c:pt idx="14">
                  <c:v>-3.86</c:v>
                </c:pt>
                <c:pt idx="15">
                  <c:v>-3.85</c:v>
                </c:pt>
                <c:pt idx="16">
                  <c:v>-3.84</c:v>
                </c:pt>
                <c:pt idx="17">
                  <c:v>-3.83</c:v>
                </c:pt>
                <c:pt idx="18">
                  <c:v>-3.82</c:v>
                </c:pt>
                <c:pt idx="19">
                  <c:v>-3.81</c:v>
                </c:pt>
                <c:pt idx="20">
                  <c:v>-3.8</c:v>
                </c:pt>
                <c:pt idx="21">
                  <c:v>-3.79</c:v>
                </c:pt>
                <c:pt idx="22">
                  <c:v>-3.78</c:v>
                </c:pt>
                <c:pt idx="23">
                  <c:v>-3.77</c:v>
                </c:pt>
                <c:pt idx="24">
                  <c:v>-3.76</c:v>
                </c:pt>
                <c:pt idx="25">
                  <c:v>-3.75</c:v>
                </c:pt>
                <c:pt idx="26">
                  <c:v>-3.74</c:v>
                </c:pt>
                <c:pt idx="27">
                  <c:v>-3.73</c:v>
                </c:pt>
                <c:pt idx="28">
                  <c:v>-3.72</c:v>
                </c:pt>
                <c:pt idx="29">
                  <c:v>-3.71</c:v>
                </c:pt>
                <c:pt idx="30">
                  <c:v>-3.7</c:v>
                </c:pt>
                <c:pt idx="31">
                  <c:v>-3.69</c:v>
                </c:pt>
                <c:pt idx="32">
                  <c:v>-3.68</c:v>
                </c:pt>
                <c:pt idx="33">
                  <c:v>-3.67</c:v>
                </c:pt>
                <c:pt idx="34">
                  <c:v>-3.66</c:v>
                </c:pt>
                <c:pt idx="35">
                  <c:v>-3.65</c:v>
                </c:pt>
                <c:pt idx="36">
                  <c:v>-3.64</c:v>
                </c:pt>
                <c:pt idx="37">
                  <c:v>-3.63</c:v>
                </c:pt>
                <c:pt idx="38">
                  <c:v>-3.62</c:v>
                </c:pt>
                <c:pt idx="39">
                  <c:v>-3.61</c:v>
                </c:pt>
                <c:pt idx="40">
                  <c:v>-3.6</c:v>
                </c:pt>
                <c:pt idx="41">
                  <c:v>-3.59</c:v>
                </c:pt>
                <c:pt idx="42">
                  <c:v>-3.58</c:v>
                </c:pt>
                <c:pt idx="43">
                  <c:v>-3.57</c:v>
                </c:pt>
                <c:pt idx="44">
                  <c:v>-3.56</c:v>
                </c:pt>
                <c:pt idx="45">
                  <c:v>-3.55</c:v>
                </c:pt>
                <c:pt idx="46">
                  <c:v>-3.54</c:v>
                </c:pt>
                <c:pt idx="47">
                  <c:v>-3.53</c:v>
                </c:pt>
                <c:pt idx="48">
                  <c:v>-3.52</c:v>
                </c:pt>
                <c:pt idx="49">
                  <c:v>-3.51</c:v>
                </c:pt>
                <c:pt idx="50">
                  <c:v>-3.5</c:v>
                </c:pt>
                <c:pt idx="51">
                  <c:v>-3.49</c:v>
                </c:pt>
                <c:pt idx="52">
                  <c:v>-3.48</c:v>
                </c:pt>
                <c:pt idx="53">
                  <c:v>-3.47</c:v>
                </c:pt>
                <c:pt idx="54">
                  <c:v>-3.46</c:v>
                </c:pt>
                <c:pt idx="55">
                  <c:v>-3.45</c:v>
                </c:pt>
                <c:pt idx="56">
                  <c:v>-3.44</c:v>
                </c:pt>
                <c:pt idx="57">
                  <c:v>-3.43</c:v>
                </c:pt>
                <c:pt idx="58">
                  <c:v>-3.42</c:v>
                </c:pt>
                <c:pt idx="59">
                  <c:v>-3.41</c:v>
                </c:pt>
                <c:pt idx="60">
                  <c:v>-3.4</c:v>
                </c:pt>
                <c:pt idx="61">
                  <c:v>-3.39</c:v>
                </c:pt>
                <c:pt idx="62">
                  <c:v>-3.38</c:v>
                </c:pt>
                <c:pt idx="63">
                  <c:v>-3.37</c:v>
                </c:pt>
                <c:pt idx="64">
                  <c:v>-3.36</c:v>
                </c:pt>
                <c:pt idx="65">
                  <c:v>-3.35</c:v>
                </c:pt>
                <c:pt idx="66">
                  <c:v>-3.34</c:v>
                </c:pt>
                <c:pt idx="67">
                  <c:v>-3.33</c:v>
                </c:pt>
                <c:pt idx="68">
                  <c:v>-3.32</c:v>
                </c:pt>
                <c:pt idx="69">
                  <c:v>-3.31</c:v>
                </c:pt>
                <c:pt idx="70">
                  <c:v>-3.3</c:v>
                </c:pt>
                <c:pt idx="71">
                  <c:v>-3.29</c:v>
                </c:pt>
                <c:pt idx="72">
                  <c:v>-3.28</c:v>
                </c:pt>
                <c:pt idx="73">
                  <c:v>-3.27</c:v>
                </c:pt>
                <c:pt idx="74">
                  <c:v>-3.26</c:v>
                </c:pt>
                <c:pt idx="75">
                  <c:v>-3.25</c:v>
                </c:pt>
                <c:pt idx="76">
                  <c:v>-3.24</c:v>
                </c:pt>
                <c:pt idx="77">
                  <c:v>-3.23</c:v>
                </c:pt>
                <c:pt idx="78">
                  <c:v>-3.22</c:v>
                </c:pt>
                <c:pt idx="79">
                  <c:v>-3.21</c:v>
                </c:pt>
                <c:pt idx="80">
                  <c:v>-3.2</c:v>
                </c:pt>
                <c:pt idx="81">
                  <c:v>-3.19</c:v>
                </c:pt>
                <c:pt idx="82">
                  <c:v>-3.18</c:v>
                </c:pt>
                <c:pt idx="83">
                  <c:v>-3.17</c:v>
                </c:pt>
                <c:pt idx="84">
                  <c:v>-3.16</c:v>
                </c:pt>
                <c:pt idx="85">
                  <c:v>-3.15</c:v>
                </c:pt>
                <c:pt idx="86">
                  <c:v>-3.14</c:v>
                </c:pt>
                <c:pt idx="87">
                  <c:v>-3.13</c:v>
                </c:pt>
                <c:pt idx="88">
                  <c:v>-3.12</c:v>
                </c:pt>
                <c:pt idx="89">
                  <c:v>-3.11</c:v>
                </c:pt>
                <c:pt idx="90">
                  <c:v>-3.1</c:v>
                </c:pt>
                <c:pt idx="91">
                  <c:v>-3.09</c:v>
                </c:pt>
                <c:pt idx="92">
                  <c:v>-3.08</c:v>
                </c:pt>
                <c:pt idx="93">
                  <c:v>-3.07</c:v>
                </c:pt>
                <c:pt idx="94">
                  <c:v>-3.06</c:v>
                </c:pt>
                <c:pt idx="95">
                  <c:v>-3.05</c:v>
                </c:pt>
                <c:pt idx="96">
                  <c:v>-3.04</c:v>
                </c:pt>
                <c:pt idx="97">
                  <c:v>-3.03</c:v>
                </c:pt>
                <c:pt idx="98">
                  <c:v>-3.02</c:v>
                </c:pt>
                <c:pt idx="99">
                  <c:v>-3.01</c:v>
                </c:pt>
                <c:pt idx="100">
                  <c:v>-3</c:v>
                </c:pt>
                <c:pt idx="101">
                  <c:v>-2.99</c:v>
                </c:pt>
                <c:pt idx="102">
                  <c:v>-2.98</c:v>
                </c:pt>
                <c:pt idx="103">
                  <c:v>-2.97</c:v>
                </c:pt>
                <c:pt idx="104">
                  <c:v>-2.96</c:v>
                </c:pt>
                <c:pt idx="105">
                  <c:v>-2.95</c:v>
                </c:pt>
                <c:pt idx="106">
                  <c:v>-2.94</c:v>
                </c:pt>
                <c:pt idx="107">
                  <c:v>-2.93</c:v>
                </c:pt>
                <c:pt idx="108">
                  <c:v>-2.92</c:v>
                </c:pt>
                <c:pt idx="109">
                  <c:v>-2.91</c:v>
                </c:pt>
                <c:pt idx="110">
                  <c:v>-2.9</c:v>
                </c:pt>
                <c:pt idx="111">
                  <c:v>-2.89</c:v>
                </c:pt>
                <c:pt idx="112">
                  <c:v>-2.88</c:v>
                </c:pt>
                <c:pt idx="113">
                  <c:v>-2.87</c:v>
                </c:pt>
                <c:pt idx="114">
                  <c:v>-2.86</c:v>
                </c:pt>
                <c:pt idx="115">
                  <c:v>-2.85</c:v>
                </c:pt>
                <c:pt idx="116">
                  <c:v>-2.84</c:v>
                </c:pt>
                <c:pt idx="117">
                  <c:v>-2.83</c:v>
                </c:pt>
                <c:pt idx="118">
                  <c:v>-2.82</c:v>
                </c:pt>
                <c:pt idx="119">
                  <c:v>-2.81</c:v>
                </c:pt>
                <c:pt idx="120">
                  <c:v>-2.8</c:v>
                </c:pt>
                <c:pt idx="121">
                  <c:v>-2.79</c:v>
                </c:pt>
                <c:pt idx="122">
                  <c:v>-2.78</c:v>
                </c:pt>
                <c:pt idx="123">
                  <c:v>-2.77</c:v>
                </c:pt>
                <c:pt idx="124">
                  <c:v>-2.76</c:v>
                </c:pt>
                <c:pt idx="125">
                  <c:v>-2.75</c:v>
                </c:pt>
                <c:pt idx="126">
                  <c:v>-2.74</c:v>
                </c:pt>
                <c:pt idx="127">
                  <c:v>-2.73</c:v>
                </c:pt>
                <c:pt idx="128">
                  <c:v>-2.72</c:v>
                </c:pt>
                <c:pt idx="129">
                  <c:v>-2.71</c:v>
                </c:pt>
                <c:pt idx="130">
                  <c:v>-2.7</c:v>
                </c:pt>
                <c:pt idx="131">
                  <c:v>-2.69</c:v>
                </c:pt>
                <c:pt idx="132">
                  <c:v>-2.68</c:v>
                </c:pt>
                <c:pt idx="133">
                  <c:v>-2.67</c:v>
                </c:pt>
                <c:pt idx="134">
                  <c:v>-2.66</c:v>
                </c:pt>
                <c:pt idx="135">
                  <c:v>-2.65</c:v>
                </c:pt>
                <c:pt idx="136">
                  <c:v>-2.64</c:v>
                </c:pt>
                <c:pt idx="137">
                  <c:v>-2.63</c:v>
                </c:pt>
                <c:pt idx="138">
                  <c:v>-2.62</c:v>
                </c:pt>
                <c:pt idx="139">
                  <c:v>-2.61</c:v>
                </c:pt>
                <c:pt idx="140">
                  <c:v>-2.6</c:v>
                </c:pt>
                <c:pt idx="141">
                  <c:v>-2.59</c:v>
                </c:pt>
                <c:pt idx="142">
                  <c:v>-2.58</c:v>
                </c:pt>
                <c:pt idx="143">
                  <c:v>-2.57</c:v>
                </c:pt>
                <c:pt idx="144">
                  <c:v>-2.56</c:v>
                </c:pt>
                <c:pt idx="145">
                  <c:v>-2.55</c:v>
                </c:pt>
                <c:pt idx="146">
                  <c:v>-2.54</c:v>
                </c:pt>
                <c:pt idx="147">
                  <c:v>-2.53</c:v>
                </c:pt>
                <c:pt idx="148">
                  <c:v>-2.52</c:v>
                </c:pt>
                <c:pt idx="149">
                  <c:v>-2.51</c:v>
                </c:pt>
                <c:pt idx="150">
                  <c:v>-2.5</c:v>
                </c:pt>
                <c:pt idx="151">
                  <c:v>-2.49</c:v>
                </c:pt>
                <c:pt idx="152">
                  <c:v>-2.48</c:v>
                </c:pt>
                <c:pt idx="153">
                  <c:v>-2.47</c:v>
                </c:pt>
                <c:pt idx="154">
                  <c:v>-2.46</c:v>
                </c:pt>
                <c:pt idx="155">
                  <c:v>-2.45</c:v>
                </c:pt>
                <c:pt idx="156">
                  <c:v>-2.44</c:v>
                </c:pt>
                <c:pt idx="157">
                  <c:v>-2.43</c:v>
                </c:pt>
                <c:pt idx="158">
                  <c:v>-2.42</c:v>
                </c:pt>
                <c:pt idx="159">
                  <c:v>-2.41</c:v>
                </c:pt>
                <c:pt idx="160">
                  <c:v>-2.4</c:v>
                </c:pt>
                <c:pt idx="161">
                  <c:v>-2.39</c:v>
                </c:pt>
                <c:pt idx="162">
                  <c:v>-2.38</c:v>
                </c:pt>
                <c:pt idx="163">
                  <c:v>-2.37</c:v>
                </c:pt>
                <c:pt idx="164">
                  <c:v>-2.36</c:v>
                </c:pt>
                <c:pt idx="165">
                  <c:v>-2.35</c:v>
                </c:pt>
                <c:pt idx="166">
                  <c:v>-2.34</c:v>
                </c:pt>
                <c:pt idx="167">
                  <c:v>-2.33</c:v>
                </c:pt>
                <c:pt idx="168">
                  <c:v>-2.32</c:v>
                </c:pt>
                <c:pt idx="169">
                  <c:v>-2.31</c:v>
                </c:pt>
                <c:pt idx="170">
                  <c:v>-2.3</c:v>
                </c:pt>
                <c:pt idx="171">
                  <c:v>-2.29</c:v>
                </c:pt>
                <c:pt idx="172">
                  <c:v>-2.28</c:v>
                </c:pt>
                <c:pt idx="173">
                  <c:v>-2.27</c:v>
                </c:pt>
                <c:pt idx="174">
                  <c:v>-2.26</c:v>
                </c:pt>
                <c:pt idx="175">
                  <c:v>-2.25</c:v>
                </c:pt>
                <c:pt idx="176">
                  <c:v>-2.24</c:v>
                </c:pt>
                <c:pt idx="177">
                  <c:v>-2.23</c:v>
                </c:pt>
                <c:pt idx="178">
                  <c:v>-2.22</c:v>
                </c:pt>
                <c:pt idx="179">
                  <c:v>-2.21</c:v>
                </c:pt>
                <c:pt idx="180">
                  <c:v>-2.2</c:v>
                </c:pt>
                <c:pt idx="181">
                  <c:v>-2.19</c:v>
                </c:pt>
                <c:pt idx="182">
                  <c:v>-2.18</c:v>
                </c:pt>
                <c:pt idx="183">
                  <c:v>-2.17</c:v>
                </c:pt>
                <c:pt idx="184">
                  <c:v>-2.16</c:v>
                </c:pt>
                <c:pt idx="185">
                  <c:v>-2.15</c:v>
                </c:pt>
                <c:pt idx="186">
                  <c:v>-2.14</c:v>
                </c:pt>
                <c:pt idx="187">
                  <c:v>-2.13</c:v>
                </c:pt>
                <c:pt idx="188">
                  <c:v>-2.12</c:v>
                </c:pt>
                <c:pt idx="189">
                  <c:v>-2.11</c:v>
                </c:pt>
                <c:pt idx="190">
                  <c:v>-2.1</c:v>
                </c:pt>
                <c:pt idx="191">
                  <c:v>-2.09</c:v>
                </c:pt>
                <c:pt idx="192">
                  <c:v>-2.08</c:v>
                </c:pt>
                <c:pt idx="193">
                  <c:v>-2.07</c:v>
                </c:pt>
                <c:pt idx="194">
                  <c:v>-2.06</c:v>
                </c:pt>
                <c:pt idx="195">
                  <c:v>-2.05</c:v>
                </c:pt>
                <c:pt idx="196">
                  <c:v>-2.04</c:v>
                </c:pt>
                <c:pt idx="197">
                  <c:v>-2.03</c:v>
                </c:pt>
                <c:pt idx="198">
                  <c:v>-2.02</c:v>
                </c:pt>
                <c:pt idx="199">
                  <c:v>-2.01</c:v>
                </c:pt>
                <c:pt idx="200">
                  <c:v>-2</c:v>
                </c:pt>
                <c:pt idx="201">
                  <c:v>-1.99</c:v>
                </c:pt>
                <c:pt idx="202">
                  <c:v>-1.98</c:v>
                </c:pt>
                <c:pt idx="203">
                  <c:v>-1.97</c:v>
                </c:pt>
                <c:pt idx="204">
                  <c:v>-1.96</c:v>
                </c:pt>
                <c:pt idx="205">
                  <c:v>-1.95</c:v>
                </c:pt>
                <c:pt idx="206">
                  <c:v>-1.94</c:v>
                </c:pt>
                <c:pt idx="207">
                  <c:v>-1.93</c:v>
                </c:pt>
                <c:pt idx="208">
                  <c:v>-1.92</c:v>
                </c:pt>
                <c:pt idx="209">
                  <c:v>-1.91</c:v>
                </c:pt>
                <c:pt idx="210">
                  <c:v>-1.9</c:v>
                </c:pt>
                <c:pt idx="211">
                  <c:v>-1.89</c:v>
                </c:pt>
                <c:pt idx="212">
                  <c:v>-1.88</c:v>
                </c:pt>
                <c:pt idx="213">
                  <c:v>-1.87</c:v>
                </c:pt>
                <c:pt idx="214">
                  <c:v>-1.86</c:v>
                </c:pt>
                <c:pt idx="215">
                  <c:v>-1.85</c:v>
                </c:pt>
                <c:pt idx="216">
                  <c:v>-1.84</c:v>
                </c:pt>
                <c:pt idx="217">
                  <c:v>-1.83</c:v>
                </c:pt>
                <c:pt idx="218">
                  <c:v>-1.82</c:v>
                </c:pt>
                <c:pt idx="219">
                  <c:v>-1.81</c:v>
                </c:pt>
                <c:pt idx="220">
                  <c:v>-1.8</c:v>
                </c:pt>
                <c:pt idx="221">
                  <c:v>-1.79</c:v>
                </c:pt>
                <c:pt idx="222">
                  <c:v>-1.78</c:v>
                </c:pt>
                <c:pt idx="223">
                  <c:v>-1.77</c:v>
                </c:pt>
                <c:pt idx="224">
                  <c:v>-1.76</c:v>
                </c:pt>
                <c:pt idx="225">
                  <c:v>-1.75</c:v>
                </c:pt>
                <c:pt idx="226">
                  <c:v>-1.74</c:v>
                </c:pt>
                <c:pt idx="227">
                  <c:v>-1.73</c:v>
                </c:pt>
                <c:pt idx="228">
                  <c:v>-1.72</c:v>
                </c:pt>
                <c:pt idx="229">
                  <c:v>-1.71</c:v>
                </c:pt>
                <c:pt idx="230">
                  <c:v>-1.7</c:v>
                </c:pt>
                <c:pt idx="231">
                  <c:v>-1.69</c:v>
                </c:pt>
                <c:pt idx="232">
                  <c:v>-1.68</c:v>
                </c:pt>
                <c:pt idx="233">
                  <c:v>-1.67</c:v>
                </c:pt>
                <c:pt idx="234">
                  <c:v>-1.66</c:v>
                </c:pt>
                <c:pt idx="235">
                  <c:v>-1.65</c:v>
                </c:pt>
                <c:pt idx="236">
                  <c:v>-1.64</c:v>
                </c:pt>
                <c:pt idx="237">
                  <c:v>-1.63</c:v>
                </c:pt>
                <c:pt idx="238">
                  <c:v>-1.62</c:v>
                </c:pt>
                <c:pt idx="239">
                  <c:v>-1.61</c:v>
                </c:pt>
                <c:pt idx="240">
                  <c:v>-1.6</c:v>
                </c:pt>
                <c:pt idx="241">
                  <c:v>-1.59</c:v>
                </c:pt>
                <c:pt idx="242">
                  <c:v>-1.58</c:v>
                </c:pt>
                <c:pt idx="243">
                  <c:v>-1.57</c:v>
                </c:pt>
                <c:pt idx="244">
                  <c:v>-1.56</c:v>
                </c:pt>
                <c:pt idx="245">
                  <c:v>-1.55</c:v>
                </c:pt>
                <c:pt idx="246">
                  <c:v>-1.54</c:v>
                </c:pt>
                <c:pt idx="247">
                  <c:v>-1.53</c:v>
                </c:pt>
                <c:pt idx="248">
                  <c:v>-1.52</c:v>
                </c:pt>
                <c:pt idx="249">
                  <c:v>-1.51</c:v>
                </c:pt>
                <c:pt idx="250">
                  <c:v>-1.5</c:v>
                </c:pt>
                <c:pt idx="251">
                  <c:v>-1.49</c:v>
                </c:pt>
                <c:pt idx="252">
                  <c:v>-1.48</c:v>
                </c:pt>
                <c:pt idx="253">
                  <c:v>-1.47</c:v>
                </c:pt>
                <c:pt idx="254">
                  <c:v>-1.46</c:v>
                </c:pt>
                <c:pt idx="255">
                  <c:v>-1.45</c:v>
                </c:pt>
                <c:pt idx="256">
                  <c:v>-1.44</c:v>
                </c:pt>
                <c:pt idx="257">
                  <c:v>-1.43</c:v>
                </c:pt>
                <c:pt idx="258">
                  <c:v>-1.42</c:v>
                </c:pt>
                <c:pt idx="259">
                  <c:v>-1.41</c:v>
                </c:pt>
                <c:pt idx="260">
                  <c:v>-1.4</c:v>
                </c:pt>
                <c:pt idx="261">
                  <c:v>-1.39</c:v>
                </c:pt>
                <c:pt idx="262">
                  <c:v>-1.38</c:v>
                </c:pt>
                <c:pt idx="263">
                  <c:v>-1.37</c:v>
                </c:pt>
                <c:pt idx="264">
                  <c:v>-1.36</c:v>
                </c:pt>
                <c:pt idx="265">
                  <c:v>-1.35</c:v>
                </c:pt>
                <c:pt idx="266">
                  <c:v>-1.34</c:v>
                </c:pt>
                <c:pt idx="267">
                  <c:v>-1.33</c:v>
                </c:pt>
                <c:pt idx="268">
                  <c:v>-1.32</c:v>
                </c:pt>
                <c:pt idx="269">
                  <c:v>-1.31</c:v>
                </c:pt>
                <c:pt idx="270">
                  <c:v>-1.3</c:v>
                </c:pt>
                <c:pt idx="271">
                  <c:v>-1.29</c:v>
                </c:pt>
                <c:pt idx="272">
                  <c:v>-1.28</c:v>
                </c:pt>
                <c:pt idx="273">
                  <c:v>-1.27</c:v>
                </c:pt>
                <c:pt idx="274">
                  <c:v>-1.26</c:v>
                </c:pt>
                <c:pt idx="275">
                  <c:v>-1.25</c:v>
                </c:pt>
                <c:pt idx="276">
                  <c:v>-1.24</c:v>
                </c:pt>
                <c:pt idx="277">
                  <c:v>-1.23</c:v>
                </c:pt>
                <c:pt idx="278">
                  <c:v>-1.22</c:v>
                </c:pt>
                <c:pt idx="279">
                  <c:v>-1.21</c:v>
                </c:pt>
                <c:pt idx="280">
                  <c:v>-1.2</c:v>
                </c:pt>
                <c:pt idx="281">
                  <c:v>-1.19</c:v>
                </c:pt>
                <c:pt idx="282">
                  <c:v>-1.18</c:v>
                </c:pt>
                <c:pt idx="283">
                  <c:v>-1.17</c:v>
                </c:pt>
                <c:pt idx="284">
                  <c:v>-1.16</c:v>
                </c:pt>
                <c:pt idx="285">
                  <c:v>-1.15</c:v>
                </c:pt>
                <c:pt idx="286">
                  <c:v>-1.14</c:v>
                </c:pt>
                <c:pt idx="287">
                  <c:v>-1.13</c:v>
                </c:pt>
                <c:pt idx="288">
                  <c:v>-1.12</c:v>
                </c:pt>
                <c:pt idx="289">
                  <c:v>-1.11</c:v>
                </c:pt>
                <c:pt idx="290">
                  <c:v>-1.1</c:v>
                </c:pt>
                <c:pt idx="291">
                  <c:v>-1.09</c:v>
                </c:pt>
                <c:pt idx="292">
                  <c:v>-1.08</c:v>
                </c:pt>
                <c:pt idx="293">
                  <c:v>-1.07</c:v>
                </c:pt>
                <c:pt idx="294">
                  <c:v>-1.06</c:v>
                </c:pt>
                <c:pt idx="295">
                  <c:v>-1.05</c:v>
                </c:pt>
                <c:pt idx="296">
                  <c:v>-1.04</c:v>
                </c:pt>
                <c:pt idx="297">
                  <c:v>-1.03</c:v>
                </c:pt>
                <c:pt idx="298">
                  <c:v>-1.02</c:v>
                </c:pt>
                <c:pt idx="299">
                  <c:v>-1.01</c:v>
                </c:pt>
                <c:pt idx="300">
                  <c:v>-1</c:v>
                </c:pt>
                <c:pt idx="301">
                  <c:v>-0.99</c:v>
                </c:pt>
                <c:pt idx="302">
                  <c:v>-0.98</c:v>
                </c:pt>
                <c:pt idx="303">
                  <c:v>-0.97</c:v>
                </c:pt>
                <c:pt idx="304">
                  <c:v>-0.96</c:v>
                </c:pt>
                <c:pt idx="305">
                  <c:v>-0.95</c:v>
                </c:pt>
                <c:pt idx="306">
                  <c:v>-0.94</c:v>
                </c:pt>
                <c:pt idx="307">
                  <c:v>-0.93</c:v>
                </c:pt>
                <c:pt idx="308">
                  <c:v>-0.92</c:v>
                </c:pt>
                <c:pt idx="309">
                  <c:v>-0.91</c:v>
                </c:pt>
                <c:pt idx="310">
                  <c:v>-0.9</c:v>
                </c:pt>
                <c:pt idx="311">
                  <c:v>-0.89</c:v>
                </c:pt>
                <c:pt idx="312">
                  <c:v>-0.88</c:v>
                </c:pt>
                <c:pt idx="313">
                  <c:v>-0.87</c:v>
                </c:pt>
                <c:pt idx="314">
                  <c:v>-0.86</c:v>
                </c:pt>
                <c:pt idx="315">
                  <c:v>-0.85</c:v>
                </c:pt>
                <c:pt idx="316">
                  <c:v>-0.84</c:v>
                </c:pt>
                <c:pt idx="317">
                  <c:v>-0.83</c:v>
                </c:pt>
                <c:pt idx="318">
                  <c:v>-0.82</c:v>
                </c:pt>
                <c:pt idx="319">
                  <c:v>-0.81</c:v>
                </c:pt>
                <c:pt idx="320">
                  <c:v>-0.8</c:v>
                </c:pt>
                <c:pt idx="321">
                  <c:v>-0.79</c:v>
                </c:pt>
                <c:pt idx="322">
                  <c:v>-0.78</c:v>
                </c:pt>
                <c:pt idx="323">
                  <c:v>-0.77</c:v>
                </c:pt>
                <c:pt idx="324">
                  <c:v>-0.76</c:v>
                </c:pt>
                <c:pt idx="325">
                  <c:v>-0.75</c:v>
                </c:pt>
                <c:pt idx="326">
                  <c:v>-0.74</c:v>
                </c:pt>
                <c:pt idx="327">
                  <c:v>-0.73</c:v>
                </c:pt>
                <c:pt idx="328">
                  <c:v>-0.72</c:v>
                </c:pt>
                <c:pt idx="329">
                  <c:v>-0.71</c:v>
                </c:pt>
                <c:pt idx="330">
                  <c:v>-0.7</c:v>
                </c:pt>
                <c:pt idx="331">
                  <c:v>-0.69</c:v>
                </c:pt>
                <c:pt idx="332">
                  <c:v>-0.68</c:v>
                </c:pt>
                <c:pt idx="333">
                  <c:v>-0.67</c:v>
                </c:pt>
                <c:pt idx="334">
                  <c:v>-0.66</c:v>
                </c:pt>
                <c:pt idx="335">
                  <c:v>-0.65</c:v>
                </c:pt>
                <c:pt idx="336">
                  <c:v>-0.64</c:v>
                </c:pt>
                <c:pt idx="337">
                  <c:v>-0.63</c:v>
                </c:pt>
                <c:pt idx="338">
                  <c:v>-0.62</c:v>
                </c:pt>
                <c:pt idx="339">
                  <c:v>-0.61</c:v>
                </c:pt>
                <c:pt idx="340">
                  <c:v>-0.6</c:v>
                </c:pt>
                <c:pt idx="341">
                  <c:v>-0.59</c:v>
                </c:pt>
                <c:pt idx="342">
                  <c:v>-0.58</c:v>
                </c:pt>
                <c:pt idx="343">
                  <c:v>-0.57</c:v>
                </c:pt>
                <c:pt idx="344">
                  <c:v>-0.56</c:v>
                </c:pt>
                <c:pt idx="345">
                  <c:v>-0.55</c:v>
                </c:pt>
                <c:pt idx="346">
                  <c:v>-0.54</c:v>
                </c:pt>
                <c:pt idx="347">
                  <c:v>-0.53</c:v>
                </c:pt>
                <c:pt idx="348">
                  <c:v>-0.52</c:v>
                </c:pt>
                <c:pt idx="349">
                  <c:v>-0.51</c:v>
                </c:pt>
                <c:pt idx="350">
                  <c:v>-0.5</c:v>
                </c:pt>
                <c:pt idx="351">
                  <c:v>-0.49</c:v>
                </c:pt>
                <c:pt idx="352">
                  <c:v>-0.48</c:v>
                </c:pt>
                <c:pt idx="353">
                  <c:v>-0.47</c:v>
                </c:pt>
                <c:pt idx="354">
                  <c:v>-0.46</c:v>
                </c:pt>
                <c:pt idx="355">
                  <c:v>-0.45</c:v>
                </c:pt>
                <c:pt idx="356">
                  <c:v>-0.44</c:v>
                </c:pt>
                <c:pt idx="357">
                  <c:v>-0.43</c:v>
                </c:pt>
                <c:pt idx="358">
                  <c:v>-0.42</c:v>
                </c:pt>
                <c:pt idx="359">
                  <c:v>-0.41</c:v>
                </c:pt>
                <c:pt idx="360">
                  <c:v>-0.4</c:v>
                </c:pt>
                <c:pt idx="361">
                  <c:v>-0.39</c:v>
                </c:pt>
                <c:pt idx="362">
                  <c:v>-0.38</c:v>
                </c:pt>
                <c:pt idx="363">
                  <c:v>-0.37</c:v>
                </c:pt>
                <c:pt idx="364">
                  <c:v>-0.36</c:v>
                </c:pt>
                <c:pt idx="365">
                  <c:v>-0.35</c:v>
                </c:pt>
                <c:pt idx="366">
                  <c:v>-0.34</c:v>
                </c:pt>
                <c:pt idx="367">
                  <c:v>-0.33</c:v>
                </c:pt>
                <c:pt idx="368">
                  <c:v>-0.32</c:v>
                </c:pt>
                <c:pt idx="369">
                  <c:v>-0.31</c:v>
                </c:pt>
                <c:pt idx="370">
                  <c:v>-0.3</c:v>
                </c:pt>
                <c:pt idx="371">
                  <c:v>-0.29</c:v>
                </c:pt>
                <c:pt idx="372">
                  <c:v>-0.28</c:v>
                </c:pt>
                <c:pt idx="373">
                  <c:v>-0.27</c:v>
                </c:pt>
                <c:pt idx="374">
                  <c:v>-0.26</c:v>
                </c:pt>
                <c:pt idx="375">
                  <c:v>-0.25</c:v>
                </c:pt>
                <c:pt idx="376">
                  <c:v>-0.24</c:v>
                </c:pt>
                <c:pt idx="377">
                  <c:v>-0.23</c:v>
                </c:pt>
                <c:pt idx="378">
                  <c:v>-0.22</c:v>
                </c:pt>
                <c:pt idx="379">
                  <c:v>-0.21</c:v>
                </c:pt>
                <c:pt idx="380">
                  <c:v>-0.2</c:v>
                </c:pt>
                <c:pt idx="381">
                  <c:v>-0.19</c:v>
                </c:pt>
                <c:pt idx="382">
                  <c:v>-0.18</c:v>
                </c:pt>
                <c:pt idx="383">
                  <c:v>-0.17</c:v>
                </c:pt>
                <c:pt idx="384">
                  <c:v>-0.16</c:v>
                </c:pt>
                <c:pt idx="385">
                  <c:v>-0.15</c:v>
                </c:pt>
                <c:pt idx="386">
                  <c:v>-0.14</c:v>
                </c:pt>
                <c:pt idx="387">
                  <c:v>-0.13</c:v>
                </c:pt>
                <c:pt idx="388">
                  <c:v>-0.12</c:v>
                </c:pt>
                <c:pt idx="389">
                  <c:v>-0.11</c:v>
                </c:pt>
                <c:pt idx="390">
                  <c:v>-0.1</c:v>
                </c:pt>
                <c:pt idx="391">
                  <c:v>-0.09</c:v>
                </c:pt>
                <c:pt idx="392">
                  <c:v>-0.08</c:v>
                </c:pt>
                <c:pt idx="393">
                  <c:v>-0.07</c:v>
                </c:pt>
                <c:pt idx="394">
                  <c:v>-0.06</c:v>
                </c:pt>
                <c:pt idx="395">
                  <c:v>-0.05</c:v>
                </c:pt>
                <c:pt idx="396">
                  <c:v>-0.04</c:v>
                </c:pt>
                <c:pt idx="397">
                  <c:v>-0.03</c:v>
                </c:pt>
                <c:pt idx="398">
                  <c:v>-0.02</c:v>
                </c:pt>
                <c:pt idx="399">
                  <c:v>-0.01</c:v>
                </c:pt>
                <c:pt idx="400">
                  <c:v>0</c:v>
                </c:pt>
                <c:pt idx="401">
                  <c:v>0.01</c:v>
                </c:pt>
                <c:pt idx="402">
                  <c:v>0.02</c:v>
                </c:pt>
                <c:pt idx="403">
                  <c:v>0.03</c:v>
                </c:pt>
                <c:pt idx="404">
                  <c:v>0.04</c:v>
                </c:pt>
                <c:pt idx="405">
                  <c:v>0.05</c:v>
                </c:pt>
                <c:pt idx="406">
                  <c:v>0.06</c:v>
                </c:pt>
                <c:pt idx="407">
                  <c:v>0.07</c:v>
                </c:pt>
                <c:pt idx="408">
                  <c:v>0.08</c:v>
                </c:pt>
                <c:pt idx="409">
                  <c:v>0.09</c:v>
                </c:pt>
                <c:pt idx="410">
                  <c:v>0.1</c:v>
                </c:pt>
                <c:pt idx="411">
                  <c:v>0.11</c:v>
                </c:pt>
                <c:pt idx="412">
                  <c:v>0.12</c:v>
                </c:pt>
                <c:pt idx="413">
                  <c:v>0.13</c:v>
                </c:pt>
                <c:pt idx="414">
                  <c:v>0.14</c:v>
                </c:pt>
                <c:pt idx="415">
                  <c:v>0.15</c:v>
                </c:pt>
                <c:pt idx="416">
                  <c:v>0.16</c:v>
                </c:pt>
                <c:pt idx="417">
                  <c:v>0.17</c:v>
                </c:pt>
                <c:pt idx="418">
                  <c:v>0.18</c:v>
                </c:pt>
                <c:pt idx="419">
                  <c:v>0.19</c:v>
                </c:pt>
                <c:pt idx="420">
                  <c:v>0.2</c:v>
                </c:pt>
                <c:pt idx="421">
                  <c:v>0.21</c:v>
                </c:pt>
                <c:pt idx="422">
                  <c:v>0.22</c:v>
                </c:pt>
                <c:pt idx="423">
                  <c:v>0.23</c:v>
                </c:pt>
                <c:pt idx="424">
                  <c:v>0.24</c:v>
                </c:pt>
                <c:pt idx="425">
                  <c:v>0.25</c:v>
                </c:pt>
                <c:pt idx="426">
                  <c:v>0.26</c:v>
                </c:pt>
                <c:pt idx="427">
                  <c:v>0.27</c:v>
                </c:pt>
                <c:pt idx="428">
                  <c:v>0.28</c:v>
                </c:pt>
                <c:pt idx="429">
                  <c:v>0.29</c:v>
                </c:pt>
                <c:pt idx="430">
                  <c:v>0.3</c:v>
                </c:pt>
                <c:pt idx="431">
                  <c:v>0.31</c:v>
                </c:pt>
                <c:pt idx="432">
                  <c:v>0.32</c:v>
                </c:pt>
                <c:pt idx="433">
                  <c:v>0.33</c:v>
                </c:pt>
                <c:pt idx="434">
                  <c:v>0.34</c:v>
                </c:pt>
                <c:pt idx="435">
                  <c:v>0.35</c:v>
                </c:pt>
                <c:pt idx="436">
                  <c:v>0.36</c:v>
                </c:pt>
                <c:pt idx="437">
                  <c:v>0.37</c:v>
                </c:pt>
                <c:pt idx="438">
                  <c:v>0.38</c:v>
                </c:pt>
                <c:pt idx="439">
                  <c:v>0.39</c:v>
                </c:pt>
                <c:pt idx="440">
                  <c:v>0.4</c:v>
                </c:pt>
                <c:pt idx="441">
                  <c:v>0.41</c:v>
                </c:pt>
                <c:pt idx="442">
                  <c:v>0.42</c:v>
                </c:pt>
                <c:pt idx="443">
                  <c:v>0.43</c:v>
                </c:pt>
                <c:pt idx="444">
                  <c:v>0.44</c:v>
                </c:pt>
                <c:pt idx="445">
                  <c:v>0.45</c:v>
                </c:pt>
                <c:pt idx="446">
                  <c:v>0.46</c:v>
                </c:pt>
                <c:pt idx="447">
                  <c:v>0.47</c:v>
                </c:pt>
                <c:pt idx="448">
                  <c:v>0.48</c:v>
                </c:pt>
                <c:pt idx="449">
                  <c:v>0.49</c:v>
                </c:pt>
                <c:pt idx="450">
                  <c:v>0.5</c:v>
                </c:pt>
                <c:pt idx="451">
                  <c:v>0.51</c:v>
                </c:pt>
                <c:pt idx="452">
                  <c:v>0.52</c:v>
                </c:pt>
                <c:pt idx="453">
                  <c:v>0.53</c:v>
                </c:pt>
                <c:pt idx="454">
                  <c:v>0.54</c:v>
                </c:pt>
                <c:pt idx="455">
                  <c:v>0.55</c:v>
                </c:pt>
                <c:pt idx="456">
                  <c:v>0.56</c:v>
                </c:pt>
                <c:pt idx="457">
                  <c:v>0.57</c:v>
                </c:pt>
                <c:pt idx="458">
                  <c:v>0.58</c:v>
                </c:pt>
                <c:pt idx="459">
                  <c:v>0.59</c:v>
                </c:pt>
                <c:pt idx="460">
                  <c:v>0.6</c:v>
                </c:pt>
                <c:pt idx="461">
                  <c:v>0.61</c:v>
                </c:pt>
                <c:pt idx="462">
                  <c:v>0.62</c:v>
                </c:pt>
                <c:pt idx="463">
                  <c:v>0.63</c:v>
                </c:pt>
                <c:pt idx="464">
                  <c:v>0.64</c:v>
                </c:pt>
                <c:pt idx="465">
                  <c:v>0.65</c:v>
                </c:pt>
                <c:pt idx="466">
                  <c:v>0.66</c:v>
                </c:pt>
                <c:pt idx="467">
                  <c:v>0.67</c:v>
                </c:pt>
                <c:pt idx="468">
                  <c:v>0.68</c:v>
                </c:pt>
                <c:pt idx="469">
                  <c:v>0.69</c:v>
                </c:pt>
                <c:pt idx="470">
                  <c:v>0.7</c:v>
                </c:pt>
                <c:pt idx="471">
                  <c:v>0.71</c:v>
                </c:pt>
                <c:pt idx="472">
                  <c:v>0.72</c:v>
                </c:pt>
                <c:pt idx="473">
                  <c:v>0.73</c:v>
                </c:pt>
                <c:pt idx="474">
                  <c:v>0.74</c:v>
                </c:pt>
                <c:pt idx="475">
                  <c:v>0.75</c:v>
                </c:pt>
                <c:pt idx="476">
                  <c:v>0.76</c:v>
                </c:pt>
                <c:pt idx="477">
                  <c:v>0.77</c:v>
                </c:pt>
                <c:pt idx="478">
                  <c:v>0.78</c:v>
                </c:pt>
                <c:pt idx="479">
                  <c:v>0.79</c:v>
                </c:pt>
                <c:pt idx="480">
                  <c:v>0.8</c:v>
                </c:pt>
                <c:pt idx="481">
                  <c:v>0.81</c:v>
                </c:pt>
                <c:pt idx="482">
                  <c:v>0.82</c:v>
                </c:pt>
                <c:pt idx="483">
                  <c:v>0.83</c:v>
                </c:pt>
                <c:pt idx="484">
                  <c:v>0.84</c:v>
                </c:pt>
                <c:pt idx="485">
                  <c:v>0.85</c:v>
                </c:pt>
                <c:pt idx="486">
                  <c:v>0.86</c:v>
                </c:pt>
                <c:pt idx="487">
                  <c:v>0.87</c:v>
                </c:pt>
                <c:pt idx="488">
                  <c:v>0.88</c:v>
                </c:pt>
                <c:pt idx="489">
                  <c:v>0.89</c:v>
                </c:pt>
                <c:pt idx="490">
                  <c:v>0.9</c:v>
                </c:pt>
                <c:pt idx="491">
                  <c:v>0.91</c:v>
                </c:pt>
                <c:pt idx="492">
                  <c:v>0.92</c:v>
                </c:pt>
                <c:pt idx="493">
                  <c:v>0.93</c:v>
                </c:pt>
                <c:pt idx="494">
                  <c:v>0.94</c:v>
                </c:pt>
                <c:pt idx="495">
                  <c:v>0.95</c:v>
                </c:pt>
                <c:pt idx="496">
                  <c:v>0.96</c:v>
                </c:pt>
                <c:pt idx="497">
                  <c:v>0.97</c:v>
                </c:pt>
                <c:pt idx="498">
                  <c:v>0.98</c:v>
                </c:pt>
                <c:pt idx="499">
                  <c:v>0.99</c:v>
                </c:pt>
                <c:pt idx="500">
                  <c:v>1</c:v>
                </c:pt>
                <c:pt idx="501">
                  <c:v>1.01</c:v>
                </c:pt>
                <c:pt idx="502">
                  <c:v>1.02</c:v>
                </c:pt>
                <c:pt idx="503">
                  <c:v>1.03</c:v>
                </c:pt>
                <c:pt idx="504">
                  <c:v>1.04</c:v>
                </c:pt>
                <c:pt idx="505">
                  <c:v>1.05</c:v>
                </c:pt>
                <c:pt idx="506">
                  <c:v>1.06</c:v>
                </c:pt>
                <c:pt idx="507">
                  <c:v>1.07</c:v>
                </c:pt>
                <c:pt idx="508">
                  <c:v>1.08</c:v>
                </c:pt>
                <c:pt idx="509">
                  <c:v>1.09</c:v>
                </c:pt>
                <c:pt idx="510">
                  <c:v>1.1</c:v>
                </c:pt>
                <c:pt idx="511">
                  <c:v>1.11</c:v>
                </c:pt>
                <c:pt idx="512">
                  <c:v>1.12</c:v>
                </c:pt>
                <c:pt idx="513">
                  <c:v>1.13</c:v>
                </c:pt>
                <c:pt idx="514">
                  <c:v>1.14</c:v>
                </c:pt>
                <c:pt idx="515">
                  <c:v>1.15</c:v>
                </c:pt>
                <c:pt idx="516">
                  <c:v>1.16</c:v>
                </c:pt>
                <c:pt idx="517">
                  <c:v>1.17</c:v>
                </c:pt>
                <c:pt idx="518">
                  <c:v>1.18</c:v>
                </c:pt>
                <c:pt idx="519">
                  <c:v>1.19</c:v>
                </c:pt>
                <c:pt idx="520">
                  <c:v>1.2</c:v>
                </c:pt>
                <c:pt idx="521">
                  <c:v>1.21</c:v>
                </c:pt>
                <c:pt idx="522">
                  <c:v>1.22</c:v>
                </c:pt>
                <c:pt idx="523">
                  <c:v>1.23</c:v>
                </c:pt>
                <c:pt idx="524">
                  <c:v>1.24</c:v>
                </c:pt>
                <c:pt idx="525">
                  <c:v>1.25</c:v>
                </c:pt>
                <c:pt idx="526">
                  <c:v>1.26</c:v>
                </c:pt>
                <c:pt idx="527">
                  <c:v>1.27</c:v>
                </c:pt>
                <c:pt idx="528">
                  <c:v>1.28</c:v>
                </c:pt>
                <c:pt idx="529">
                  <c:v>1.29</c:v>
                </c:pt>
                <c:pt idx="530">
                  <c:v>1.3</c:v>
                </c:pt>
                <c:pt idx="531">
                  <c:v>1.31</c:v>
                </c:pt>
                <c:pt idx="532">
                  <c:v>1.32</c:v>
                </c:pt>
                <c:pt idx="533">
                  <c:v>1.33</c:v>
                </c:pt>
                <c:pt idx="534">
                  <c:v>1.34</c:v>
                </c:pt>
                <c:pt idx="535">
                  <c:v>1.35</c:v>
                </c:pt>
                <c:pt idx="536">
                  <c:v>1.36</c:v>
                </c:pt>
                <c:pt idx="537">
                  <c:v>1.37</c:v>
                </c:pt>
                <c:pt idx="538">
                  <c:v>1.38</c:v>
                </c:pt>
                <c:pt idx="539">
                  <c:v>1.39</c:v>
                </c:pt>
                <c:pt idx="540">
                  <c:v>1.4</c:v>
                </c:pt>
                <c:pt idx="541">
                  <c:v>1.41</c:v>
                </c:pt>
                <c:pt idx="542">
                  <c:v>1.42</c:v>
                </c:pt>
                <c:pt idx="543">
                  <c:v>1.43</c:v>
                </c:pt>
                <c:pt idx="544">
                  <c:v>1.44</c:v>
                </c:pt>
                <c:pt idx="545">
                  <c:v>1.45</c:v>
                </c:pt>
                <c:pt idx="546">
                  <c:v>1.46</c:v>
                </c:pt>
                <c:pt idx="547">
                  <c:v>1.47</c:v>
                </c:pt>
                <c:pt idx="548">
                  <c:v>1.48</c:v>
                </c:pt>
                <c:pt idx="549">
                  <c:v>1.49</c:v>
                </c:pt>
                <c:pt idx="550">
                  <c:v>1.5</c:v>
                </c:pt>
                <c:pt idx="551">
                  <c:v>1.51</c:v>
                </c:pt>
                <c:pt idx="552">
                  <c:v>1.52</c:v>
                </c:pt>
                <c:pt idx="553">
                  <c:v>1.53</c:v>
                </c:pt>
                <c:pt idx="554">
                  <c:v>1.54</c:v>
                </c:pt>
                <c:pt idx="555">
                  <c:v>1.55</c:v>
                </c:pt>
                <c:pt idx="556">
                  <c:v>1.56</c:v>
                </c:pt>
                <c:pt idx="557">
                  <c:v>1.57</c:v>
                </c:pt>
                <c:pt idx="558">
                  <c:v>1.58</c:v>
                </c:pt>
                <c:pt idx="559">
                  <c:v>1.59</c:v>
                </c:pt>
                <c:pt idx="560">
                  <c:v>1.6</c:v>
                </c:pt>
                <c:pt idx="561">
                  <c:v>1.61</c:v>
                </c:pt>
                <c:pt idx="562">
                  <c:v>1.62</c:v>
                </c:pt>
                <c:pt idx="563">
                  <c:v>1.63</c:v>
                </c:pt>
                <c:pt idx="564">
                  <c:v>1.64</c:v>
                </c:pt>
                <c:pt idx="565">
                  <c:v>1.65</c:v>
                </c:pt>
                <c:pt idx="566">
                  <c:v>1.66</c:v>
                </c:pt>
                <c:pt idx="567">
                  <c:v>1.67</c:v>
                </c:pt>
                <c:pt idx="568">
                  <c:v>1.68</c:v>
                </c:pt>
                <c:pt idx="569">
                  <c:v>1.69</c:v>
                </c:pt>
                <c:pt idx="570">
                  <c:v>1.7</c:v>
                </c:pt>
                <c:pt idx="571">
                  <c:v>1.71</c:v>
                </c:pt>
                <c:pt idx="572">
                  <c:v>1.72</c:v>
                </c:pt>
                <c:pt idx="573">
                  <c:v>1.73</c:v>
                </c:pt>
                <c:pt idx="574">
                  <c:v>1.74</c:v>
                </c:pt>
                <c:pt idx="575">
                  <c:v>1.75</c:v>
                </c:pt>
                <c:pt idx="576">
                  <c:v>1.76</c:v>
                </c:pt>
                <c:pt idx="577">
                  <c:v>1.77</c:v>
                </c:pt>
                <c:pt idx="578">
                  <c:v>1.78</c:v>
                </c:pt>
                <c:pt idx="579">
                  <c:v>1.79</c:v>
                </c:pt>
                <c:pt idx="580">
                  <c:v>1.8</c:v>
                </c:pt>
                <c:pt idx="581">
                  <c:v>1.81</c:v>
                </c:pt>
                <c:pt idx="582">
                  <c:v>1.82</c:v>
                </c:pt>
                <c:pt idx="583">
                  <c:v>1.83</c:v>
                </c:pt>
                <c:pt idx="584">
                  <c:v>1.84</c:v>
                </c:pt>
                <c:pt idx="585">
                  <c:v>1.85</c:v>
                </c:pt>
                <c:pt idx="586">
                  <c:v>1.86</c:v>
                </c:pt>
                <c:pt idx="587">
                  <c:v>1.87</c:v>
                </c:pt>
                <c:pt idx="588">
                  <c:v>1.88</c:v>
                </c:pt>
                <c:pt idx="589">
                  <c:v>1.89</c:v>
                </c:pt>
                <c:pt idx="590">
                  <c:v>1.9</c:v>
                </c:pt>
                <c:pt idx="591">
                  <c:v>1.91</c:v>
                </c:pt>
                <c:pt idx="592">
                  <c:v>1.92</c:v>
                </c:pt>
                <c:pt idx="593">
                  <c:v>1.93</c:v>
                </c:pt>
                <c:pt idx="594">
                  <c:v>1.94</c:v>
                </c:pt>
                <c:pt idx="595">
                  <c:v>1.95</c:v>
                </c:pt>
                <c:pt idx="596">
                  <c:v>1.96</c:v>
                </c:pt>
                <c:pt idx="597">
                  <c:v>1.97</c:v>
                </c:pt>
                <c:pt idx="598">
                  <c:v>1.98</c:v>
                </c:pt>
                <c:pt idx="599">
                  <c:v>1.99</c:v>
                </c:pt>
                <c:pt idx="600">
                  <c:v>2</c:v>
                </c:pt>
                <c:pt idx="601">
                  <c:v>2.01</c:v>
                </c:pt>
                <c:pt idx="602">
                  <c:v>2.02</c:v>
                </c:pt>
                <c:pt idx="603">
                  <c:v>2.03</c:v>
                </c:pt>
                <c:pt idx="604">
                  <c:v>2.04</c:v>
                </c:pt>
                <c:pt idx="605">
                  <c:v>2.05</c:v>
                </c:pt>
                <c:pt idx="606">
                  <c:v>2.06</c:v>
                </c:pt>
                <c:pt idx="607">
                  <c:v>2.07</c:v>
                </c:pt>
                <c:pt idx="608">
                  <c:v>2.08</c:v>
                </c:pt>
                <c:pt idx="609">
                  <c:v>2.09</c:v>
                </c:pt>
                <c:pt idx="610">
                  <c:v>2.1</c:v>
                </c:pt>
                <c:pt idx="611">
                  <c:v>2.11</c:v>
                </c:pt>
                <c:pt idx="612">
                  <c:v>2.12</c:v>
                </c:pt>
                <c:pt idx="613">
                  <c:v>2.13</c:v>
                </c:pt>
                <c:pt idx="614">
                  <c:v>2.14</c:v>
                </c:pt>
                <c:pt idx="615">
                  <c:v>2.15</c:v>
                </c:pt>
                <c:pt idx="616">
                  <c:v>2.16</c:v>
                </c:pt>
                <c:pt idx="617">
                  <c:v>2.17</c:v>
                </c:pt>
                <c:pt idx="618">
                  <c:v>2.18</c:v>
                </c:pt>
                <c:pt idx="619">
                  <c:v>2.19</c:v>
                </c:pt>
                <c:pt idx="620">
                  <c:v>2.2</c:v>
                </c:pt>
                <c:pt idx="621">
                  <c:v>2.21</c:v>
                </c:pt>
                <c:pt idx="622">
                  <c:v>2.22</c:v>
                </c:pt>
                <c:pt idx="623">
                  <c:v>2.23</c:v>
                </c:pt>
                <c:pt idx="624">
                  <c:v>2.24</c:v>
                </c:pt>
                <c:pt idx="625">
                  <c:v>2.25</c:v>
                </c:pt>
                <c:pt idx="626">
                  <c:v>2.26</c:v>
                </c:pt>
                <c:pt idx="627">
                  <c:v>2.27</c:v>
                </c:pt>
                <c:pt idx="628">
                  <c:v>2.28</c:v>
                </c:pt>
                <c:pt idx="629">
                  <c:v>2.29</c:v>
                </c:pt>
                <c:pt idx="630">
                  <c:v>2.3</c:v>
                </c:pt>
                <c:pt idx="631">
                  <c:v>2.31</c:v>
                </c:pt>
                <c:pt idx="632">
                  <c:v>2.32</c:v>
                </c:pt>
                <c:pt idx="633">
                  <c:v>2.33</c:v>
                </c:pt>
                <c:pt idx="634">
                  <c:v>2.34</c:v>
                </c:pt>
                <c:pt idx="635">
                  <c:v>2.35</c:v>
                </c:pt>
                <c:pt idx="636">
                  <c:v>2.36</c:v>
                </c:pt>
                <c:pt idx="637">
                  <c:v>2.37</c:v>
                </c:pt>
                <c:pt idx="638">
                  <c:v>2.38</c:v>
                </c:pt>
                <c:pt idx="639">
                  <c:v>2.39</c:v>
                </c:pt>
                <c:pt idx="640">
                  <c:v>2.4</c:v>
                </c:pt>
                <c:pt idx="641">
                  <c:v>2.41</c:v>
                </c:pt>
                <c:pt idx="642">
                  <c:v>2.42</c:v>
                </c:pt>
                <c:pt idx="643">
                  <c:v>2.43</c:v>
                </c:pt>
                <c:pt idx="644">
                  <c:v>2.44</c:v>
                </c:pt>
                <c:pt idx="645">
                  <c:v>2.45</c:v>
                </c:pt>
                <c:pt idx="646">
                  <c:v>2.46</c:v>
                </c:pt>
                <c:pt idx="647">
                  <c:v>2.47</c:v>
                </c:pt>
                <c:pt idx="648">
                  <c:v>2.48</c:v>
                </c:pt>
                <c:pt idx="649">
                  <c:v>2.49</c:v>
                </c:pt>
                <c:pt idx="650">
                  <c:v>2.5</c:v>
                </c:pt>
                <c:pt idx="651">
                  <c:v>2.51</c:v>
                </c:pt>
                <c:pt idx="652">
                  <c:v>2.52</c:v>
                </c:pt>
                <c:pt idx="653">
                  <c:v>2.53</c:v>
                </c:pt>
                <c:pt idx="654">
                  <c:v>2.54</c:v>
                </c:pt>
                <c:pt idx="655">
                  <c:v>2.55</c:v>
                </c:pt>
                <c:pt idx="656">
                  <c:v>2.56</c:v>
                </c:pt>
                <c:pt idx="657">
                  <c:v>2.57</c:v>
                </c:pt>
                <c:pt idx="658">
                  <c:v>2.58</c:v>
                </c:pt>
                <c:pt idx="659">
                  <c:v>2.59</c:v>
                </c:pt>
                <c:pt idx="660">
                  <c:v>2.6</c:v>
                </c:pt>
                <c:pt idx="661">
                  <c:v>2.61</c:v>
                </c:pt>
                <c:pt idx="662">
                  <c:v>2.62</c:v>
                </c:pt>
                <c:pt idx="663">
                  <c:v>2.63</c:v>
                </c:pt>
                <c:pt idx="664">
                  <c:v>2.64</c:v>
                </c:pt>
                <c:pt idx="665">
                  <c:v>2.65</c:v>
                </c:pt>
                <c:pt idx="666">
                  <c:v>2.66</c:v>
                </c:pt>
                <c:pt idx="667">
                  <c:v>2.67</c:v>
                </c:pt>
                <c:pt idx="668">
                  <c:v>2.68</c:v>
                </c:pt>
                <c:pt idx="669">
                  <c:v>2.69</c:v>
                </c:pt>
                <c:pt idx="670">
                  <c:v>2.7</c:v>
                </c:pt>
                <c:pt idx="671">
                  <c:v>2.71</c:v>
                </c:pt>
                <c:pt idx="672">
                  <c:v>2.72</c:v>
                </c:pt>
                <c:pt idx="673">
                  <c:v>2.73</c:v>
                </c:pt>
                <c:pt idx="674">
                  <c:v>2.74</c:v>
                </c:pt>
                <c:pt idx="675">
                  <c:v>2.75</c:v>
                </c:pt>
                <c:pt idx="676">
                  <c:v>2.76</c:v>
                </c:pt>
                <c:pt idx="677">
                  <c:v>2.77</c:v>
                </c:pt>
                <c:pt idx="678">
                  <c:v>2.78</c:v>
                </c:pt>
                <c:pt idx="679">
                  <c:v>2.79</c:v>
                </c:pt>
                <c:pt idx="680">
                  <c:v>2.8</c:v>
                </c:pt>
                <c:pt idx="681">
                  <c:v>2.81</c:v>
                </c:pt>
                <c:pt idx="682">
                  <c:v>2.82</c:v>
                </c:pt>
                <c:pt idx="683">
                  <c:v>2.83</c:v>
                </c:pt>
                <c:pt idx="684">
                  <c:v>2.84</c:v>
                </c:pt>
                <c:pt idx="685">
                  <c:v>2.85</c:v>
                </c:pt>
                <c:pt idx="686">
                  <c:v>2.86</c:v>
                </c:pt>
                <c:pt idx="687">
                  <c:v>2.87</c:v>
                </c:pt>
                <c:pt idx="688">
                  <c:v>2.88</c:v>
                </c:pt>
                <c:pt idx="689">
                  <c:v>2.89</c:v>
                </c:pt>
                <c:pt idx="690">
                  <c:v>2.9</c:v>
                </c:pt>
                <c:pt idx="691">
                  <c:v>2.91</c:v>
                </c:pt>
                <c:pt idx="692">
                  <c:v>2.92</c:v>
                </c:pt>
                <c:pt idx="693">
                  <c:v>2.93</c:v>
                </c:pt>
                <c:pt idx="694">
                  <c:v>2.94</c:v>
                </c:pt>
                <c:pt idx="695">
                  <c:v>2.95</c:v>
                </c:pt>
                <c:pt idx="696">
                  <c:v>2.96</c:v>
                </c:pt>
                <c:pt idx="697">
                  <c:v>2.97</c:v>
                </c:pt>
                <c:pt idx="698">
                  <c:v>2.98</c:v>
                </c:pt>
                <c:pt idx="699">
                  <c:v>2.99</c:v>
                </c:pt>
                <c:pt idx="700">
                  <c:v>3</c:v>
                </c:pt>
                <c:pt idx="701">
                  <c:v>3.01</c:v>
                </c:pt>
                <c:pt idx="702">
                  <c:v>3.02</c:v>
                </c:pt>
                <c:pt idx="703">
                  <c:v>3.03</c:v>
                </c:pt>
                <c:pt idx="704">
                  <c:v>3.04</c:v>
                </c:pt>
                <c:pt idx="705">
                  <c:v>3.05</c:v>
                </c:pt>
                <c:pt idx="706">
                  <c:v>3.06</c:v>
                </c:pt>
                <c:pt idx="707">
                  <c:v>3.07</c:v>
                </c:pt>
                <c:pt idx="708">
                  <c:v>3.08</c:v>
                </c:pt>
                <c:pt idx="709">
                  <c:v>3.09</c:v>
                </c:pt>
                <c:pt idx="710">
                  <c:v>3.1</c:v>
                </c:pt>
                <c:pt idx="711">
                  <c:v>3.11</c:v>
                </c:pt>
                <c:pt idx="712">
                  <c:v>3.12</c:v>
                </c:pt>
                <c:pt idx="713">
                  <c:v>3.13</c:v>
                </c:pt>
                <c:pt idx="714">
                  <c:v>3.14</c:v>
                </c:pt>
                <c:pt idx="715">
                  <c:v>3.15</c:v>
                </c:pt>
                <c:pt idx="716">
                  <c:v>3.16</c:v>
                </c:pt>
                <c:pt idx="717">
                  <c:v>3.17</c:v>
                </c:pt>
                <c:pt idx="718">
                  <c:v>3.18</c:v>
                </c:pt>
                <c:pt idx="719">
                  <c:v>3.19</c:v>
                </c:pt>
                <c:pt idx="720">
                  <c:v>3.2</c:v>
                </c:pt>
                <c:pt idx="721">
                  <c:v>3.21</c:v>
                </c:pt>
                <c:pt idx="722">
                  <c:v>3.22</c:v>
                </c:pt>
                <c:pt idx="723">
                  <c:v>3.23</c:v>
                </c:pt>
                <c:pt idx="724">
                  <c:v>3.24</c:v>
                </c:pt>
                <c:pt idx="725">
                  <c:v>3.25</c:v>
                </c:pt>
                <c:pt idx="726">
                  <c:v>3.26</c:v>
                </c:pt>
                <c:pt idx="727">
                  <c:v>3.27</c:v>
                </c:pt>
                <c:pt idx="728">
                  <c:v>3.28</c:v>
                </c:pt>
                <c:pt idx="729">
                  <c:v>3.29</c:v>
                </c:pt>
                <c:pt idx="730">
                  <c:v>3.3</c:v>
                </c:pt>
                <c:pt idx="731">
                  <c:v>3.31</c:v>
                </c:pt>
                <c:pt idx="732">
                  <c:v>3.32</c:v>
                </c:pt>
                <c:pt idx="733">
                  <c:v>3.33</c:v>
                </c:pt>
                <c:pt idx="734">
                  <c:v>3.34</c:v>
                </c:pt>
                <c:pt idx="735">
                  <c:v>3.35</c:v>
                </c:pt>
                <c:pt idx="736">
                  <c:v>3.36</c:v>
                </c:pt>
                <c:pt idx="737">
                  <c:v>3.37</c:v>
                </c:pt>
                <c:pt idx="738">
                  <c:v>3.38</c:v>
                </c:pt>
                <c:pt idx="739">
                  <c:v>3.39</c:v>
                </c:pt>
                <c:pt idx="740">
                  <c:v>3.4</c:v>
                </c:pt>
                <c:pt idx="741">
                  <c:v>3.41</c:v>
                </c:pt>
                <c:pt idx="742">
                  <c:v>3.42</c:v>
                </c:pt>
                <c:pt idx="743">
                  <c:v>3.43</c:v>
                </c:pt>
                <c:pt idx="744">
                  <c:v>3.44</c:v>
                </c:pt>
                <c:pt idx="745">
                  <c:v>3.45</c:v>
                </c:pt>
                <c:pt idx="746">
                  <c:v>3.46</c:v>
                </c:pt>
                <c:pt idx="747">
                  <c:v>3.47</c:v>
                </c:pt>
                <c:pt idx="748">
                  <c:v>3.48</c:v>
                </c:pt>
                <c:pt idx="749">
                  <c:v>3.49</c:v>
                </c:pt>
                <c:pt idx="750">
                  <c:v>3.5</c:v>
                </c:pt>
                <c:pt idx="751">
                  <c:v>3.51</c:v>
                </c:pt>
                <c:pt idx="752">
                  <c:v>3.52</c:v>
                </c:pt>
                <c:pt idx="753">
                  <c:v>3.53</c:v>
                </c:pt>
                <c:pt idx="754">
                  <c:v>3.54</c:v>
                </c:pt>
                <c:pt idx="755">
                  <c:v>3.55</c:v>
                </c:pt>
                <c:pt idx="756">
                  <c:v>3.56</c:v>
                </c:pt>
                <c:pt idx="757">
                  <c:v>3.57</c:v>
                </c:pt>
                <c:pt idx="758">
                  <c:v>3.58</c:v>
                </c:pt>
                <c:pt idx="759">
                  <c:v>3.59</c:v>
                </c:pt>
                <c:pt idx="760">
                  <c:v>3.6</c:v>
                </c:pt>
                <c:pt idx="761">
                  <c:v>3.61</c:v>
                </c:pt>
                <c:pt idx="762">
                  <c:v>3.62</c:v>
                </c:pt>
                <c:pt idx="763">
                  <c:v>3.63</c:v>
                </c:pt>
                <c:pt idx="764">
                  <c:v>3.64</c:v>
                </c:pt>
                <c:pt idx="765">
                  <c:v>3.65</c:v>
                </c:pt>
                <c:pt idx="766">
                  <c:v>3.66</c:v>
                </c:pt>
                <c:pt idx="767">
                  <c:v>3.67</c:v>
                </c:pt>
                <c:pt idx="768">
                  <c:v>3.68</c:v>
                </c:pt>
                <c:pt idx="769">
                  <c:v>3.69</c:v>
                </c:pt>
                <c:pt idx="770">
                  <c:v>3.7</c:v>
                </c:pt>
                <c:pt idx="771">
                  <c:v>3.71</c:v>
                </c:pt>
                <c:pt idx="772">
                  <c:v>3.72</c:v>
                </c:pt>
                <c:pt idx="773">
                  <c:v>3.73</c:v>
                </c:pt>
                <c:pt idx="774">
                  <c:v>3.74</c:v>
                </c:pt>
                <c:pt idx="775">
                  <c:v>3.75</c:v>
                </c:pt>
                <c:pt idx="776">
                  <c:v>3.76</c:v>
                </c:pt>
                <c:pt idx="777">
                  <c:v>3.77</c:v>
                </c:pt>
                <c:pt idx="778">
                  <c:v>3.78</c:v>
                </c:pt>
                <c:pt idx="779">
                  <c:v>3.79</c:v>
                </c:pt>
                <c:pt idx="780">
                  <c:v>3.8</c:v>
                </c:pt>
                <c:pt idx="781">
                  <c:v>3.81</c:v>
                </c:pt>
                <c:pt idx="782">
                  <c:v>3.82</c:v>
                </c:pt>
                <c:pt idx="783">
                  <c:v>3.83</c:v>
                </c:pt>
                <c:pt idx="784">
                  <c:v>3.84</c:v>
                </c:pt>
                <c:pt idx="785">
                  <c:v>3.85</c:v>
                </c:pt>
                <c:pt idx="786">
                  <c:v>3.86</c:v>
                </c:pt>
                <c:pt idx="787">
                  <c:v>3.87</c:v>
                </c:pt>
                <c:pt idx="788">
                  <c:v>3.88</c:v>
                </c:pt>
                <c:pt idx="789">
                  <c:v>3.89</c:v>
                </c:pt>
                <c:pt idx="790">
                  <c:v>3.9</c:v>
                </c:pt>
                <c:pt idx="791">
                  <c:v>3.91</c:v>
                </c:pt>
                <c:pt idx="792">
                  <c:v>3.92</c:v>
                </c:pt>
                <c:pt idx="793">
                  <c:v>3.93</c:v>
                </c:pt>
                <c:pt idx="794">
                  <c:v>3.94</c:v>
                </c:pt>
                <c:pt idx="795">
                  <c:v>3.95</c:v>
                </c:pt>
                <c:pt idx="796">
                  <c:v>3.96</c:v>
                </c:pt>
                <c:pt idx="797">
                  <c:v>3.97</c:v>
                </c:pt>
                <c:pt idx="798">
                  <c:v>3.98</c:v>
                </c:pt>
                <c:pt idx="799">
                  <c:v>3.99</c:v>
                </c:pt>
                <c:pt idx="800">
                  <c:v>4</c:v>
                </c:pt>
              </c:numCache>
            </c:numRef>
          </c:xVal>
          <c:yVal>
            <c:numRef>
              <c:f>'Chart Data'!$B$2:$B$802</c:f>
              <c:numCache>
                <c:formatCode>0.0</c:formatCode>
                <c:ptCount val="801"/>
                <c:pt idx="0">
                  <c:v>0.000133830225765</c:v>
                </c:pt>
                <c:pt idx="1">
                  <c:v>0.000139284976466</c:v>
                </c:pt>
                <c:pt idx="2">
                  <c:v>0.000144947560424</c:v>
                </c:pt>
                <c:pt idx="3">
                  <c:v>0.000150825271551</c:v>
                </c:pt>
                <c:pt idx="4">
                  <c:v>0.000156925634066</c:v>
                </c:pt>
                <c:pt idx="5">
                  <c:v>0.000163256408766</c:v>
                </c:pt>
                <c:pt idx="6">
                  <c:v>0.000169825599429</c:v>
                </c:pt>
                <c:pt idx="7">
                  <c:v>0.000176641459348</c:v>
                </c:pt>
                <c:pt idx="8">
                  <c:v>0.000183712498002</c:v>
                </c:pt>
                <c:pt idx="9">
                  <c:v>0.000191047487875</c:v>
                </c:pt>
                <c:pt idx="10">
                  <c:v>0.000198655471393</c:v>
                </c:pt>
                <c:pt idx="11">
                  <c:v>0.000206545768023</c:v>
                </c:pt>
                <c:pt idx="12">
                  <c:v>0.0002147279815</c:v>
                </c:pt>
                <c:pt idx="13">
                  <c:v>0.0002232120072</c:v>
                </c:pt>
                <c:pt idx="14">
                  <c:v>0.000232008039657</c:v>
                </c:pt>
                <c:pt idx="15">
                  <c:v>0.000241126580226</c:v>
                </c:pt>
                <c:pt idx="16">
                  <c:v>0.000250578444891</c:v>
                </c:pt>
                <c:pt idx="17">
                  <c:v>0.000260374772218</c:v>
                </c:pt>
                <c:pt idx="18">
                  <c:v>0.000270527031462</c:v>
                </c:pt>
                <c:pt idx="19">
                  <c:v>0.00028104703081</c:v>
                </c:pt>
                <c:pt idx="20">
                  <c:v>0.000291946925791</c:v>
                </c:pt>
                <c:pt idx="21">
                  <c:v>0.000303239227822</c:v>
                </c:pt>
                <c:pt idx="22">
                  <c:v>0.000314936812908</c:v>
                </c:pt>
                <c:pt idx="23">
                  <c:v>0.000327052930496</c:v>
                </c:pt>
                <c:pt idx="24">
                  <c:v>0.000339601212484</c:v>
                </c:pt>
                <c:pt idx="25">
                  <c:v>0.000352595682367</c:v>
                </c:pt>
                <c:pt idx="26">
                  <c:v>0.000366050764557</c:v>
                </c:pt>
                <c:pt idx="27">
                  <c:v>0.000379981293835</c:v>
                </c:pt>
                <c:pt idx="28">
                  <c:v>0.000394402524969</c:v>
                </c:pt>
                <c:pt idx="29">
                  <c:v>0.000409330142478</c:v>
                </c:pt>
                <c:pt idx="30">
                  <c:v>0.000424780270551</c:v>
                </c:pt>
                <c:pt idx="31">
                  <c:v>0.000440769483115</c:v>
                </c:pt>
                <c:pt idx="32">
                  <c:v>0.00045731481406</c:v>
                </c:pt>
                <c:pt idx="33">
                  <c:v>0.000474433767607</c:v>
                </c:pt>
                <c:pt idx="34">
                  <c:v>0.000492144328833</c:v>
                </c:pt>
                <c:pt idx="35">
                  <c:v>0.000510464974344</c:v>
                </c:pt>
                <c:pt idx="36">
                  <c:v>0.000529414683095</c:v>
                </c:pt>
                <c:pt idx="37">
                  <c:v>0.000549012947357</c:v>
                </c:pt>
                <c:pt idx="38">
                  <c:v>0.000569279783834</c:v>
                </c:pt>
                <c:pt idx="39">
                  <c:v>0.000590235744923</c:v>
                </c:pt>
                <c:pt idx="40">
                  <c:v>0.000611901930114</c:v>
                </c:pt>
                <c:pt idx="41">
                  <c:v>0.000634299997539</c:v>
                </c:pt>
                <c:pt idx="42">
                  <c:v>0.000657452175655</c:v>
                </c:pt>
                <c:pt idx="43">
                  <c:v>0.000681381275067</c:v>
                </c:pt>
                <c:pt idx="44">
                  <c:v>0.000706110700488</c:v>
                </c:pt>
                <c:pt idx="45">
                  <c:v>0.00073166446283</c:v>
                </c:pt>
                <c:pt idx="46">
                  <c:v>0.000758067191429</c:v>
                </c:pt>
                <c:pt idx="47">
                  <c:v>0.000785344146392</c:v>
                </c:pt>
                <c:pt idx="48">
                  <c:v>0.000813521231082</c:v>
                </c:pt>
                <c:pt idx="49">
                  <c:v>0.000842625004707</c:v>
                </c:pt>
                <c:pt idx="50">
                  <c:v>0.000872682695046</c:v>
                </c:pt>
                <c:pt idx="51">
                  <c:v>0.000903722211278</c:v>
                </c:pt>
                <c:pt idx="52">
                  <c:v>0.000935772156927</c:v>
                </c:pt>
                <c:pt idx="53">
                  <c:v>0.00096886184292</c:v>
                </c:pt>
                <c:pt idx="54">
                  <c:v>0.00100302130073</c:v>
                </c:pt>
                <c:pt idx="55">
                  <c:v>0.00103828129566</c:v>
                </c:pt>
                <c:pt idx="56">
                  <c:v>0.00107467334015</c:v>
                </c:pt>
                <c:pt idx="57">
                  <c:v>0.00111222970727</c:v>
                </c:pt>
                <c:pt idx="58">
                  <c:v>0.00115098344418</c:v>
                </c:pt>
                <c:pt idx="59">
                  <c:v>0.00119096838581</c:v>
                </c:pt>
                <c:pt idx="60">
                  <c:v>0.00123221916847</c:v>
                </c:pt>
                <c:pt idx="61">
                  <c:v>0.00127477124366</c:v>
                </c:pt>
                <c:pt idx="62">
                  <c:v>0.00131866089182</c:v>
                </c:pt>
                <c:pt idx="63">
                  <c:v>0.00136392523624</c:v>
                </c:pt>
                <c:pt idx="64">
                  <c:v>0.00141060225694</c:v>
                </c:pt>
                <c:pt idx="65">
                  <c:v>0.00145873080467</c:v>
                </c:pt>
                <c:pt idx="66">
                  <c:v>0.00150835061485</c:v>
                </c:pt>
                <c:pt idx="67">
                  <c:v>0.00155950232165</c:v>
                </c:pt>
                <c:pt idx="68">
                  <c:v>0.00161222747198</c:v>
                </c:pt>
                <c:pt idx="69">
                  <c:v>0.00166656853957</c:v>
                </c:pt>
                <c:pt idx="70">
                  <c:v>0.00172256893905</c:v>
                </c:pt>
                <c:pt idx="71">
                  <c:v>0.00178027303996</c:v>
                </c:pt>
                <c:pt idx="72">
                  <c:v>0.00183972618082</c:v>
                </c:pt>
                <c:pt idx="73">
                  <c:v>0.00190097468317</c:v>
                </c:pt>
                <c:pt idx="74">
                  <c:v>0.0019640658655</c:v>
                </c:pt>
                <c:pt idx="75">
                  <c:v>0.0020290480573</c:v>
                </c:pt>
                <c:pt idx="76">
                  <c:v>0.00209597061286</c:v>
                </c:pt>
                <c:pt idx="77">
                  <c:v>0.00216488392517</c:v>
                </c:pt>
                <c:pt idx="78">
                  <c:v>0.00223583943969</c:v>
                </c:pt>
                <c:pt idx="79">
                  <c:v>0.00230888966801</c:v>
                </c:pt>
                <c:pt idx="80">
                  <c:v>0.00238408820146</c:v>
                </c:pt>
                <c:pt idx="81">
                  <c:v>0.00246148972464</c:v>
                </c:pt>
                <c:pt idx="82">
                  <c:v>0.00254115002873</c:v>
                </c:pt>
                <c:pt idx="83">
                  <c:v>0.00262312602478</c:v>
                </c:pt>
                <c:pt idx="84">
                  <c:v>0.00270747575684</c:v>
                </c:pt>
                <c:pt idx="85">
                  <c:v>0.00279425841488</c:v>
                </c:pt>
                <c:pt idx="86">
                  <c:v>0.0028835343476</c:v>
                </c:pt>
                <c:pt idx="87">
                  <c:v>0.00297536507507</c:v>
                </c:pt>
                <c:pt idx="88">
                  <c:v>0.0030698133011</c:v>
                </c:pt>
                <c:pt idx="89">
                  <c:v>0.00316694292554</c:v>
                </c:pt>
                <c:pt idx="90">
                  <c:v>0.0032668190562</c:v>
                </c:pt>
                <c:pt idx="91">
                  <c:v>0.00336950802068</c:v>
                </c:pt>
                <c:pt idx="92">
                  <c:v>0.00347507737785</c:v>
                </c:pt>
                <c:pt idx="93">
                  <c:v>0.00358359592916</c:v>
                </c:pt>
                <c:pt idx="94">
                  <c:v>0.00369513372956</c:v>
                </c:pt>
                <c:pt idx="95">
                  <c:v>0.00380976209822</c:v>
                </c:pt>
                <c:pt idx="96">
                  <c:v>0.00392755362892</c:v>
                </c:pt>
                <c:pt idx="97">
                  <c:v>0.00404858220009</c:v>
                </c:pt>
                <c:pt idx="98">
                  <c:v>0.00417292298452</c:v>
                </c:pt>
                <c:pt idx="99">
                  <c:v>0.00430065245873</c:v>
                </c:pt>
                <c:pt idx="100">
                  <c:v>0.00443184841194</c:v>
                </c:pt>
                <c:pt idx="101">
                  <c:v>0.00456658995467</c:v>
                </c:pt>
                <c:pt idx="102">
                  <c:v>0.00470495752693</c:v>
                </c:pt>
                <c:pt idx="103">
                  <c:v>0.00484703290598</c:v>
                </c:pt>
                <c:pt idx="104">
                  <c:v>0.00499289921361</c:v>
                </c:pt>
                <c:pt idx="105">
                  <c:v>0.00514264092305</c:v>
                </c:pt>
                <c:pt idx="106">
                  <c:v>0.00529634386531</c:v>
                </c:pt>
                <c:pt idx="107">
                  <c:v>0.00545409523506</c:v>
                </c:pt>
                <c:pt idx="108">
                  <c:v>0.00561598359599</c:v>
                </c:pt>
                <c:pt idx="109">
                  <c:v>0.00578209888567</c:v>
                </c:pt>
                <c:pt idx="110">
                  <c:v>0.00595253241978</c:v>
                </c:pt>
                <c:pt idx="111">
                  <c:v>0.00612737689582</c:v>
                </c:pt>
                <c:pt idx="112">
                  <c:v>0.00630672639627</c:v>
                </c:pt>
                <c:pt idx="113">
                  <c:v>0.00649067639099</c:v>
                </c:pt>
                <c:pt idx="114">
                  <c:v>0.0066793237392</c:v>
                </c:pt>
                <c:pt idx="115">
                  <c:v>0.00687276669061</c:v>
                </c:pt>
                <c:pt idx="116">
                  <c:v>0.00707110488602</c:v>
                </c:pt>
                <c:pt idx="117">
                  <c:v>0.00727443935714</c:v>
                </c:pt>
                <c:pt idx="118">
                  <c:v>0.00748287252578</c:v>
                </c:pt>
                <c:pt idx="119">
                  <c:v>0.00769650820224</c:v>
                </c:pt>
                <c:pt idx="120">
                  <c:v>0.00791545158298</c:v>
                </c:pt>
                <c:pt idx="121">
                  <c:v>0.00813980924755</c:v>
                </c:pt>
                <c:pt idx="122">
                  <c:v>0.00836968915465</c:v>
                </c:pt>
                <c:pt idx="123">
                  <c:v>0.0086052006375</c:v>
                </c:pt>
                <c:pt idx="124">
                  <c:v>0.00884645439824</c:v>
                </c:pt>
                <c:pt idx="125">
                  <c:v>0.00909356250159</c:v>
                </c:pt>
                <c:pt idx="126">
                  <c:v>0.00934663836761</c:v>
                </c:pt>
                <c:pt idx="127">
                  <c:v>0.00960579676354</c:v>
                </c:pt>
                <c:pt idx="128">
                  <c:v>0.00987115379475</c:v>
                </c:pt>
                <c:pt idx="129">
                  <c:v>0.0101428268948</c:v>
                </c:pt>
                <c:pt idx="130">
                  <c:v>0.0104209348144</c:v>
                </c:pt>
                <c:pt idx="131">
                  <c:v>0.0107055976098</c:v>
                </c:pt>
                <c:pt idx="132">
                  <c:v>0.0109969366294</c:v>
                </c:pt>
                <c:pt idx="133">
                  <c:v>0.0112950745005</c:v>
                </c:pt>
                <c:pt idx="134">
                  <c:v>0.0116001351137</c:v>
                </c:pt>
                <c:pt idx="135">
                  <c:v>0.0119122436076</c:v>
                </c:pt>
                <c:pt idx="136">
                  <c:v>0.0122315263513</c:v>
                </c:pt>
                <c:pt idx="137">
                  <c:v>0.0125581109264</c:v>
                </c:pt>
                <c:pt idx="138">
                  <c:v>0.0128921261079</c:v>
                </c:pt>
                <c:pt idx="139">
                  <c:v>0.0132337018438</c:v>
                </c:pt>
                <c:pt idx="140">
                  <c:v>0.0135829692337</c:v>
                </c:pt>
                <c:pt idx="141">
                  <c:v>0.0139400605059</c:v>
                </c:pt>
                <c:pt idx="142">
                  <c:v>0.0143051089941</c:v>
                </c:pt>
                <c:pt idx="143">
                  <c:v>0.0146782491121</c:v>
                </c:pt>
                <c:pt idx="144">
                  <c:v>0.0150596163274</c:v>
                </c:pt>
                <c:pt idx="145">
                  <c:v>0.0154493471344</c:v>
                </c:pt>
                <c:pt idx="146">
                  <c:v>0.0158475790254</c:v>
                </c:pt>
                <c:pt idx="147">
                  <c:v>0.0162544504606</c:v>
                </c:pt>
                <c:pt idx="148">
                  <c:v>0.0166701008374</c:v>
                </c:pt>
                <c:pt idx="149">
                  <c:v>0.0170946704575</c:v>
                </c:pt>
                <c:pt idx="150">
                  <c:v>0.0175283004936</c:v>
                </c:pt>
                <c:pt idx="151">
                  <c:v>0.017971132954</c:v>
                </c:pt>
                <c:pt idx="152">
                  <c:v>0.0184233106469</c:v>
                </c:pt>
                <c:pt idx="153">
                  <c:v>0.0188849771419</c:v>
                </c:pt>
                <c:pt idx="154">
                  <c:v>0.0193562767317</c:v>
                </c:pt>
                <c:pt idx="155">
                  <c:v>0.0198373543918</c:v>
                </c:pt>
                <c:pt idx="156">
                  <c:v>0.0203283557382</c:v>
                </c:pt>
                <c:pt idx="157">
                  <c:v>0.0208294269851</c:v>
                </c:pt>
                <c:pt idx="158">
                  <c:v>0.0213407148999</c:v>
                </c:pt>
                <c:pt idx="159">
                  <c:v>0.0218623667579</c:v>
                </c:pt>
                <c:pt idx="160">
                  <c:v>0.0223945302948</c:v>
                </c:pt>
                <c:pt idx="161">
                  <c:v>0.0229373536584</c:v>
                </c:pt>
                <c:pt idx="162">
                  <c:v>0.0234909853582</c:v>
                </c:pt>
                <c:pt idx="163">
                  <c:v>0.0240555742148</c:v>
                </c:pt>
                <c:pt idx="164">
                  <c:v>0.0246312693064</c:v>
                </c:pt>
                <c:pt idx="165">
                  <c:v>0.0252182199152</c:v>
                </c:pt>
                <c:pt idx="166">
                  <c:v>0.0258165754716</c:v>
                </c:pt>
                <c:pt idx="167">
                  <c:v>0.0264264854973</c:v>
                </c:pt>
                <c:pt idx="168">
                  <c:v>0.0270480995469</c:v>
                </c:pt>
                <c:pt idx="169">
                  <c:v>0.0276815671483</c:v>
                </c:pt>
                <c:pt idx="170">
                  <c:v>0.0283270377416</c:v>
                </c:pt>
                <c:pt idx="171">
                  <c:v>0.0289846606162</c:v>
                </c:pt>
                <c:pt idx="172">
                  <c:v>0.0296545848473</c:v>
                </c:pt>
                <c:pt idx="173">
                  <c:v>0.0303369592305</c:v>
                </c:pt>
                <c:pt idx="174">
                  <c:v>0.031031932215</c:v>
                </c:pt>
                <c:pt idx="175">
                  <c:v>0.0317396518357</c:v>
                </c:pt>
                <c:pt idx="176">
                  <c:v>0.0324602656437</c:v>
                </c:pt>
                <c:pt idx="177">
                  <c:v>0.0331939206359</c:v>
                </c:pt>
                <c:pt idx="178">
                  <c:v>0.0339407631824</c:v>
                </c:pt>
                <c:pt idx="179">
                  <c:v>0.0347009389539</c:v>
                </c:pt>
                <c:pt idx="180">
                  <c:v>0.0354745928462</c:v>
                </c:pt>
                <c:pt idx="181">
                  <c:v>0.0362618689049</c:v>
                </c:pt>
                <c:pt idx="182">
                  <c:v>0.0370629102478</c:v>
                </c:pt>
                <c:pt idx="183">
                  <c:v>0.0378778589867</c:v>
                </c:pt>
                <c:pt idx="184">
                  <c:v>0.0387068561475</c:v>
                </c:pt>
                <c:pt idx="185">
                  <c:v>0.0395500415894</c:v>
                </c:pt>
                <c:pt idx="186">
                  <c:v>0.0404075539229</c:v>
                </c:pt>
                <c:pt idx="187">
                  <c:v>0.0412795304263</c:v>
                </c:pt>
                <c:pt idx="188">
                  <c:v>0.0421661069618</c:v>
                </c:pt>
                <c:pt idx="189">
                  <c:v>0.0430674178893</c:v>
                </c:pt>
                <c:pt idx="190">
                  <c:v>0.0439835959804</c:v>
                </c:pt>
                <c:pt idx="191">
                  <c:v>0.0449147723308</c:v>
                </c:pt>
                <c:pt idx="192">
                  <c:v>0.0458610762711</c:v>
                </c:pt>
                <c:pt idx="193">
                  <c:v>0.0468226352777</c:v>
                </c:pt>
                <c:pt idx="194">
                  <c:v>0.0477995748821</c:v>
                </c:pt>
                <c:pt idx="195">
                  <c:v>0.0487920185792</c:v>
                </c:pt>
                <c:pt idx="196">
                  <c:v>0.0498000877351</c:v>
                </c:pt>
                <c:pt idx="197">
                  <c:v>0.0508239014937</c:v>
                </c:pt>
                <c:pt idx="198">
                  <c:v>0.0518635766828</c:v>
                </c:pt>
                <c:pt idx="199">
                  <c:v>0.0529192277192</c:v>
                </c:pt>
                <c:pt idx="200">
                  <c:v>0.0539909665132</c:v>
                </c:pt>
                <c:pt idx="201">
                  <c:v>0.0550789023721</c:v>
                </c:pt>
                <c:pt idx="202">
                  <c:v>0.0561831419039</c:v>
                </c:pt>
                <c:pt idx="203">
                  <c:v>0.0573037889191</c:v>
                </c:pt>
                <c:pt idx="204">
                  <c:v>0.0584409443335</c:v>
                </c:pt>
                <c:pt idx="205">
                  <c:v>0.0595947060688</c:v>
                </c:pt>
                <c:pt idx="206">
                  <c:v>0.0607651689546</c:v>
                </c:pt>
                <c:pt idx="207">
                  <c:v>0.0619524246281</c:v>
                </c:pt>
                <c:pt idx="208">
                  <c:v>0.0631565614352</c:v>
                </c:pt>
                <c:pt idx="209">
                  <c:v>0.06437766433</c:v>
                </c:pt>
                <c:pt idx="210">
                  <c:v>0.0656158147747</c:v>
                </c:pt>
                <c:pt idx="211">
                  <c:v>0.0668710906393</c:v>
                </c:pt>
                <c:pt idx="212">
                  <c:v>0.068143566101</c:v>
                </c:pt>
                <c:pt idx="213">
                  <c:v>0.0694333115437</c:v>
                </c:pt>
                <c:pt idx="214">
                  <c:v>0.070740393457</c:v>
                </c:pt>
                <c:pt idx="215">
                  <c:v>0.0720648743362</c:v>
                </c:pt>
                <c:pt idx="216">
                  <c:v>0.0734068125817</c:v>
                </c:pt>
                <c:pt idx="217">
                  <c:v>0.0747662623984</c:v>
                </c:pt>
                <c:pt idx="218">
                  <c:v>0.0761432736962</c:v>
                </c:pt>
                <c:pt idx="219">
                  <c:v>0.0775378919901</c:v>
                </c:pt>
                <c:pt idx="220">
                  <c:v>0.0789501583009</c:v>
                </c:pt>
                <c:pt idx="221">
                  <c:v>0.0803801090562</c:v>
                </c:pt>
                <c:pt idx="222">
                  <c:v>0.0818277759921</c:v>
                </c:pt>
                <c:pt idx="223">
                  <c:v>0.0832931860559</c:v>
                </c:pt>
                <c:pt idx="224">
                  <c:v>0.084776361308</c:v>
                </c:pt>
                <c:pt idx="225">
                  <c:v>0.0862773188265</c:v>
                </c:pt>
                <c:pt idx="226">
                  <c:v>0.0877960706109</c:v>
                </c:pt>
                <c:pt idx="227">
                  <c:v>0.0893326234877</c:v>
                </c:pt>
                <c:pt idx="228">
                  <c:v>0.0908869790163</c:v>
                </c:pt>
                <c:pt idx="229">
                  <c:v>0.0924591333966</c:v>
                </c:pt>
                <c:pt idx="230">
                  <c:v>0.0940490773769</c:v>
                </c:pt>
                <c:pt idx="231">
                  <c:v>0.0956567961635</c:v>
                </c:pt>
                <c:pt idx="232">
                  <c:v>0.0972822693315</c:v>
                </c:pt>
                <c:pt idx="233">
                  <c:v>0.0989254707363</c:v>
                </c:pt>
                <c:pt idx="234">
                  <c:v>0.100586368428</c:v>
                </c:pt>
                <c:pt idx="235">
                  <c:v>0.102264924564</c:v>
                </c:pt>
                <c:pt idx="236">
                  <c:v>0.103961095329</c:v>
                </c:pt>
                <c:pt idx="237">
                  <c:v>0.105674830849</c:v>
                </c:pt>
                <c:pt idx="238">
                  <c:v>0.107406075113</c:v>
                </c:pt>
                <c:pt idx="239">
                  <c:v>0.109154765897</c:v>
                </c:pt>
                <c:pt idx="240">
                  <c:v>0.110920834679</c:v>
                </c:pt>
                <c:pt idx="241">
                  <c:v>0.112704206576</c:v>
                </c:pt>
                <c:pt idx="242">
                  <c:v>0.114504800259</c:v>
                </c:pt>
                <c:pt idx="243">
                  <c:v>0.116322527893</c:v>
                </c:pt>
                <c:pt idx="244">
                  <c:v>0.11815729506</c:v>
                </c:pt>
                <c:pt idx="245">
                  <c:v>0.120009000697</c:v>
                </c:pt>
                <c:pt idx="246">
                  <c:v>0.121877537032</c:v>
                </c:pt>
                <c:pt idx="247">
                  <c:v>0.123762789522</c:v>
                </c:pt>
                <c:pt idx="248">
                  <c:v>0.125664636789</c:v>
                </c:pt>
                <c:pt idx="249">
                  <c:v>0.127582950572</c:v>
                </c:pt>
                <c:pt idx="250">
                  <c:v>0.129517595666</c:v>
                </c:pt>
                <c:pt idx="251">
                  <c:v>0.131468429872</c:v>
                </c:pt>
                <c:pt idx="252">
                  <c:v>0.133435303951</c:v>
                </c:pt>
                <c:pt idx="253">
                  <c:v>0.135418061574</c:v>
                </c:pt>
                <c:pt idx="254">
                  <c:v>0.137416539282</c:v>
                </c:pt>
                <c:pt idx="255">
                  <c:v>0.139430566445</c:v>
                </c:pt>
                <c:pt idx="256">
                  <c:v>0.141459965225</c:v>
                </c:pt>
                <c:pt idx="257">
                  <c:v>0.14350455054</c:v>
                </c:pt>
                <c:pt idx="258">
                  <c:v>0.145564130037</c:v>
                </c:pt>
                <c:pt idx="259">
                  <c:v>0.147638504062</c:v>
                </c:pt>
                <c:pt idx="260">
                  <c:v>0.149727465636</c:v>
                </c:pt>
                <c:pt idx="261">
                  <c:v>0.151830800432</c:v>
                </c:pt>
                <c:pt idx="262">
                  <c:v>0.153948286763</c:v>
                </c:pt>
                <c:pt idx="263">
                  <c:v>0.15607969556</c:v>
                </c:pt>
                <c:pt idx="264">
                  <c:v>0.15822479037</c:v>
                </c:pt>
                <c:pt idx="265">
                  <c:v>0.160383327342</c:v>
                </c:pt>
                <c:pt idx="266">
                  <c:v>0.162555055226</c:v>
                </c:pt>
                <c:pt idx="267">
                  <c:v>0.164739715373</c:v>
                </c:pt>
                <c:pt idx="268">
                  <c:v>0.166937041742</c:v>
                </c:pt>
                <c:pt idx="269">
                  <c:v>0.169146760902</c:v>
                </c:pt>
                <c:pt idx="270">
                  <c:v>0.171368592048</c:v>
                </c:pt>
                <c:pt idx="271">
                  <c:v>0.173602247015</c:v>
                </c:pt>
                <c:pt idx="272">
                  <c:v>0.175847430298</c:v>
                </c:pt>
                <c:pt idx="273">
                  <c:v>0.178103839073</c:v>
                </c:pt>
                <c:pt idx="274">
                  <c:v>0.180371163227</c:v>
                </c:pt>
                <c:pt idx="275">
                  <c:v>0.182649085389</c:v>
                </c:pt>
                <c:pt idx="276">
                  <c:v>0.184937280963</c:v>
                </c:pt>
                <c:pt idx="277">
                  <c:v>0.187235418171</c:v>
                </c:pt>
                <c:pt idx="278">
                  <c:v>0.189543158092</c:v>
                </c:pt>
                <c:pt idx="279">
                  <c:v>0.191860154714</c:v>
                </c:pt>
                <c:pt idx="280">
                  <c:v>0.194186054983</c:v>
                </c:pt>
                <c:pt idx="281">
                  <c:v>0.196520498862</c:v>
                </c:pt>
                <c:pt idx="282">
                  <c:v>0.198863119387</c:v>
                </c:pt>
                <c:pt idx="283">
                  <c:v>0.201213542735</c:v>
                </c:pt>
                <c:pt idx="284">
                  <c:v>0.203571388291</c:v>
                </c:pt>
                <c:pt idx="285">
                  <c:v>0.20593626872</c:v>
                </c:pt>
                <c:pt idx="286">
                  <c:v>0.208307790047</c:v>
                </c:pt>
                <c:pt idx="287">
                  <c:v>0.210685551736</c:v>
                </c:pt>
                <c:pt idx="288">
                  <c:v>0.213069146776</c:v>
                </c:pt>
                <c:pt idx="289">
                  <c:v>0.21545816177</c:v>
                </c:pt>
                <c:pt idx="290">
                  <c:v>0.217852177033</c:v>
                </c:pt>
                <c:pt idx="291">
                  <c:v>0.220250766683</c:v>
                </c:pt>
                <c:pt idx="292">
                  <c:v>0.222653498752</c:v>
                </c:pt>
                <c:pt idx="293">
                  <c:v>0.225059935285</c:v>
                </c:pt>
                <c:pt idx="294">
                  <c:v>0.227469632457</c:v>
                </c:pt>
                <c:pt idx="295">
                  <c:v>0.229882140684</c:v>
                </c:pt>
                <c:pt idx="296">
                  <c:v>0.232297004743</c:v>
                </c:pt>
                <c:pt idx="297">
                  <c:v>0.234713763897</c:v>
                </c:pt>
                <c:pt idx="298">
                  <c:v>0.237131952019</c:v>
                </c:pt>
                <c:pt idx="299">
                  <c:v>0.239551097728</c:v>
                </c:pt>
                <c:pt idx="300">
                  <c:v>0.241970724519</c:v>
                </c:pt>
                <c:pt idx="301">
                  <c:v>0.244390350907</c:v>
                </c:pt>
                <c:pt idx="302">
                  <c:v>0.246809490567</c:v>
                </c:pt>
                <c:pt idx="303">
                  <c:v>0.249227652483</c:v>
                </c:pt>
                <c:pt idx="304">
                  <c:v>0.251644341098</c:v>
                </c:pt>
                <c:pt idx="305">
                  <c:v>0.254059056469</c:v>
                </c:pt>
                <c:pt idx="306">
                  <c:v>0.256471294426</c:v>
                </c:pt>
                <c:pt idx="307">
                  <c:v>0.258880546731</c:v>
                </c:pt>
                <c:pt idx="308">
                  <c:v>0.26128630125</c:v>
                </c:pt>
                <c:pt idx="309">
                  <c:v>0.263688042114</c:v>
                </c:pt>
                <c:pt idx="310">
                  <c:v>0.266085249899</c:v>
                </c:pt>
                <c:pt idx="311">
                  <c:v>0.268477401797</c:v>
                </c:pt>
                <c:pt idx="312">
                  <c:v>0.270863971798</c:v>
                </c:pt>
                <c:pt idx="313">
                  <c:v>0.273244430872</c:v>
                </c:pt>
                <c:pt idx="314">
                  <c:v>0.275618247153</c:v>
                </c:pt>
                <c:pt idx="315">
                  <c:v>0.277984886131</c:v>
                </c:pt>
                <c:pt idx="316">
                  <c:v>0.28034381084</c:v>
                </c:pt>
                <c:pt idx="317">
                  <c:v>0.282694482055</c:v>
                </c:pt>
                <c:pt idx="318">
                  <c:v>0.285036358489</c:v>
                </c:pt>
                <c:pt idx="319">
                  <c:v>0.287368896994</c:v>
                </c:pt>
                <c:pt idx="320">
                  <c:v>0.289691552761</c:v>
                </c:pt>
                <c:pt idx="321">
                  <c:v>0.292003779529</c:v>
                </c:pt>
                <c:pt idx="322">
                  <c:v>0.294305029788</c:v>
                </c:pt>
                <c:pt idx="323">
                  <c:v>0.296594754994</c:v>
                </c:pt>
                <c:pt idx="324">
                  <c:v>0.298872405776</c:v>
                </c:pt>
                <c:pt idx="325">
                  <c:v>0.301137432155</c:v>
                </c:pt>
                <c:pt idx="326">
                  <c:v>0.303389283756</c:v>
                </c:pt>
                <c:pt idx="327">
                  <c:v>0.30562741003</c:v>
                </c:pt>
                <c:pt idx="328">
                  <c:v>0.30785126047</c:v>
                </c:pt>
                <c:pt idx="329">
                  <c:v>0.310060284833</c:v>
                </c:pt>
                <c:pt idx="330">
                  <c:v>0.312253933367</c:v>
                </c:pt>
                <c:pt idx="331">
                  <c:v>0.314431657028</c:v>
                </c:pt>
                <c:pt idx="332">
                  <c:v>0.316592907711</c:v>
                </c:pt>
                <c:pt idx="333">
                  <c:v>0.318737138475</c:v>
                </c:pt>
                <c:pt idx="334">
                  <c:v>0.320863803771</c:v>
                </c:pt>
                <c:pt idx="335">
                  <c:v>0.322972359668</c:v>
                </c:pt>
                <c:pt idx="336">
                  <c:v>0.325062264084</c:v>
                </c:pt>
                <c:pt idx="337">
                  <c:v>0.327132977017</c:v>
                </c:pt>
                <c:pt idx="338">
                  <c:v>0.329183960771</c:v>
                </c:pt>
                <c:pt idx="339">
                  <c:v>0.331214680191</c:v>
                </c:pt>
                <c:pt idx="340">
                  <c:v>0.333224602892</c:v>
                </c:pt>
                <c:pt idx="341">
                  <c:v>0.335213199487</c:v>
                </c:pt>
                <c:pt idx="342">
                  <c:v>0.337179943822</c:v>
                </c:pt>
                <c:pt idx="343">
                  <c:v>0.339124313204</c:v>
                </c:pt>
                <c:pt idx="344">
                  <c:v>0.34104578863</c:v>
                </c:pt>
                <c:pt idx="345">
                  <c:v>0.342943855019</c:v>
                </c:pt>
                <c:pt idx="346">
                  <c:v>0.344818001439</c:v>
                </c:pt>
                <c:pt idx="347">
                  <c:v>0.346667721336</c:v>
                </c:pt>
                <c:pt idx="348">
                  <c:v>0.348492512759</c:v>
                </c:pt>
                <c:pt idx="349">
                  <c:v>0.35029187859</c:v>
                </c:pt>
                <c:pt idx="350">
                  <c:v>0.352065326764</c:v>
                </c:pt>
                <c:pt idx="351">
                  <c:v>0.353812370498</c:v>
                </c:pt>
                <c:pt idx="352">
                  <c:v>0.355532528506</c:v>
                </c:pt>
                <c:pt idx="353">
                  <c:v>0.357225325226</c:v>
                </c:pt>
                <c:pt idx="354">
                  <c:v>0.358890291034</c:v>
                </c:pt>
                <c:pt idx="355">
                  <c:v>0.360526962462</c:v>
                </c:pt>
                <c:pt idx="356">
                  <c:v>0.362134882413</c:v>
                </c:pt>
                <c:pt idx="357">
                  <c:v>0.363713600374</c:v>
                </c:pt>
                <c:pt idx="358">
                  <c:v>0.365262672622</c:v>
                </c:pt>
                <c:pt idx="359">
                  <c:v>0.366781662437</c:v>
                </c:pt>
                <c:pt idx="360">
                  <c:v>0.368270140303</c:v>
                </c:pt>
                <c:pt idx="361">
                  <c:v>0.369727684111</c:v>
                </c:pt>
                <c:pt idx="362">
                  <c:v>0.371153879359</c:v>
                </c:pt>
                <c:pt idx="363">
                  <c:v>0.372548319348</c:v>
                </c:pt>
                <c:pt idx="364">
                  <c:v>0.373910605373</c:v>
                </c:pt>
                <c:pt idx="365">
                  <c:v>0.375240346917</c:v>
                </c:pt>
                <c:pt idx="366">
                  <c:v>0.376537161833</c:v>
                </c:pt>
                <c:pt idx="367">
                  <c:v>0.377800676531</c:v>
                </c:pt>
                <c:pt idx="368">
                  <c:v>0.379030526153</c:v>
                </c:pt>
                <c:pt idx="369">
                  <c:v>0.380226354751</c:v>
                </c:pt>
                <c:pt idx="370">
                  <c:v>0.381387815461</c:v>
                </c:pt>
                <c:pt idx="371">
                  <c:v>0.382514570663</c:v>
                </c:pt>
                <c:pt idx="372">
                  <c:v>0.383606292153</c:v>
                </c:pt>
                <c:pt idx="373">
                  <c:v>0.384662661299</c:v>
                </c:pt>
                <c:pt idx="374">
                  <c:v>0.385683369192</c:v>
                </c:pt>
                <c:pt idx="375">
                  <c:v>0.386668116803</c:v>
                </c:pt>
                <c:pt idx="376">
                  <c:v>0.387616615125</c:v>
                </c:pt>
                <c:pt idx="377">
                  <c:v>0.388528585316</c:v>
                </c:pt>
                <c:pt idx="378">
                  <c:v>0.389403758834</c:v>
                </c:pt>
                <c:pt idx="379">
                  <c:v>0.39024187757</c:v>
                </c:pt>
                <c:pt idx="380">
                  <c:v>0.391042693975</c:v>
                </c:pt>
                <c:pt idx="381">
                  <c:v>0.391805971182</c:v>
                </c:pt>
                <c:pt idx="382">
                  <c:v>0.39253148312</c:v>
                </c:pt>
                <c:pt idx="383">
                  <c:v>0.39321901463</c:v>
                </c:pt>
                <c:pt idx="384">
                  <c:v>0.393868361569</c:v>
                </c:pt>
                <c:pt idx="385">
                  <c:v>0.394479330908</c:v>
                </c:pt>
                <c:pt idx="386">
                  <c:v>0.395051740835</c:v>
                </c:pt>
                <c:pt idx="387">
                  <c:v>0.395585420838</c:v>
                </c:pt>
                <c:pt idx="388">
                  <c:v>0.396080211794</c:v>
                </c:pt>
                <c:pt idx="389">
                  <c:v>0.396535966046</c:v>
                </c:pt>
                <c:pt idx="390">
                  <c:v>0.396952547477</c:v>
                </c:pt>
                <c:pt idx="391">
                  <c:v>0.397329831579</c:v>
                </c:pt>
                <c:pt idx="392">
                  <c:v>0.397667705512</c:v>
                </c:pt>
                <c:pt idx="393">
                  <c:v>0.397966068163</c:v>
                </c:pt>
                <c:pt idx="394">
                  <c:v>0.398224830196</c:v>
                </c:pt>
                <c:pt idx="395">
                  <c:v>0.398443914095</c:v>
                </c:pt>
                <c:pt idx="396">
                  <c:v>0.398623254205</c:v>
                </c:pt>
                <c:pt idx="397">
                  <c:v>0.398762796762</c:v>
                </c:pt>
                <c:pt idx="398">
                  <c:v>0.398862499924</c:v>
                </c:pt>
                <c:pt idx="399">
                  <c:v>0.398922333786</c:v>
                </c:pt>
                <c:pt idx="400">
                  <c:v>0.398942280401</c:v>
                </c:pt>
                <c:pt idx="401">
                  <c:v>0.398922333786</c:v>
                </c:pt>
                <c:pt idx="402">
                  <c:v>0.398862499924</c:v>
                </c:pt>
                <c:pt idx="403">
                  <c:v>0.398762796762</c:v>
                </c:pt>
                <c:pt idx="404">
                  <c:v>0.398623254205</c:v>
                </c:pt>
                <c:pt idx="405">
                  <c:v>0.398443914095</c:v>
                </c:pt>
                <c:pt idx="406">
                  <c:v>0.398224830196</c:v>
                </c:pt>
                <c:pt idx="407">
                  <c:v>0.397966068163</c:v>
                </c:pt>
                <c:pt idx="408">
                  <c:v>0.397667705512</c:v>
                </c:pt>
                <c:pt idx="409">
                  <c:v>0.397329831579</c:v>
                </c:pt>
                <c:pt idx="410">
                  <c:v>0.396952547477</c:v>
                </c:pt>
                <c:pt idx="411">
                  <c:v>0.396535966046</c:v>
                </c:pt>
                <c:pt idx="412">
                  <c:v>0.396080211794</c:v>
                </c:pt>
                <c:pt idx="413">
                  <c:v>0.395585420838</c:v>
                </c:pt>
                <c:pt idx="414">
                  <c:v>0.395051740835</c:v>
                </c:pt>
                <c:pt idx="415">
                  <c:v>0.394479330908</c:v>
                </c:pt>
                <c:pt idx="416">
                  <c:v>0.393868361569</c:v>
                </c:pt>
                <c:pt idx="417">
                  <c:v>0.39321901463</c:v>
                </c:pt>
                <c:pt idx="418">
                  <c:v>0.39253148312</c:v>
                </c:pt>
                <c:pt idx="419">
                  <c:v>0.391805971182</c:v>
                </c:pt>
                <c:pt idx="420">
                  <c:v>0.391042693975</c:v>
                </c:pt>
                <c:pt idx="421">
                  <c:v>0.39024187757</c:v>
                </c:pt>
                <c:pt idx="422">
                  <c:v>0.389403758834</c:v>
                </c:pt>
                <c:pt idx="423">
                  <c:v>0.388528585316</c:v>
                </c:pt>
                <c:pt idx="424">
                  <c:v>0.387616615125</c:v>
                </c:pt>
                <c:pt idx="425">
                  <c:v>0.386668116803</c:v>
                </c:pt>
                <c:pt idx="426">
                  <c:v>0.385683369192</c:v>
                </c:pt>
                <c:pt idx="427">
                  <c:v>0.384662661299</c:v>
                </c:pt>
                <c:pt idx="428">
                  <c:v>0.383606292153</c:v>
                </c:pt>
                <c:pt idx="429">
                  <c:v>0.382514570663</c:v>
                </c:pt>
                <c:pt idx="430">
                  <c:v>0.381387815461</c:v>
                </c:pt>
                <c:pt idx="431">
                  <c:v>0.380226354751</c:v>
                </c:pt>
                <c:pt idx="432">
                  <c:v>0.379030526153</c:v>
                </c:pt>
                <c:pt idx="433">
                  <c:v>0.377800676531</c:v>
                </c:pt>
                <c:pt idx="434">
                  <c:v>0.376537161833</c:v>
                </c:pt>
                <c:pt idx="435">
                  <c:v>0.375240346917</c:v>
                </c:pt>
                <c:pt idx="436">
                  <c:v>0.373910605373</c:v>
                </c:pt>
                <c:pt idx="437">
                  <c:v>0.372548319348</c:v>
                </c:pt>
                <c:pt idx="438">
                  <c:v>0.371153879359</c:v>
                </c:pt>
                <c:pt idx="439">
                  <c:v>0.369727684111</c:v>
                </c:pt>
                <c:pt idx="440">
                  <c:v>0.368270140303</c:v>
                </c:pt>
                <c:pt idx="441">
                  <c:v>0.366781662437</c:v>
                </c:pt>
                <c:pt idx="442">
                  <c:v>0.365262672622</c:v>
                </c:pt>
                <c:pt idx="443">
                  <c:v>0.363713600374</c:v>
                </c:pt>
                <c:pt idx="444">
                  <c:v>0.362134882413</c:v>
                </c:pt>
                <c:pt idx="445">
                  <c:v>0.360526962462</c:v>
                </c:pt>
                <c:pt idx="446">
                  <c:v>0.358890291034</c:v>
                </c:pt>
                <c:pt idx="447">
                  <c:v>0.357225325226</c:v>
                </c:pt>
                <c:pt idx="448">
                  <c:v>0.355532528506</c:v>
                </c:pt>
                <c:pt idx="449">
                  <c:v>0.353812370498</c:v>
                </c:pt>
                <c:pt idx="450">
                  <c:v>0.352065326764</c:v>
                </c:pt>
                <c:pt idx="451">
                  <c:v>0.35029187859</c:v>
                </c:pt>
                <c:pt idx="452">
                  <c:v>0.348492512759</c:v>
                </c:pt>
                <c:pt idx="453">
                  <c:v>0.346667721336</c:v>
                </c:pt>
                <c:pt idx="454">
                  <c:v>0.344818001439</c:v>
                </c:pt>
                <c:pt idx="455">
                  <c:v>0.342943855019</c:v>
                </c:pt>
                <c:pt idx="456">
                  <c:v>0.34104578863</c:v>
                </c:pt>
                <c:pt idx="457">
                  <c:v>0.339124313204</c:v>
                </c:pt>
                <c:pt idx="458">
                  <c:v>0.337179943822</c:v>
                </c:pt>
                <c:pt idx="459">
                  <c:v>0.335213199487</c:v>
                </c:pt>
                <c:pt idx="460">
                  <c:v>0.333224602892</c:v>
                </c:pt>
                <c:pt idx="461">
                  <c:v>0.331214680191</c:v>
                </c:pt>
                <c:pt idx="462">
                  <c:v>0.329183960771</c:v>
                </c:pt>
                <c:pt idx="463">
                  <c:v>0.327132977017</c:v>
                </c:pt>
                <c:pt idx="464">
                  <c:v>0.325062264084</c:v>
                </c:pt>
                <c:pt idx="465">
                  <c:v>0.322972359668</c:v>
                </c:pt>
                <c:pt idx="466">
                  <c:v>0.320863803771</c:v>
                </c:pt>
                <c:pt idx="467">
                  <c:v>0.318737138475</c:v>
                </c:pt>
                <c:pt idx="468">
                  <c:v>0.316592907711</c:v>
                </c:pt>
                <c:pt idx="469">
                  <c:v>0.314431657028</c:v>
                </c:pt>
                <c:pt idx="470">
                  <c:v>0.312253933367</c:v>
                </c:pt>
                <c:pt idx="471">
                  <c:v>0.310060284833</c:v>
                </c:pt>
                <c:pt idx="472">
                  <c:v>0.30785126047</c:v>
                </c:pt>
                <c:pt idx="473">
                  <c:v>0.30562741003</c:v>
                </c:pt>
                <c:pt idx="474">
                  <c:v>0.303389283756</c:v>
                </c:pt>
                <c:pt idx="475">
                  <c:v>0.301137432155</c:v>
                </c:pt>
                <c:pt idx="476">
                  <c:v>0.298872405776</c:v>
                </c:pt>
                <c:pt idx="477">
                  <c:v>0.296594754994</c:v>
                </c:pt>
                <c:pt idx="478">
                  <c:v>0.294305029788</c:v>
                </c:pt>
                <c:pt idx="479">
                  <c:v>0.292003779529</c:v>
                </c:pt>
                <c:pt idx="480">
                  <c:v>0.289691552761</c:v>
                </c:pt>
                <c:pt idx="481">
                  <c:v>0.287368896994</c:v>
                </c:pt>
                <c:pt idx="482">
                  <c:v>0.285036358489</c:v>
                </c:pt>
                <c:pt idx="483">
                  <c:v>0.282694482055</c:v>
                </c:pt>
                <c:pt idx="484">
                  <c:v>0.28034381084</c:v>
                </c:pt>
                <c:pt idx="485">
                  <c:v>0.277984886131</c:v>
                </c:pt>
                <c:pt idx="486">
                  <c:v>0.275618247153</c:v>
                </c:pt>
                <c:pt idx="487">
                  <c:v>0.273244430872</c:v>
                </c:pt>
                <c:pt idx="488">
                  <c:v>0.270863971798</c:v>
                </c:pt>
                <c:pt idx="489">
                  <c:v>0.268477401797</c:v>
                </c:pt>
                <c:pt idx="490">
                  <c:v>0.266085249899</c:v>
                </c:pt>
                <c:pt idx="491">
                  <c:v>0.263688042114</c:v>
                </c:pt>
                <c:pt idx="492">
                  <c:v>0.26128630125</c:v>
                </c:pt>
                <c:pt idx="493">
                  <c:v>0.258880546731</c:v>
                </c:pt>
                <c:pt idx="494">
                  <c:v>0.256471294426</c:v>
                </c:pt>
                <c:pt idx="495">
                  <c:v>0.254059056469</c:v>
                </c:pt>
                <c:pt idx="496">
                  <c:v>0.251644341098</c:v>
                </c:pt>
                <c:pt idx="497">
                  <c:v>0.249227652483</c:v>
                </c:pt>
                <c:pt idx="498">
                  <c:v>0.246809490567</c:v>
                </c:pt>
                <c:pt idx="499">
                  <c:v>0.244390350907</c:v>
                </c:pt>
                <c:pt idx="500">
                  <c:v>0.241970724519</c:v>
                </c:pt>
                <c:pt idx="501">
                  <c:v>0.239551097728</c:v>
                </c:pt>
                <c:pt idx="502">
                  <c:v>0.237131952019</c:v>
                </c:pt>
                <c:pt idx="503">
                  <c:v>0.234713763897</c:v>
                </c:pt>
                <c:pt idx="504">
                  <c:v>0.232297004743</c:v>
                </c:pt>
                <c:pt idx="505">
                  <c:v>0.229882140684</c:v>
                </c:pt>
                <c:pt idx="506">
                  <c:v>0.227469632457</c:v>
                </c:pt>
                <c:pt idx="507">
                  <c:v>0.225059935285</c:v>
                </c:pt>
                <c:pt idx="508">
                  <c:v>0.222653498752</c:v>
                </c:pt>
                <c:pt idx="509">
                  <c:v>0.220250766683</c:v>
                </c:pt>
                <c:pt idx="510">
                  <c:v>0.217852177033</c:v>
                </c:pt>
                <c:pt idx="511">
                  <c:v>0.21545816177</c:v>
                </c:pt>
                <c:pt idx="512">
                  <c:v>0.213069146776</c:v>
                </c:pt>
                <c:pt idx="513">
                  <c:v>0.210685551736</c:v>
                </c:pt>
                <c:pt idx="514">
                  <c:v>0.208307790047</c:v>
                </c:pt>
                <c:pt idx="515">
                  <c:v>0.20593626872</c:v>
                </c:pt>
                <c:pt idx="516">
                  <c:v>0.203571388291</c:v>
                </c:pt>
                <c:pt idx="517">
                  <c:v>0.201213542735</c:v>
                </c:pt>
                <c:pt idx="518">
                  <c:v>0.198863119387</c:v>
                </c:pt>
                <c:pt idx="519">
                  <c:v>0.196520498862</c:v>
                </c:pt>
                <c:pt idx="520">
                  <c:v>0.194186054983</c:v>
                </c:pt>
                <c:pt idx="521">
                  <c:v>0.191860154714</c:v>
                </c:pt>
                <c:pt idx="522">
                  <c:v>0.189543158092</c:v>
                </c:pt>
                <c:pt idx="523">
                  <c:v>0.187235418171</c:v>
                </c:pt>
                <c:pt idx="524">
                  <c:v>0.184937280963</c:v>
                </c:pt>
                <c:pt idx="525">
                  <c:v>0.182649085389</c:v>
                </c:pt>
                <c:pt idx="526">
                  <c:v>0.180371163227</c:v>
                </c:pt>
                <c:pt idx="527">
                  <c:v>0.178103839073</c:v>
                </c:pt>
                <c:pt idx="528">
                  <c:v>0.175847430298</c:v>
                </c:pt>
                <c:pt idx="529">
                  <c:v>0.173602247015</c:v>
                </c:pt>
                <c:pt idx="530">
                  <c:v>0.171368592048</c:v>
                </c:pt>
                <c:pt idx="531">
                  <c:v>0.169146760902</c:v>
                </c:pt>
                <c:pt idx="532">
                  <c:v>0.166937041742</c:v>
                </c:pt>
                <c:pt idx="533">
                  <c:v>0.164739715373</c:v>
                </c:pt>
                <c:pt idx="534">
                  <c:v>0.162555055226</c:v>
                </c:pt>
                <c:pt idx="535">
                  <c:v>0.160383327342</c:v>
                </c:pt>
                <c:pt idx="536">
                  <c:v>0.15822479037</c:v>
                </c:pt>
                <c:pt idx="537">
                  <c:v>0.15607969556</c:v>
                </c:pt>
                <c:pt idx="538">
                  <c:v>0.153948286763</c:v>
                </c:pt>
                <c:pt idx="539">
                  <c:v>0.151830800432</c:v>
                </c:pt>
                <c:pt idx="540">
                  <c:v>0.149727465636</c:v>
                </c:pt>
                <c:pt idx="541">
                  <c:v>0.147638504062</c:v>
                </c:pt>
                <c:pt idx="542">
                  <c:v>0.145564130037</c:v>
                </c:pt>
                <c:pt idx="543">
                  <c:v>0.14350455054</c:v>
                </c:pt>
                <c:pt idx="544">
                  <c:v>0.141459965225</c:v>
                </c:pt>
                <c:pt idx="545">
                  <c:v>0.139430566445</c:v>
                </c:pt>
                <c:pt idx="546">
                  <c:v>0.137416539282</c:v>
                </c:pt>
                <c:pt idx="547">
                  <c:v>0.135418061574</c:v>
                </c:pt>
                <c:pt idx="548">
                  <c:v>0.133435303951</c:v>
                </c:pt>
                <c:pt idx="549">
                  <c:v>0.131468429872</c:v>
                </c:pt>
                <c:pt idx="550">
                  <c:v>0.129517595666</c:v>
                </c:pt>
                <c:pt idx="551">
                  <c:v>0.127582950572</c:v>
                </c:pt>
                <c:pt idx="552">
                  <c:v>0.125664636789</c:v>
                </c:pt>
                <c:pt idx="553">
                  <c:v>0.123762789522</c:v>
                </c:pt>
                <c:pt idx="554">
                  <c:v>0.121877537032</c:v>
                </c:pt>
                <c:pt idx="555">
                  <c:v>0.120009000697</c:v>
                </c:pt>
                <c:pt idx="556">
                  <c:v>0.11815729506</c:v>
                </c:pt>
                <c:pt idx="557">
                  <c:v>0.116322527893</c:v>
                </c:pt>
                <c:pt idx="558">
                  <c:v>0.114504800259</c:v>
                </c:pt>
                <c:pt idx="559">
                  <c:v>0.112704206576</c:v>
                </c:pt>
                <c:pt idx="560">
                  <c:v>0.110920834679</c:v>
                </c:pt>
                <c:pt idx="561">
                  <c:v>0.109154765897</c:v>
                </c:pt>
                <c:pt idx="562">
                  <c:v>0.107406075113</c:v>
                </c:pt>
                <c:pt idx="563">
                  <c:v>0.105674830849</c:v>
                </c:pt>
                <c:pt idx="564">
                  <c:v>0.103961095329</c:v>
                </c:pt>
                <c:pt idx="565">
                  <c:v>0.102264924564</c:v>
                </c:pt>
                <c:pt idx="566">
                  <c:v>0.100586368428</c:v>
                </c:pt>
                <c:pt idx="567">
                  <c:v>0.0989254707363</c:v>
                </c:pt>
                <c:pt idx="568">
                  <c:v>0.0972822693315</c:v>
                </c:pt>
                <c:pt idx="569">
                  <c:v>0.0956567961635</c:v>
                </c:pt>
                <c:pt idx="570">
                  <c:v>0.0940490773769</c:v>
                </c:pt>
                <c:pt idx="571">
                  <c:v>0.0924591333966</c:v>
                </c:pt>
                <c:pt idx="572">
                  <c:v>0.0908869790163</c:v>
                </c:pt>
                <c:pt idx="573">
                  <c:v>0.0893326234877</c:v>
                </c:pt>
                <c:pt idx="574">
                  <c:v>0.0877960706109</c:v>
                </c:pt>
                <c:pt idx="575">
                  <c:v>0.0862773188265</c:v>
                </c:pt>
                <c:pt idx="576">
                  <c:v>0.084776361308</c:v>
                </c:pt>
                <c:pt idx="577">
                  <c:v>0.0832931860559</c:v>
                </c:pt>
                <c:pt idx="578">
                  <c:v>0.0818277759921</c:v>
                </c:pt>
                <c:pt idx="579">
                  <c:v>0.0803801090562</c:v>
                </c:pt>
                <c:pt idx="580">
                  <c:v>0.0789501583009</c:v>
                </c:pt>
                <c:pt idx="581">
                  <c:v>0.0775378919901</c:v>
                </c:pt>
                <c:pt idx="582">
                  <c:v>0.0761432736962</c:v>
                </c:pt>
                <c:pt idx="583">
                  <c:v>0.0747662623984</c:v>
                </c:pt>
                <c:pt idx="584">
                  <c:v>0.0734068125817</c:v>
                </c:pt>
                <c:pt idx="585">
                  <c:v>0.0720648743362</c:v>
                </c:pt>
                <c:pt idx="586">
                  <c:v>0.070740393457</c:v>
                </c:pt>
                <c:pt idx="587">
                  <c:v>0.0694333115437</c:v>
                </c:pt>
                <c:pt idx="588">
                  <c:v>0.068143566101</c:v>
                </c:pt>
                <c:pt idx="589">
                  <c:v>0.0668710906393</c:v>
                </c:pt>
                <c:pt idx="590">
                  <c:v>0.0656158147747</c:v>
                </c:pt>
                <c:pt idx="591">
                  <c:v>0.06437766433</c:v>
                </c:pt>
                <c:pt idx="592">
                  <c:v>0.0631565614352</c:v>
                </c:pt>
                <c:pt idx="593">
                  <c:v>0.0619524246281</c:v>
                </c:pt>
                <c:pt idx="594">
                  <c:v>0.0607651689546</c:v>
                </c:pt>
                <c:pt idx="595">
                  <c:v>0.0595947060688</c:v>
                </c:pt>
                <c:pt idx="596">
                  <c:v>0.0584409443335</c:v>
                </c:pt>
                <c:pt idx="597">
                  <c:v>0.0573037889191</c:v>
                </c:pt>
                <c:pt idx="598">
                  <c:v>0.0561831419039</c:v>
                </c:pt>
                <c:pt idx="599">
                  <c:v>0.0550789023721</c:v>
                </c:pt>
                <c:pt idx="600">
                  <c:v>0.0539909665132</c:v>
                </c:pt>
                <c:pt idx="601">
                  <c:v>0.0529192277192</c:v>
                </c:pt>
                <c:pt idx="602">
                  <c:v>0.0518635766828</c:v>
                </c:pt>
                <c:pt idx="603">
                  <c:v>0.0508239014937</c:v>
                </c:pt>
                <c:pt idx="604">
                  <c:v>0.0498000877351</c:v>
                </c:pt>
                <c:pt idx="605">
                  <c:v>0.0487920185792</c:v>
                </c:pt>
                <c:pt idx="606">
                  <c:v>0.0477995748821</c:v>
                </c:pt>
                <c:pt idx="607">
                  <c:v>0.0468226352777</c:v>
                </c:pt>
                <c:pt idx="608">
                  <c:v>0.0458610762711</c:v>
                </c:pt>
                <c:pt idx="609">
                  <c:v>0.0449147723308</c:v>
                </c:pt>
                <c:pt idx="610">
                  <c:v>0.0439835959804</c:v>
                </c:pt>
                <c:pt idx="611">
                  <c:v>0.0430674178893</c:v>
                </c:pt>
                <c:pt idx="612">
                  <c:v>0.0421661069618</c:v>
                </c:pt>
                <c:pt idx="613">
                  <c:v>0.0412795304263</c:v>
                </c:pt>
                <c:pt idx="614">
                  <c:v>0.0404075539229</c:v>
                </c:pt>
                <c:pt idx="615">
                  <c:v>0.0395500415894</c:v>
                </c:pt>
                <c:pt idx="616">
                  <c:v>0.0387068561475</c:v>
                </c:pt>
                <c:pt idx="617">
                  <c:v>0.0378778589867</c:v>
                </c:pt>
                <c:pt idx="618">
                  <c:v>0.0370629102478</c:v>
                </c:pt>
                <c:pt idx="619">
                  <c:v>0.0362618689049</c:v>
                </c:pt>
                <c:pt idx="620">
                  <c:v>0.0354745928462</c:v>
                </c:pt>
                <c:pt idx="621">
                  <c:v>0.0347009389539</c:v>
                </c:pt>
                <c:pt idx="622">
                  <c:v>0.0339407631824</c:v>
                </c:pt>
                <c:pt idx="623">
                  <c:v>0.0331939206359</c:v>
                </c:pt>
                <c:pt idx="624">
                  <c:v>0.0324602656437</c:v>
                </c:pt>
                <c:pt idx="625">
                  <c:v>0.0317396518357</c:v>
                </c:pt>
                <c:pt idx="626">
                  <c:v>0.031031932215</c:v>
                </c:pt>
                <c:pt idx="627">
                  <c:v>0.0303369592305</c:v>
                </c:pt>
                <c:pt idx="628">
                  <c:v>0.0296545848473</c:v>
                </c:pt>
                <c:pt idx="629">
                  <c:v>0.0289846606162</c:v>
                </c:pt>
                <c:pt idx="630">
                  <c:v>0.0283270377416</c:v>
                </c:pt>
                <c:pt idx="631">
                  <c:v>0.0276815671483</c:v>
                </c:pt>
                <c:pt idx="632">
                  <c:v>0.0270480995469</c:v>
                </c:pt>
                <c:pt idx="633">
                  <c:v>0.0264264854973</c:v>
                </c:pt>
                <c:pt idx="634">
                  <c:v>0.0258165754716</c:v>
                </c:pt>
                <c:pt idx="635">
                  <c:v>0.0252182199152</c:v>
                </c:pt>
                <c:pt idx="636">
                  <c:v>0.0246312693064</c:v>
                </c:pt>
                <c:pt idx="637">
                  <c:v>0.0240555742148</c:v>
                </c:pt>
                <c:pt idx="638">
                  <c:v>0.0234909853582</c:v>
                </c:pt>
                <c:pt idx="639">
                  <c:v>0.0229373536584</c:v>
                </c:pt>
                <c:pt idx="640">
                  <c:v>0.0223945302948</c:v>
                </c:pt>
                <c:pt idx="641">
                  <c:v>0.0218623667579</c:v>
                </c:pt>
                <c:pt idx="642">
                  <c:v>0.0213407148999</c:v>
                </c:pt>
                <c:pt idx="643">
                  <c:v>0.0208294269851</c:v>
                </c:pt>
                <c:pt idx="644">
                  <c:v>0.0203283557382</c:v>
                </c:pt>
                <c:pt idx="645">
                  <c:v>0.0198373543918</c:v>
                </c:pt>
                <c:pt idx="646">
                  <c:v>0.0193562767317</c:v>
                </c:pt>
                <c:pt idx="647">
                  <c:v>0.0188849771419</c:v>
                </c:pt>
                <c:pt idx="648">
                  <c:v>0.0184233106469</c:v>
                </c:pt>
                <c:pt idx="649">
                  <c:v>0.017971132954</c:v>
                </c:pt>
                <c:pt idx="650">
                  <c:v>0.0175283004936</c:v>
                </c:pt>
                <c:pt idx="651">
                  <c:v>0.0170946704575</c:v>
                </c:pt>
                <c:pt idx="652">
                  <c:v>0.0166701008374</c:v>
                </c:pt>
                <c:pt idx="653">
                  <c:v>0.0162544504606</c:v>
                </c:pt>
                <c:pt idx="654">
                  <c:v>0.0158475790254</c:v>
                </c:pt>
                <c:pt idx="655">
                  <c:v>0.0154493471344</c:v>
                </c:pt>
                <c:pt idx="656">
                  <c:v>0.0150596163274</c:v>
                </c:pt>
                <c:pt idx="657">
                  <c:v>0.0146782491121</c:v>
                </c:pt>
                <c:pt idx="658">
                  <c:v>0.0143051089941</c:v>
                </c:pt>
                <c:pt idx="659">
                  <c:v>0.0139400605059</c:v>
                </c:pt>
                <c:pt idx="660">
                  <c:v>0.0135829692337</c:v>
                </c:pt>
                <c:pt idx="661">
                  <c:v>0.0132337018438</c:v>
                </c:pt>
                <c:pt idx="662">
                  <c:v>0.0128921261079</c:v>
                </c:pt>
                <c:pt idx="663">
                  <c:v>0.0125581109264</c:v>
                </c:pt>
                <c:pt idx="664">
                  <c:v>0.0122315263513</c:v>
                </c:pt>
                <c:pt idx="665">
                  <c:v>0.0119122436076</c:v>
                </c:pt>
                <c:pt idx="666">
                  <c:v>0.0116001351137</c:v>
                </c:pt>
                <c:pt idx="667">
                  <c:v>0.0112950745005</c:v>
                </c:pt>
                <c:pt idx="668">
                  <c:v>0.0109969366294</c:v>
                </c:pt>
                <c:pt idx="669">
                  <c:v>0.0107055976098</c:v>
                </c:pt>
                <c:pt idx="670">
                  <c:v>0.0104209348144</c:v>
                </c:pt>
                <c:pt idx="671">
                  <c:v>0.0101428268948</c:v>
                </c:pt>
                <c:pt idx="672">
                  <c:v>0.00987115379475</c:v>
                </c:pt>
                <c:pt idx="673">
                  <c:v>0.00960579676354</c:v>
                </c:pt>
                <c:pt idx="674">
                  <c:v>0.00934663836761</c:v>
                </c:pt>
                <c:pt idx="675">
                  <c:v>0.00909356250159</c:v>
                </c:pt>
                <c:pt idx="676">
                  <c:v>0.00884645439824</c:v>
                </c:pt>
                <c:pt idx="677">
                  <c:v>0.0086052006375</c:v>
                </c:pt>
                <c:pt idx="678">
                  <c:v>0.00836968915465</c:v>
                </c:pt>
                <c:pt idx="679">
                  <c:v>0.00813980924755</c:v>
                </c:pt>
                <c:pt idx="680">
                  <c:v>0.00791545158298</c:v>
                </c:pt>
                <c:pt idx="681">
                  <c:v>0.00769650820224</c:v>
                </c:pt>
                <c:pt idx="682">
                  <c:v>0.00748287252578</c:v>
                </c:pt>
                <c:pt idx="683">
                  <c:v>0.00727443935714</c:v>
                </c:pt>
                <c:pt idx="684">
                  <c:v>0.00707110488602</c:v>
                </c:pt>
                <c:pt idx="685">
                  <c:v>0.00687276669061</c:v>
                </c:pt>
                <c:pt idx="686">
                  <c:v>0.0066793237392</c:v>
                </c:pt>
                <c:pt idx="687">
                  <c:v>0.00649067639099</c:v>
                </c:pt>
                <c:pt idx="688">
                  <c:v>0.00630672639627</c:v>
                </c:pt>
                <c:pt idx="689">
                  <c:v>0.00612737689582</c:v>
                </c:pt>
                <c:pt idx="690">
                  <c:v>0.00595253241978</c:v>
                </c:pt>
                <c:pt idx="691">
                  <c:v>0.00578209888567</c:v>
                </c:pt>
                <c:pt idx="692">
                  <c:v>0.00561598359599</c:v>
                </c:pt>
                <c:pt idx="693">
                  <c:v>0.00545409523506</c:v>
                </c:pt>
                <c:pt idx="694">
                  <c:v>0.00529634386531</c:v>
                </c:pt>
                <c:pt idx="695">
                  <c:v>0.00514264092305</c:v>
                </c:pt>
                <c:pt idx="696">
                  <c:v>0.00499289921361</c:v>
                </c:pt>
                <c:pt idx="697">
                  <c:v>0.00484703290598</c:v>
                </c:pt>
                <c:pt idx="698">
                  <c:v>0.00470495752693</c:v>
                </c:pt>
                <c:pt idx="699">
                  <c:v>0.00456658995467</c:v>
                </c:pt>
                <c:pt idx="700">
                  <c:v>0.00443184841194</c:v>
                </c:pt>
                <c:pt idx="701">
                  <c:v>0.00430065245873</c:v>
                </c:pt>
                <c:pt idx="702">
                  <c:v>0.00417292298452</c:v>
                </c:pt>
                <c:pt idx="703">
                  <c:v>0.00404858220009</c:v>
                </c:pt>
                <c:pt idx="704">
                  <c:v>0.00392755362892</c:v>
                </c:pt>
                <c:pt idx="705">
                  <c:v>0.00380976209822</c:v>
                </c:pt>
                <c:pt idx="706">
                  <c:v>0.00369513372956</c:v>
                </c:pt>
                <c:pt idx="707">
                  <c:v>0.00358359592916</c:v>
                </c:pt>
                <c:pt idx="708">
                  <c:v>0.00347507737785</c:v>
                </c:pt>
                <c:pt idx="709">
                  <c:v>0.00336950802068</c:v>
                </c:pt>
                <c:pt idx="710">
                  <c:v>0.0032668190562</c:v>
                </c:pt>
                <c:pt idx="711">
                  <c:v>0.00316694292554</c:v>
                </c:pt>
                <c:pt idx="712">
                  <c:v>0.0030698133011</c:v>
                </c:pt>
                <c:pt idx="713">
                  <c:v>0.00297536507507</c:v>
                </c:pt>
                <c:pt idx="714">
                  <c:v>0.0028835343476</c:v>
                </c:pt>
                <c:pt idx="715">
                  <c:v>0.00279425841488</c:v>
                </c:pt>
                <c:pt idx="716">
                  <c:v>0.00270747575684</c:v>
                </c:pt>
                <c:pt idx="717">
                  <c:v>0.00262312602478</c:v>
                </c:pt>
                <c:pt idx="718">
                  <c:v>0.00254115002873</c:v>
                </c:pt>
                <c:pt idx="719">
                  <c:v>0.00246148972464</c:v>
                </c:pt>
                <c:pt idx="720">
                  <c:v>0.00238408820146</c:v>
                </c:pt>
                <c:pt idx="721">
                  <c:v>0.00230888966801</c:v>
                </c:pt>
                <c:pt idx="722">
                  <c:v>0.00223583943969</c:v>
                </c:pt>
                <c:pt idx="723">
                  <c:v>0.00216488392517</c:v>
                </c:pt>
                <c:pt idx="724">
                  <c:v>0.00209597061286</c:v>
                </c:pt>
                <c:pt idx="725">
                  <c:v>0.0020290480573</c:v>
                </c:pt>
                <c:pt idx="726">
                  <c:v>0.0019640658655</c:v>
                </c:pt>
                <c:pt idx="727">
                  <c:v>0.00190097468317</c:v>
                </c:pt>
                <c:pt idx="728">
                  <c:v>0.00183972618082</c:v>
                </c:pt>
                <c:pt idx="729">
                  <c:v>0.00178027303996</c:v>
                </c:pt>
                <c:pt idx="730">
                  <c:v>0.00172256893905</c:v>
                </c:pt>
                <c:pt idx="731">
                  <c:v>0.00166656853957</c:v>
                </c:pt>
                <c:pt idx="732">
                  <c:v>0.00161222747198</c:v>
                </c:pt>
                <c:pt idx="733">
                  <c:v>0.00155950232165</c:v>
                </c:pt>
                <c:pt idx="734">
                  <c:v>0.00150835061485</c:v>
                </c:pt>
                <c:pt idx="735">
                  <c:v>0.00145873080467</c:v>
                </c:pt>
                <c:pt idx="736">
                  <c:v>0.00141060225694</c:v>
                </c:pt>
                <c:pt idx="737">
                  <c:v>0.00136392523624</c:v>
                </c:pt>
                <c:pt idx="738">
                  <c:v>0.00131866089182</c:v>
                </c:pt>
                <c:pt idx="739">
                  <c:v>0.00127477124366</c:v>
                </c:pt>
                <c:pt idx="740">
                  <c:v>0.00123221916847</c:v>
                </c:pt>
                <c:pt idx="741">
                  <c:v>0.00119096838581</c:v>
                </c:pt>
                <c:pt idx="742">
                  <c:v>0.00115098344418</c:v>
                </c:pt>
                <c:pt idx="743">
                  <c:v>0.00111222970727</c:v>
                </c:pt>
                <c:pt idx="744">
                  <c:v>0.00107467334015</c:v>
                </c:pt>
                <c:pt idx="745">
                  <c:v>0.00103828129566</c:v>
                </c:pt>
                <c:pt idx="746">
                  <c:v>0.00100302130073</c:v>
                </c:pt>
                <c:pt idx="747">
                  <c:v>0.00096886184292</c:v>
                </c:pt>
                <c:pt idx="748">
                  <c:v>0.000935772156927</c:v>
                </c:pt>
                <c:pt idx="749">
                  <c:v>0.000903722211278</c:v>
                </c:pt>
                <c:pt idx="750">
                  <c:v>0.000872682695046</c:v>
                </c:pt>
                <c:pt idx="751">
                  <c:v>0.000842625004707</c:v>
                </c:pt>
                <c:pt idx="752">
                  <c:v>0.000813521231082</c:v>
                </c:pt>
                <c:pt idx="753">
                  <c:v>0.000785344146392</c:v>
                </c:pt>
                <c:pt idx="754">
                  <c:v>0.000758067191429</c:v>
                </c:pt>
                <c:pt idx="755">
                  <c:v>0.00073166446283</c:v>
                </c:pt>
                <c:pt idx="756">
                  <c:v>0.000706110700488</c:v>
                </c:pt>
                <c:pt idx="757">
                  <c:v>0.000681381275067</c:v>
                </c:pt>
                <c:pt idx="758">
                  <c:v>0.000657452175655</c:v>
                </c:pt>
                <c:pt idx="759">
                  <c:v>0.000634299997539</c:v>
                </c:pt>
                <c:pt idx="760">
                  <c:v>0.000611901930114</c:v>
                </c:pt>
                <c:pt idx="761">
                  <c:v>0.000590235744923</c:v>
                </c:pt>
                <c:pt idx="762">
                  <c:v>0.000569279783834</c:v>
                </c:pt>
                <c:pt idx="763">
                  <c:v>0.000549012947357</c:v>
                </c:pt>
                <c:pt idx="764">
                  <c:v>0.000529414683095</c:v>
                </c:pt>
                <c:pt idx="765">
                  <c:v>0.000510464974344</c:v>
                </c:pt>
                <c:pt idx="766">
                  <c:v>0.000492144328833</c:v>
                </c:pt>
                <c:pt idx="767">
                  <c:v>0.000474433767607</c:v>
                </c:pt>
                <c:pt idx="768">
                  <c:v>0.00045731481406</c:v>
                </c:pt>
                <c:pt idx="769">
                  <c:v>0.000440769483115</c:v>
                </c:pt>
                <c:pt idx="770">
                  <c:v>0.000424780270551</c:v>
                </c:pt>
                <c:pt idx="771">
                  <c:v>0.000409330142478</c:v>
                </c:pt>
                <c:pt idx="772">
                  <c:v>0.000394402524969</c:v>
                </c:pt>
                <c:pt idx="773">
                  <c:v>0.000379981293835</c:v>
                </c:pt>
                <c:pt idx="774">
                  <c:v>0.000366050764557</c:v>
                </c:pt>
                <c:pt idx="775">
                  <c:v>0.000352595682367</c:v>
                </c:pt>
                <c:pt idx="776">
                  <c:v>0.000339601212484</c:v>
                </c:pt>
                <c:pt idx="777">
                  <c:v>0.000327052930496</c:v>
                </c:pt>
                <c:pt idx="778">
                  <c:v>0.000314936812908</c:v>
                </c:pt>
                <c:pt idx="779">
                  <c:v>0.000303239227822</c:v>
                </c:pt>
                <c:pt idx="780">
                  <c:v>0.000291946925791</c:v>
                </c:pt>
                <c:pt idx="781">
                  <c:v>0.00028104703081</c:v>
                </c:pt>
                <c:pt idx="782">
                  <c:v>0.000270527031462</c:v>
                </c:pt>
                <c:pt idx="783">
                  <c:v>0.000260374772218</c:v>
                </c:pt>
                <c:pt idx="784">
                  <c:v>0.000250578444891</c:v>
                </c:pt>
                <c:pt idx="785">
                  <c:v>0.000241126580226</c:v>
                </c:pt>
                <c:pt idx="786">
                  <c:v>0.000232008039657</c:v>
                </c:pt>
                <c:pt idx="787">
                  <c:v>0.0002232120072</c:v>
                </c:pt>
                <c:pt idx="788">
                  <c:v>0.0002147279815</c:v>
                </c:pt>
                <c:pt idx="789">
                  <c:v>0.000206545768023</c:v>
                </c:pt>
                <c:pt idx="790">
                  <c:v>0.000198655471393</c:v>
                </c:pt>
                <c:pt idx="791">
                  <c:v>0.000191047487875</c:v>
                </c:pt>
                <c:pt idx="792">
                  <c:v>0.000183712498002</c:v>
                </c:pt>
                <c:pt idx="793">
                  <c:v>0.000176641459348</c:v>
                </c:pt>
                <c:pt idx="794">
                  <c:v>0.000169825599429</c:v>
                </c:pt>
                <c:pt idx="795">
                  <c:v>0.000163256408766</c:v>
                </c:pt>
                <c:pt idx="796">
                  <c:v>0.000156925634066</c:v>
                </c:pt>
                <c:pt idx="797">
                  <c:v>0.000150825271551</c:v>
                </c:pt>
                <c:pt idx="798">
                  <c:v>0.000144947560424</c:v>
                </c:pt>
                <c:pt idx="799">
                  <c:v>0.000139284976466</c:v>
                </c:pt>
                <c:pt idx="800">
                  <c:v>0.000133830225765</c:v>
                </c:pt>
              </c:numCache>
            </c:numRef>
          </c:yVal>
          <c:smooth val="0"/>
        </c:ser>
        <c:ser>
          <c:idx val="1"/>
          <c:order val="1"/>
          <c:tx>
            <c:v>n = 4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33338">
              <a:solidFill>
                <a:srgbClr val="C46A13"/>
              </a:solidFill>
              <a:prstDash val="dash"/>
            </a:ln>
          </c:spPr>
          <c:marker>
            <c:symbol val="none"/>
          </c:marker>
          <c:xVal>
            <c:numRef>
              <c:f>'Chart Data'!$C$2:$C$802</c:f>
              <c:numCache>
                <c:formatCode>General</c:formatCode>
                <c:ptCount val="801"/>
                <c:pt idx="0">
                  <c:v>-4</c:v>
                </c:pt>
                <c:pt idx="1">
                  <c:v>-3.99</c:v>
                </c:pt>
                <c:pt idx="2">
                  <c:v>-3.98</c:v>
                </c:pt>
                <c:pt idx="3">
                  <c:v>-3.97</c:v>
                </c:pt>
                <c:pt idx="4">
                  <c:v>-3.96</c:v>
                </c:pt>
                <c:pt idx="5">
                  <c:v>-3.95</c:v>
                </c:pt>
                <c:pt idx="6">
                  <c:v>-3.94</c:v>
                </c:pt>
                <c:pt idx="7">
                  <c:v>-3.93</c:v>
                </c:pt>
                <c:pt idx="8">
                  <c:v>-3.92</c:v>
                </c:pt>
                <c:pt idx="9">
                  <c:v>-3.91</c:v>
                </c:pt>
                <c:pt idx="10">
                  <c:v>-3.9</c:v>
                </c:pt>
                <c:pt idx="11">
                  <c:v>-3.89</c:v>
                </c:pt>
                <c:pt idx="12">
                  <c:v>-3.88</c:v>
                </c:pt>
                <c:pt idx="13">
                  <c:v>-3.87</c:v>
                </c:pt>
                <c:pt idx="14">
                  <c:v>-3.86</c:v>
                </c:pt>
                <c:pt idx="15">
                  <c:v>-3.85</c:v>
                </c:pt>
                <c:pt idx="16">
                  <c:v>-3.84</c:v>
                </c:pt>
                <c:pt idx="17">
                  <c:v>-3.83</c:v>
                </c:pt>
                <c:pt idx="18">
                  <c:v>-3.82</c:v>
                </c:pt>
                <c:pt idx="19">
                  <c:v>-3.81</c:v>
                </c:pt>
                <c:pt idx="20">
                  <c:v>-3.8</c:v>
                </c:pt>
                <c:pt idx="21">
                  <c:v>-3.79</c:v>
                </c:pt>
                <c:pt idx="22">
                  <c:v>-3.78</c:v>
                </c:pt>
                <c:pt idx="23">
                  <c:v>-3.77</c:v>
                </c:pt>
                <c:pt idx="24">
                  <c:v>-3.76</c:v>
                </c:pt>
                <c:pt idx="25">
                  <c:v>-3.75</c:v>
                </c:pt>
                <c:pt idx="26">
                  <c:v>-3.74</c:v>
                </c:pt>
                <c:pt idx="27">
                  <c:v>-3.73</c:v>
                </c:pt>
                <c:pt idx="28">
                  <c:v>-3.72</c:v>
                </c:pt>
                <c:pt idx="29">
                  <c:v>-3.71</c:v>
                </c:pt>
                <c:pt idx="30">
                  <c:v>-3.7</c:v>
                </c:pt>
                <c:pt idx="31">
                  <c:v>-3.69</c:v>
                </c:pt>
                <c:pt idx="32">
                  <c:v>-3.68</c:v>
                </c:pt>
                <c:pt idx="33">
                  <c:v>-3.67</c:v>
                </c:pt>
                <c:pt idx="34">
                  <c:v>-3.66</c:v>
                </c:pt>
                <c:pt idx="35">
                  <c:v>-3.65</c:v>
                </c:pt>
                <c:pt idx="36">
                  <c:v>-3.64</c:v>
                </c:pt>
                <c:pt idx="37">
                  <c:v>-3.63</c:v>
                </c:pt>
                <c:pt idx="38">
                  <c:v>-3.62</c:v>
                </c:pt>
                <c:pt idx="39">
                  <c:v>-3.61</c:v>
                </c:pt>
                <c:pt idx="40">
                  <c:v>-3.6</c:v>
                </c:pt>
                <c:pt idx="41">
                  <c:v>-3.59</c:v>
                </c:pt>
                <c:pt idx="42">
                  <c:v>-3.58</c:v>
                </c:pt>
                <c:pt idx="43">
                  <c:v>-3.57</c:v>
                </c:pt>
                <c:pt idx="44">
                  <c:v>-3.56</c:v>
                </c:pt>
                <c:pt idx="45">
                  <c:v>-3.55</c:v>
                </c:pt>
                <c:pt idx="46">
                  <c:v>-3.54</c:v>
                </c:pt>
                <c:pt idx="47">
                  <c:v>-3.53</c:v>
                </c:pt>
                <c:pt idx="48">
                  <c:v>-3.52</c:v>
                </c:pt>
                <c:pt idx="49">
                  <c:v>-3.51</c:v>
                </c:pt>
                <c:pt idx="50">
                  <c:v>-3.5</c:v>
                </c:pt>
                <c:pt idx="51">
                  <c:v>-3.49</c:v>
                </c:pt>
                <c:pt idx="52">
                  <c:v>-3.48</c:v>
                </c:pt>
                <c:pt idx="53">
                  <c:v>-3.47</c:v>
                </c:pt>
                <c:pt idx="54">
                  <c:v>-3.46</c:v>
                </c:pt>
                <c:pt idx="55">
                  <c:v>-3.45</c:v>
                </c:pt>
                <c:pt idx="56">
                  <c:v>-3.44</c:v>
                </c:pt>
                <c:pt idx="57">
                  <c:v>-3.43</c:v>
                </c:pt>
                <c:pt idx="58">
                  <c:v>-3.42</c:v>
                </c:pt>
                <c:pt idx="59">
                  <c:v>-3.41</c:v>
                </c:pt>
                <c:pt idx="60">
                  <c:v>-3.4</c:v>
                </c:pt>
                <c:pt idx="61">
                  <c:v>-3.39</c:v>
                </c:pt>
                <c:pt idx="62">
                  <c:v>-3.38</c:v>
                </c:pt>
                <c:pt idx="63">
                  <c:v>-3.37</c:v>
                </c:pt>
                <c:pt idx="64">
                  <c:v>-3.36</c:v>
                </c:pt>
                <c:pt idx="65">
                  <c:v>-3.35</c:v>
                </c:pt>
                <c:pt idx="66">
                  <c:v>-3.34</c:v>
                </c:pt>
                <c:pt idx="67">
                  <c:v>-3.33</c:v>
                </c:pt>
                <c:pt idx="68">
                  <c:v>-3.32</c:v>
                </c:pt>
                <c:pt idx="69">
                  <c:v>-3.31</c:v>
                </c:pt>
                <c:pt idx="70">
                  <c:v>-3.3</c:v>
                </c:pt>
                <c:pt idx="71">
                  <c:v>-3.29</c:v>
                </c:pt>
                <c:pt idx="72">
                  <c:v>-3.28</c:v>
                </c:pt>
                <c:pt idx="73">
                  <c:v>-3.27</c:v>
                </c:pt>
                <c:pt idx="74">
                  <c:v>-3.26</c:v>
                </c:pt>
                <c:pt idx="75">
                  <c:v>-3.25</c:v>
                </c:pt>
                <c:pt idx="76">
                  <c:v>-3.24</c:v>
                </c:pt>
                <c:pt idx="77">
                  <c:v>-3.23</c:v>
                </c:pt>
                <c:pt idx="78">
                  <c:v>-3.22</c:v>
                </c:pt>
                <c:pt idx="79">
                  <c:v>-3.21</c:v>
                </c:pt>
                <c:pt idx="80">
                  <c:v>-3.2</c:v>
                </c:pt>
                <c:pt idx="81">
                  <c:v>-3.19</c:v>
                </c:pt>
                <c:pt idx="82">
                  <c:v>-3.18</c:v>
                </c:pt>
                <c:pt idx="83">
                  <c:v>-3.17</c:v>
                </c:pt>
                <c:pt idx="84">
                  <c:v>-3.16</c:v>
                </c:pt>
                <c:pt idx="85">
                  <c:v>-3.15</c:v>
                </c:pt>
                <c:pt idx="86">
                  <c:v>-3.14</c:v>
                </c:pt>
                <c:pt idx="87">
                  <c:v>-3.13</c:v>
                </c:pt>
                <c:pt idx="88">
                  <c:v>-3.12</c:v>
                </c:pt>
                <c:pt idx="89">
                  <c:v>-3.11</c:v>
                </c:pt>
                <c:pt idx="90">
                  <c:v>-3.1</c:v>
                </c:pt>
                <c:pt idx="91">
                  <c:v>-3.09</c:v>
                </c:pt>
                <c:pt idx="92">
                  <c:v>-3.08</c:v>
                </c:pt>
                <c:pt idx="93">
                  <c:v>-3.07</c:v>
                </c:pt>
                <c:pt idx="94">
                  <c:v>-3.06</c:v>
                </c:pt>
                <c:pt idx="95">
                  <c:v>-3.05</c:v>
                </c:pt>
                <c:pt idx="96">
                  <c:v>-3.04</c:v>
                </c:pt>
                <c:pt idx="97">
                  <c:v>-3.03</c:v>
                </c:pt>
                <c:pt idx="98">
                  <c:v>-3.02</c:v>
                </c:pt>
                <c:pt idx="99">
                  <c:v>-3.01</c:v>
                </c:pt>
                <c:pt idx="100">
                  <c:v>-3</c:v>
                </c:pt>
                <c:pt idx="101">
                  <c:v>-2.99</c:v>
                </c:pt>
                <c:pt idx="102">
                  <c:v>-2.98</c:v>
                </c:pt>
                <c:pt idx="103">
                  <c:v>-2.97</c:v>
                </c:pt>
                <c:pt idx="104">
                  <c:v>-2.96</c:v>
                </c:pt>
                <c:pt idx="105">
                  <c:v>-2.95</c:v>
                </c:pt>
                <c:pt idx="106">
                  <c:v>-2.94</c:v>
                </c:pt>
                <c:pt idx="107">
                  <c:v>-2.93</c:v>
                </c:pt>
                <c:pt idx="108">
                  <c:v>-2.92</c:v>
                </c:pt>
                <c:pt idx="109">
                  <c:v>-2.91</c:v>
                </c:pt>
                <c:pt idx="110">
                  <c:v>-2.9</c:v>
                </c:pt>
                <c:pt idx="111">
                  <c:v>-2.89</c:v>
                </c:pt>
                <c:pt idx="112">
                  <c:v>-2.88</c:v>
                </c:pt>
                <c:pt idx="113">
                  <c:v>-2.87</c:v>
                </c:pt>
                <c:pt idx="114">
                  <c:v>-2.86</c:v>
                </c:pt>
                <c:pt idx="115">
                  <c:v>-2.85</c:v>
                </c:pt>
                <c:pt idx="116">
                  <c:v>-2.84</c:v>
                </c:pt>
                <c:pt idx="117">
                  <c:v>-2.83</c:v>
                </c:pt>
                <c:pt idx="118">
                  <c:v>-2.82</c:v>
                </c:pt>
                <c:pt idx="119">
                  <c:v>-2.81</c:v>
                </c:pt>
                <c:pt idx="120">
                  <c:v>-2.8</c:v>
                </c:pt>
                <c:pt idx="121">
                  <c:v>-2.79</c:v>
                </c:pt>
                <c:pt idx="122">
                  <c:v>-2.78</c:v>
                </c:pt>
                <c:pt idx="123">
                  <c:v>-2.77</c:v>
                </c:pt>
                <c:pt idx="124">
                  <c:v>-2.76</c:v>
                </c:pt>
                <c:pt idx="125">
                  <c:v>-2.75</c:v>
                </c:pt>
                <c:pt idx="126">
                  <c:v>-2.74</c:v>
                </c:pt>
                <c:pt idx="127">
                  <c:v>-2.73</c:v>
                </c:pt>
                <c:pt idx="128">
                  <c:v>-2.72</c:v>
                </c:pt>
                <c:pt idx="129">
                  <c:v>-2.71</c:v>
                </c:pt>
                <c:pt idx="130">
                  <c:v>-2.7</c:v>
                </c:pt>
                <c:pt idx="131">
                  <c:v>-2.69</c:v>
                </c:pt>
                <c:pt idx="132">
                  <c:v>-2.68</c:v>
                </c:pt>
                <c:pt idx="133">
                  <c:v>-2.67</c:v>
                </c:pt>
                <c:pt idx="134">
                  <c:v>-2.66</c:v>
                </c:pt>
                <c:pt idx="135">
                  <c:v>-2.65</c:v>
                </c:pt>
                <c:pt idx="136">
                  <c:v>-2.64</c:v>
                </c:pt>
                <c:pt idx="137">
                  <c:v>-2.63</c:v>
                </c:pt>
                <c:pt idx="138">
                  <c:v>-2.62</c:v>
                </c:pt>
                <c:pt idx="139">
                  <c:v>-2.61</c:v>
                </c:pt>
                <c:pt idx="140">
                  <c:v>-2.6</c:v>
                </c:pt>
                <c:pt idx="141">
                  <c:v>-2.59</c:v>
                </c:pt>
                <c:pt idx="142">
                  <c:v>-2.58</c:v>
                </c:pt>
                <c:pt idx="143">
                  <c:v>-2.57</c:v>
                </c:pt>
                <c:pt idx="144">
                  <c:v>-2.56</c:v>
                </c:pt>
                <c:pt idx="145">
                  <c:v>-2.55</c:v>
                </c:pt>
                <c:pt idx="146">
                  <c:v>-2.54</c:v>
                </c:pt>
                <c:pt idx="147">
                  <c:v>-2.53</c:v>
                </c:pt>
                <c:pt idx="148">
                  <c:v>-2.52</c:v>
                </c:pt>
                <c:pt idx="149">
                  <c:v>-2.51</c:v>
                </c:pt>
                <c:pt idx="150">
                  <c:v>-2.5</c:v>
                </c:pt>
                <c:pt idx="151">
                  <c:v>-2.49</c:v>
                </c:pt>
                <c:pt idx="152">
                  <c:v>-2.48</c:v>
                </c:pt>
                <c:pt idx="153">
                  <c:v>-2.47</c:v>
                </c:pt>
                <c:pt idx="154">
                  <c:v>-2.46</c:v>
                </c:pt>
                <c:pt idx="155">
                  <c:v>-2.45</c:v>
                </c:pt>
                <c:pt idx="156">
                  <c:v>-2.44</c:v>
                </c:pt>
                <c:pt idx="157">
                  <c:v>-2.43</c:v>
                </c:pt>
                <c:pt idx="158">
                  <c:v>-2.42</c:v>
                </c:pt>
                <c:pt idx="159">
                  <c:v>-2.41</c:v>
                </c:pt>
                <c:pt idx="160">
                  <c:v>-2.4</c:v>
                </c:pt>
                <c:pt idx="161">
                  <c:v>-2.39</c:v>
                </c:pt>
                <c:pt idx="162">
                  <c:v>-2.38</c:v>
                </c:pt>
                <c:pt idx="163">
                  <c:v>-2.37</c:v>
                </c:pt>
                <c:pt idx="164">
                  <c:v>-2.36</c:v>
                </c:pt>
                <c:pt idx="165">
                  <c:v>-2.35</c:v>
                </c:pt>
                <c:pt idx="166">
                  <c:v>-2.34</c:v>
                </c:pt>
                <c:pt idx="167">
                  <c:v>-2.33</c:v>
                </c:pt>
                <c:pt idx="168">
                  <c:v>-2.32</c:v>
                </c:pt>
                <c:pt idx="169">
                  <c:v>-2.31</c:v>
                </c:pt>
                <c:pt idx="170">
                  <c:v>-2.3</c:v>
                </c:pt>
                <c:pt idx="171">
                  <c:v>-2.29</c:v>
                </c:pt>
                <c:pt idx="172">
                  <c:v>-2.28</c:v>
                </c:pt>
                <c:pt idx="173">
                  <c:v>-2.27</c:v>
                </c:pt>
                <c:pt idx="174">
                  <c:v>-2.26</c:v>
                </c:pt>
                <c:pt idx="175">
                  <c:v>-2.25</c:v>
                </c:pt>
                <c:pt idx="176">
                  <c:v>-2.24</c:v>
                </c:pt>
                <c:pt idx="177">
                  <c:v>-2.23</c:v>
                </c:pt>
                <c:pt idx="178">
                  <c:v>-2.22</c:v>
                </c:pt>
                <c:pt idx="179">
                  <c:v>-2.21</c:v>
                </c:pt>
                <c:pt idx="180">
                  <c:v>-2.2</c:v>
                </c:pt>
                <c:pt idx="181">
                  <c:v>-2.19</c:v>
                </c:pt>
                <c:pt idx="182">
                  <c:v>-2.18</c:v>
                </c:pt>
                <c:pt idx="183">
                  <c:v>-2.17</c:v>
                </c:pt>
                <c:pt idx="184">
                  <c:v>-2.16</c:v>
                </c:pt>
                <c:pt idx="185">
                  <c:v>-2.15</c:v>
                </c:pt>
                <c:pt idx="186">
                  <c:v>-2.14</c:v>
                </c:pt>
                <c:pt idx="187">
                  <c:v>-2.13</c:v>
                </c:pt>
                <c:pt idx="188">
                  <c:v>-2.12</c:v>
                </c:pt>
                <c:pt idx="189">
                  <c:v>-2.11</c:v>
                </c:pt>
                <c:pt idx="190">
                  <c:v>-2.1</c:v>
                </c:pt>
                <c:pt idx="191">
                  <c:v>-2.09</c:v>
                </c:pt>
                <c:pt idx="192">
                  <c:v>-2.08</c:v>
                </c:pt>
                <c:pt idx="193">
                  <c:v>-2.07</c:v>
                </c:pt>
                <c:pt idx="194">
                  <c:v>-2.06</c:v>
                </c:pt>
                <c:pt idx="195">
                  <c:v>-2.05</c:v>
                </c:pt>
                <c:pt idx="196">
                  <c:v>-2.04</c:v>
                </c:pt>
                <c:pt idx="197">
                  <c:v>-2.03</c:v>
                </c:pt>
                <c:pt idx="198">
                  <c:v>-2.02</c:v>
                </c:pt>
                <c:pt idx="199">
                  <c:v>-2.01</c:v>
                </c:pt>
                <c:pt idx="200">
                  <c:v>-2</c:v>
                </c:pt>
                <c:pt idx="201">
                  <c:v>-1.99</c:v>
                </c:pt>
                <c:pt idx="202">
                  <c:v>-1.98</c:v>
                </c:pt>
                <c:pt idx="203">
                  <c:v>-1.97</c:v>
                </c:pt>
                <c:pt idx="204">
                  <c:v>-1.96</c:v>
                </c:pt>
                <c:pt idx="205">
                  <c:v>-1.95</c:v>
                </c:pt>
                <c:pt idx="206">
                  <c:v>-1.94</c:v>
                </c:pt>
                <c:pt idx="207">
                  <c:v>-1.93</c:v>
                </c:pt>
                <c:pt idx="208">
                  <c:v>-1.92</c:v>
                </c:pt>
                <c:pt idx="209">
                  <c:v>-1.91</c:v>
                </c:pt>
                <c:pt idx="210">
                  <c:v>-1.9</c:v>
                </c:pt>
                <c:pt idx="211">
                  <c:v>-1.89</c:v>
                </c:pt>
                <c:pt idx="212">
                  <c:v>-1.88</c:v>
                </c:pt>
                <c:pt idx="213">
                  <c:v>-1.87</c:v>
                </c:pt>
                <c:pt idx="214">
                  <c:v>-1.86</c:v>
                </c:pt>
                <c:pt idx="215">
                  <c:v>-1.85</c:v>
                </c:pt>
                <c:pt idx="216">
                  <c:v>-1.84</c:v>
                </c:pt>
                <c:pt idx="217">
                  <c:v>-1.83</c:v>
                </c:pt>
                <c:pt idx="218">
                  <c:v>-1.82</c:v>
                </c:pt>
                <c:pt idx="219">
                  <c:v>-1.81</c:v>
                </c:pt>
                <c:pt idx="220">
                  <c:v>-1.8</c:v>
                </c:pt>
                <c:pt idx="221">
                  <c:v>-1.79</c:v>
                </c:pt>
                <c:pt idx="222">
                  <c:v>-1.78</c:v>
                </c:pt>
                <c:pt idx="223">
                  <c:v>-1.77</c:v>
                </c:pt>
                <c:pt idx="224">
                  <c:v>-1.76</c:v>
                </c:pt>
                <c:pt idx="225">
                  <c:v>-1.75</c:v>
                </c:pt>
                <c:pt idx="226">
                  <c:v>-1.74</c:v>
                </c:pt>
                <c:pt idx="227">
                  <c:v>-1.73</c:v>
                </c:pt>
                <c:pt idx="228">
                  <c:v>-1.72</c:v>
                </c:pt>
                <c:pt idx="229">
                  <c:v>-1.71</c:v>
                </c:pt>
                <c:pt idx="230">
                  <c:v>-1.7</c:v>
                </c:pt>
                <c:pt idx="231">
                  <c:v>-1.69</c:v>
                </c:pt>
                <c:pt idx="232">
                  <c:v>-1.68</c:v>
                </c:pt>
                <c:pt idx="233">
                  <c:v>-1.67</c:v>
                </c:pt>
                <c:pt idx="234">
                  <c:v>-1.66</c:v>
                </c:pt>
                <c:pt idx="235">
                  <c:v>-1.65</c:v>
                </c:pt>
                <c:pt idx="236">
                  <c:v>-1.64</c:v>
                </c:pt>
                <c:pt idx="237">
                  <c:v>-1.63</c:v>
                </c:pt>
                <c:pt idx="238">
                  <c:v>-1.62</c:v>
                </c:pt>
                <c:pt idx="239">
                  <c:v>-1.61</c:v>
                </c:pt>
                <c:pt idx="240">
                  <c:v>-1.6</c:v>
                </c:pt>
                <c:pt idx="241">
                  <c:v>-1.59</c:v>
                </c:pt>
                <c:pt idx="242">
                  <c:v>-1.58</c:v>
                </c:pt>
                <c:pt idx="243">
                  <c:v>-1.57</c:v>
                </c:pt>
                <c:pt idx="244">
                  <c:v>-1.56</c:v>
                </c:pt>
                <c:pt idx="245">
                  <c:v>-1.55</c:v>
                </c:pt>
                <c:pt idx="246">
                  <c:v>-1.54</c:v>
                </c:pt>
                <c:pt idx="247">
                  <c:v>-1.53</c:v>
                </c:pt>
                <c:pt idx="248">
                  <c:v>-1.52</c:v>
                </c:pt>
                <c:pt idx="249">
                  <c:v>-1.51</c:v>
                </c:pt>
                <c:pt idx="250">
                  <c:v>-1.5</c:v>
                </c:pt>
                <c:pt idx="251">
                  <c:v>-1.49</c:v>
                </c:pt>
                <c:pt idx="252">
                  <c:v>-1.48</c:v>
                </c:pt>
                <c:pt idx="253">
                  <c:v>-1.47</c:v>
                </c:pt>
                <c:pt idx="254">
                  <c:v>-1.46</c:v>
                </c:pt>
                <c:pt idx="255">
                  <c:v>-1.45</c:v>
                </c:pt>
                <c:pt idx="256">
                  <c:v>-1.44</c:v>
                </c:pt>
                <c:pt idx="257">
                  <c:v>-1.43</c:v>
                </c:pt>
                <c:pt idx="258">
                  <c:v>-1.42</c:v>
                </c:pt>
                <c:pt idx="259">
                  <c:v>-1.41</c:v>
                </c:pt>
                <c:pt idx="260">
                  <c:v>-1.4</c:v>
                </c:pt>
                <c:pt idx="261">
                  <c:v>-1.39</c:v>
                </c:pt>
                <c:pt idx="262">
                  <c:v>-1.38</c:v>
                </c:pt>
                <c:pt idx="263">
                  <c:v>-1.37</c:v>
                </c:pt>
                <c:pt idx="264">
                  <c:v>-1.36</c:v>
                </c:pt>
                <c:pt idx="265">
                  <c:v>-1.35</c:v>
                </c:pt>
                <c:pt idx="266">
                  <c:v>-1.34</c:v>
                </c:pt>
                <c:pt idx="267">
                  <c:v>-1.33</c:v>
                </c:pt>
                <c:pt idx="268">
                  <c:v>-1.32</c:v>
                </c:pt>
                <c:pt idx="269">
                  <c:v>-1.31</c:v>
                </c:pt>
                <c:pt idx="270">
                  <c:v>-1.3</c:v>
                </c:pt>
                <c:pt idx="271">
                  <c:v>-1.29</c:v>
                </c:pt>
                <c:pt idx="272">
                  <c:v>-1.28</c:v>
                </c:pt>
                <c:pt idx="273">
                  <c:v>-1.27</c:v>
                </c:pt>
                <c:pt idx="274">
                  <c:v>-1.26</c:v>
                </c:pt>
                <c:pt idx="275">
                  <c:v>-1.25</c:v>
                </c:pt>
                <c:pt idx="276">
                  <c:v>-1.24</c:v>
                </c:pt>
                <c:pt idx="277">
                  <c:v>-1.23</c:v>
                </c:pt>
                <c:pt idx="278">
                  <c:v>-1.22</c:v>
                </c:pt>
                <c:pt idx="279">
                  <c:v>-1.21</c:v>
                </c:pt>
                <c:pt idx="280">
                  <c:v>-1.2</c:v>
                </c:pt>
                <c:pt idx="281">
                  <c:v>-1.19</c:v>
                </c:pt>
                <c:pt idx="282">
                  <c:v>-1.18</c:v>
                </c:pt>
                <c:pt idx="283">
                  <c:v>-1.17</c:v>
                </c:pt>
                <c:pt idx="284">
                  <c:v>-1.16</c:v>
                </c:pt>
                <c:pt idx="285">
                  <c:v>-1.15</c:v>
                </c:pt>
                <c:pt idx="286">
                  <c:v>-1.14</c:v>
                </c:pt>
                <c:pt idx="287">
                  <c:v>-1.13</c:v>
                </c:pt>
                <c:pt idx="288">
                  <c:v>-1.12</c:v>
                </c:pt>
                <c:pt idx="289">
                  <c:v>-1.11</c:v>
                </c:pt>
                <c:pt idx="290">
                  <c:v>-1.1</c:v>
                </c:pt>
                <c:pt idx="291">
                  <c:v>-1.09</c:v>
                </c:pt>
                <c:pt idx="292">
                  <c:v>-1.08</c:v>
                </c:pt>
                <c:pt idx="293">
                  <c:v>-1.07</c:v>
                </c:pt>
                <c:pt idx="294">
                  <c:v>-1.06</c:v>
                </c:pt>
                <c:pt idx="295">
                  <c:v>-1.05</c:v>
                </c:pt>
                <c:pt idx="296">
                  <c:v>-1.04</c:v>
                </c:pt>
                <c:pt idx="297">
                  <c:v>-1.03</c:v>
                </c:pt>
                <c:pt idx="298">
                  <c:v>-1.02</c:v>
                </c:pt>
                <c:pt idx="299">
                  <c:v>-1.01</c:v>
                </c:pt>
                <c:pt idx="300">
                  <c:v>-1</c:v>
                </c:pt>
                <c:pt idx="301">
                  <c:v>-0.99</c:v>
                </c:pt>
                <c:pt idx="302">
                  <c:v>-0.98</c:v>
                </c:pt>
                <c:pt idx="303">
                  <c:v>-0.97</c:v>
                </c:pt>
                <c:pt idx="304">
                  <c:v>-0.96</c:v>
                </c:pt>
                <c:pt idx="305">
                  <c:v>-0.95</c:v>
                </c:pt>
                <c:pt idx="306">
                  <c:v>-0.94</c:v>
                </c:pt>
                <c:pt idx="307">
                  <c:v>-0.93</c:v>
                </c:pt>
                <c:pt idx="308">
                  <c:v>-0.92</c:v>
                </c:pt>
                <c:pt idx="309">
                  <c:v>-0.91</c:v>
                </c:pt>
                <c:pt idx="310">
                  <c:v>-0.9</c:v>
                </c:pt>
                <c:pt idx="311">
                  <c:v>-0.89</c:v>
                </c:pt>
                <c:pt idx="312">
                  <c:v>-0.88</c:v>
                </c:pt>
                <c:pt idx="313">
                  <c:v>-0.87</c:v>
                </c:pt>
                <c:pt idx="314">
                  <c:v>-0.86</c:v>
                </c:pt>
                <c:pt idx="315">
                  <c:v>-0.85</c:v>
                </c:pt>
                <c:pt idx="316">
                  <c:v>-0.84</c:v>
                </c:pt>
                <c:pt idx="317">
                  <c:v>-0.83</c:v>
                </c:pt>
                <c:pt idx="318">
                  <c:v>-0.82</c:v>
                </c:pt>
                <c:pt idx="319">
                  <c:v>-0.81</c:v>
                </c:pt>
                <c:pt idx="320">
                  <c:v>-0.8</c:v>
                </c:pt>
                <c:pt idx="321">
                  <c:v>-0.79</c:v>
                </c:pt>
                <c:pt idx="322">
                  <c:v>-0.78</c:v>
                </c:pt>
                <c:pt idx="323">
                  <c:v>-0.77</c:v>
                </c:pt>
                <c:pt idx="324">
                  <c:v>-0.76</c:v>
                </c:pt>
                <c:pt idx="325">
                  <c:v>-0.75</c:v>
                </c:pt>
                <c:pt idx="326">
                  <c:v>-0.74</c:v>
                </c:pt>
                <c:pt idx="327">
                  <c:v>-0.73</c:v>
                </c:pt>
                <c:pt idx="328">
                  <c:v>-0.72</c:v>
                </c:pt>
                <c:pt idx="329">
                  <c:v>-0.71</c:v>
                </c:pt>
                <c:pt idx="330">
                  <c:v>-0.7</c:v>
                </c:pt>
                <c:pt idx="331">
                  <c:v>-0.69</c:v>
                </c:pt>
                <c:pt idx="332">
                  <c:v>-0.68</c:v>
                </c:pt>
                <c:pt idx="333">
                  <c:v>-0.67</c:v>
                </c:pt>
                <c:pt idx="334">
                  <c:v>-0.66</c:v>
                </c:pt>
                <c:pt idx="335">
                  <c:v>-0.65</c:v>
                </c:pt>
                <c:pt idx="336">
                  <c:v>-0.64</c:v>
                </c:pt>
                <c:pt idx="337">
                  <c:v>-0.63</c:v>
                </c:pt>
                <c:pt idx="338">
                  <c:v>-0.62</c:v>
                </c:pt>
                <c:pt idx="339">
                  <c:v>-0.61</c:v>
                </c:pt>
                <c:pt idx="340">
                  <c:v>-0.6</c:v>
                </c:pt>
                <c:pt idx="341">
                  <c:v>-0.59</c:v>
                </c:pt>
                <c:pt idx="342">
                  <c:v>-0.58</c:v>
                </c:pt>
                <c:pt idx="343">
                  <c:v>-0.57</c:v>
                </c:pt>
                <c:pt idx="344">
                  <c:v>-0.56</c:v>
                </c:pt>
                <c:pt idx="345">
                  <c:v>-0.55</c:v>
                </c:pt>
                <c:pt idx="346">
                  <c:v>-0.54</c:v>
                </c:pt>
                <c:pt idx="347">
                  <c:v>-0.53</c:v>
                </c:pt>
                <c:pt idx="348">
                  <c:v>-0.52</c:v>
                </c:pt>
                <c:pt idx="349">
                  <c:v>-0.51</c:v>
                </c:pt>
                <c:pt idx="350">
                  <c:v>-0.5</c:v>
                </c:pt>
                <c:pt idx="351">
                  <c:v>-0.49</c:v>
                </c:pt>
                <c:pt idx="352">
                  <c:v>-0.48</c:v>
                </c:pt>
                <c:pt idx="353">
                  <c:v>-0.47</c:v>
                </c:pt>
                <c:pt idx="354">
                  <c:v>-0.46</c:v>
                </c:pt>
                <c:pt idx="355">
                  <c:v>-0.45</c:v>
                </c:pt>
                <c:pt idx="356">
                  <c:v>-0.44</c:v>
                </c:pt>
                <c:pt idx="357">
                  <c:v>-0.43</c:v>
                </c:pt>
                <c:pt idx="358">
                  <c:v>-0.42</c:v>
                </c:pt>
                <c:pt idx="359">
                  <c:v>-0.41</c:v>
                </c:pt>
                <c:pt idx="360">
                  <c:v>-0.4</c:v>
                </c:pt>
                <c:pt idx="361">
                  <c:v>-0.39</c:v>
                </c:pt>
                <c:pt idx="362">
                  <c:v>-0.38</c:v>
                </c:pt>
                <c:pt idx="363">
                  <c:v>-0.37</c:v>
                </c:pt>
                <c:pt idx="364">
                  <c:v>-0.36</c:v>
                </c:pt>
                <c:pt idx="365">
                  <c:v>-0.35</c:v>
                </c:pt>
                <c:pt idx="366">
                  <c:v>-0.34</c:v>
                </c:pt>
                <c:pt idx="367">
                  <c:v>-0.33</c:v>
                </c:pt>
                <c:pt idx="368">
                  <c:v>-0.32</c:v>
                </c:pt>
                <c:pt idx="369">
                  <c:v>-0.31</c:v>
                </c:pt>
                <c:pt idx="370">
                  <c:v>-0.3</c:v>
                </c:pt>
                <c:pt idx="371">
                  <c:v>-0.29</c:v>
                </c:pt>
                <c:pt idx="372">
                  <c:v>-0.28</c:v>
                </c:pt>
                <c:pt idx="373">
                  <c:v>-0.27</c:v>
                </c:pt>
                <c:pt idx="374">
                  <c:v>-0.26</c:v>
                </c:pt>
                <c:pt idx="375">
                  <c:v>-0.25</c:v>
                </c:pt>
                <c:pt idx="376">
                  <c:v>-0.24</c:v>
                </c:pt>
                <c:pt idx="377">
                  <c:v>-0.23</c:v>
                </c:pt>
                <c:pt idx="378">
                  <c:v>-0.22</c:v>
                </c:pt>
                <c:pt idx="379">
                  <c:v>-0.21</c:v>
                </c:pt>
                <c:pt idx="380">
                  <c:v>-0.2</c:v>
                </c:pt>
                <c:pt idx="381">
                  <c:v>-0.19</c:v>
                </c:pt>
                <c:pt idx="382">
                  <c:v>-0.18</c:v>
                </c:pt>
                <c:pt idx="383">
                  <c:v>-0.17</c:v>
                </c:pt>
                <c:pt idx="384">
                  <c:v>-0.16</c:v>
                </c:pt>
                <c:pt idx="385">
                  <c:v>-0.15</c:v>
                </c:pt>
                <c:pt idx="386">
                  <c:v>-0.14</c:v>
                </c:pt>
                <c:pt idx="387">
                  <c:v>-0.13</c:v>
                </c:pt>
                <c:pt idx="388">
                  <c:v>-0.12</c:v>
                </c:pt>
                <c:pt idx="389">
                  <c:v>-0.11</c:v>
                </c:pt>
                <c:pt idx="390">
                  <c:v>-0.1</c:v>
                </c:pt>
                <c:pt idx="391">
                  <c:v>-0.09</c:v>
                </c:pt>
                <c:pt idx="392">
                  <c:v>-0.08</c:v>
                </c:pt>
                <c:pt idx="393">
                  <c:v>-0.07</c:v>
                </c:pt>
                <c:pt idx="394">
                  <c:v>-0.06</c:v>
                </c:pt>
                <c:pt idx="395">
                  <c:v>-0.05</c:v>
                </c:pt>
                <c:pt idx="396">
                  <c:v>-0.04</c:v>
                </c:pt>
                <c:pt idx="397">
                  <c:v>-0.03</c:v>
                </c:pt>
                <c:pt idx="398">
                  <c:v>-0.02</c:v>
                </c:pt>
                <c:pt idx="399">
                  <c:v>-0.01</c:v>
                </c:pt>
                <c:pt idx="400">
                  <c:v>0</c:v>
                </c:pt>
                <c:pt idx="401">
                  <c:v>0.01</c:v>
                </c:pt>
                <c:pt idx="402">
                  <c:v>0.02</c:v>
                </c:pt>
                <c:pt idx="403">
                  <c:v>0.03</c:v>
                </c:pt>
                <c:pt idx="404">
                  <c:v>0.04</c:v>
                </c:pt>
                <c:pt idx="405">
                  <c:v>0.05</c:v>
                </c:pt>
                <c:pt idx="406">
                  <c:v>0.06</c:v>
                </c:pt>
                <c:pt idx="407">
                  <c:v>0.07</c:v>
                </c:pt>
                <c:pt idx="408">
                  <c:v>0.08</c:v>
                </c:pt>
                <c:pt idx="409">
                  <c:v>0.09</c:v>
                </c:pt>
                <c:pt idx="410">
                  <c:v>0.1</c:v>
                </c:pt>
                <c:pt idx="411">
                  <c:v>0.11</c:v>
                </c:pt>
                <c:pt idx="412">
                  <c:v>0.12</c:v>
                </c:pt>
                <c:pt idx="413">
                  <c:v>0.13</c:v>
                </c:pt>
                <c:pt idx="414">
                  <c:v>0.14</c:v>
                </c:pt>
                <c:pt idx="415">
                  <c:v>0.15</c:v>
                </c:pt>
                <c:pt idx="416">
                  <c:v>0.16</c:v>
                </c:pt>
                <c:pt idx="417">
                  <c:v>0.17</c:v>
                </c:pt>
                <c:pt idx="418">
                  <c:v>0.18</c:v>
                </c:pt>
                <c:pt idx="419">
                  <c:v>0.19</c:v>
                </c:pt>
                <c:pt idx="420">
                  <c:v>0.2</c:v>
                </c:pt>
                <c:pt idx="421">
                  <c:v>0.21</c:v>
                </c:pt>
                <c:pt idx="422">
                  <c:v>0.22</c:v>
                </c:pt>
                <c:pt idx="423">
                  <c:v>0.23</c:v>
                </c:pt>
                <c:pt idx="424">
                  <c:v>0.24</c:v>
                </c:pt>
                <c:pt idx="425">
                  <c:v>0.25</c:v>
                </c:pt>
                <c:pt idx="426">
                  <c:v>0.26</c:v>
                </c:pt>
                <c:pt idx="427">
                  <c:v>0.27</c:v>
                </c:pt>
                <c:pt idx="428">
                  <c:v>0.28</c:v>
                </c:pt>
                <c:pt idx="429">
                  <c:v>0.29</c:v>
                </c:pt>
                <c:pt idx="430">
                  <c:v>0.3</c:v>
                </c:pt>
                <c:pt idx="431">
                  <c:v>0.31</c:v>
                </c:pt>
                <c:pt idx="432">
                  <c:v>0.32</c:v>
                </c:pt>
                <c:pt idx="433">
                  <c:v>0.33</c:v>
                </c:pt>
                <c:pt idx="434">
                  <c:v>0.34</c:v>
                </c:pt>
                <c:pt idx="435">
                  <c:v>0.35</c:v>
                </c:pt>
                <c:pt idx="436">
                  <c:v>0.36</c:v>
                </c:pt>
                <c:pt idx="437">
                  <c:v>0.37</c:v>
                </c:pt>
                <c:pt idx="438">
                  <c:v>0.38</c:v>
                </c:pt>
                <c:pt idx="439">
                  <c:v>0.39</c:v>
                </c:pt>
                <c:pt idx="440">
                  <c:v>0.4</c:v>
                </c:pt>
                <c:pt idx="441">
                  <c:v>0.41</c:v>
                </c:pt>
                <c:pt idx="442">
                  <c:v>0.42</c:v>
                </c:pt>
                <c:pt idx="443">
                  <c:v>0.43</c:v>
                </c:pt>
                <c:pt idx="444">
                  <c:v>0.44</c:v>
                </c:pt>
                <c:pt idx="445">
                  <c:v>0.45</c:v>
                </c:pt>
                <c:pt idx="446">
                  <c:v>0.46</c:v>
                </c:pt>
                <c:pt idx="447">
                  <c:v>0.47</c:v>
                </c:pt>
                <c:pt idx="448">
                  <c:v>0.48</c:v>
                </c:pt>
                <c:pt idx="449">
                  <c:v>0.49</c:v>
                </c:pt>
                <c:pt idx="450">
                  <c:v>0.5</c:v>
                </c:pt>
                <c:pt idx="451">
                  <c:v>0.51</c:v>
                </c:pt>
                <c:pt idx="452">
                  <c:v>0.52</c:v>
                </c:pt>
                <c:pt idx="453">
                  <c:v>0.53</c:v>
                </c:pt>
                <c:pt idx="454">
                  <c:v>0.54</c:v>
                </c:pt>
                <c:pt idx="455">
                  <c:v>0.55</c:v>
                </c:pt>
                <c:pt idx="456">
                  <c:v>0.56</c:v>
                </c:pt>
                <c:pt idx="457">
                  <c:v>0.57</c:v>
                </c:pt>
                <c:pt idx="458">
                  <c:v>0.58</c:v>
                </c:pt>
                <c:pt idx="459">
                  <c:v>0.59</c:v>
                </c:pt>
                <c:pt idx="460">
                  <c:v>0.6</c:v>
                </c:pt>
                <c:pt idx="461">
                  <c:v>0.61</c:v>
                </c:pt>
                <c:pt idx="462">
                  <c:v>0.62</c:v>
                </c:pt>
                <c:pt idx="463">
                  <c:v>0.63</c:v>
                </c:pt>
                <c:pt idx="464">
                  <c:v>0.64</c:v>
                </c:pt>
                <c:pt idx="465">
                  <c:v>0.65</c:v>
                </c:pt>
                <c:pt idx="466">
                  <c:v>0.66</c:v>
                </c:pt>
                <c:pt idx="467">
                  <c:v>0.67</c:v>
                </c:pt>
                <c:pt idx="468">
                  <c:v>0.68</c:v>
                </c:pt>
                <c:pt idx="469">
                  <c:v>0.69</c:v>
                </c:pt>
                <c:pt idx="470">
                  <c:v>0.7</c:v>
                </c:pt>
                <c:pt idx="471">
                  <c:v>0.71</c:v>
                </c:pt>
                <c:pt idx="472">
                  <c:v>0.72</c:v>
                </c:pt>
                <c:pt idx="473">
                  <c:v>0.73</c:v>
                </c:pt>
                <c:pt idx="474">
                  <c:v>0.74</c:v>
                </c:pt>
                <c:pt idx="475">
                  <c:v>0.75</c:v>
                </c:pt>
                <c:pt idx="476">
                  <c:v>0.76</c:v>
                </c:pt>
                <c:pt idx="477">
                  <c:v>0.77</c:v>
                </c:pt>
                <c:pt idx="478">
                  <c:v>0.78</c:v>
                </c:pt>
                <c:pt idx="479">
                  <c:v>0.79</c:v>
                </c:pt>
                <c:pt idx="480">
                  <c:v>0.8</c:v>
                </c:pt>
                <c:pt idx="481">
                  <c:v>0.81</c:v>
                </c:pt>
                <c:pt idx="482">
                  <c:v>0.82</c:v>
                </c:pt>
                <c:pt idx="483">
                  <c:v>0.83</c:v>
                </c:pt>
                <c:pt idx="484">
                  <c:v>0.84</c:v>
                </c:pt>
                <c:pt idx="485">
                  <c:v>0.85</c:v>
                </c:pt>
                <c:pt idx="486">
                  <c:v>0.86</c:v>
                </c:pt>
                <c:pt idx="487">
                  <c:v>0.87</c:v>
                </c:pt>
                <c:pt idx="488">
                  <c:v>0.88</c:v>
                </c:pt>
                <c:pt idx="489">
                  <c:v>0.89</c:v>
                </c:pt>
                <c:pt idx="490">
                  <c:v>0.9</c:v>
                </c:pt>
                <c:pt idx="491">
                  <c:v>0.91</c:v>
                </c:pt>
                <c:pt idx="492">
                  <c:v>0.92</c:v>
                </c:pt>
                <c:pt idx="493">
                  <c:v>0.93</c:v>
                </c:pt>
                <c:pt idx="494">
                  <c:v>0.94</c:v>
                </c:pt>
                <c:pt idx="495">
                  <c:v>0.95</c:v>
                </c:pt>
                <c:pt idx="496">
                  <c:v>0.96</c:v>
                </c:pt>
                <c:pt idx="497">
                  <c:v>0.97</c:v>
                </c:pt>
                <c:pt idx="498">
                  <c:v>0.98</c:v>
                </c:pt>
                <c:pt idx="499">
                  <c:v>0.99</c:v>
                </c:pt>
                <c:pt idx="500">
                  <c:v>1</c:v>
                </c:pt>
                <c:pt idx="501">
                  <c:v>1.01</c:v>
                </c:pt>
                <c:pt idx="502">
                  <c:v>1.02</c:v>
                </c:pt>
                <c:pt idx="503">
                  <c:v>1.03</c:v>
                </c:pt>
                <c:pt idx="504">
                  <c:v>1.04</c:v>
                </c:pt>
                <c:pt idx="505">
                  <c:v>1.05</c:v>
                </c:pt>
                <c:pt idx="506">
                  <c:v>1.06</c:v>
                </c:pt>
                <c:pt idx="507">
                  <c:v>1.07</c:v>
                </c:pt>
                <c:pt idx="508">
                  <c:v>1.08</c:v>
                </c:pt>
                <c:pt idx="509">
                  <c:v>1.09</c:v>
                </c:pt>
                <c:pt idx="510">
                  <c:v>1.1</c:v>
                </c:pt>
                <c:pt idx="511">
                  <c:v>1.11</c:v>
                </c:pt>
                <c:pt idx="512">
                  <c:v>1.12</c:v>
                </c:pt>
                <c:pt idx="513">
                  <c:v>1.13</c:v>
                </c:pt>
                <c:pt idx="514">
                  <c:v>1.14</c:v>
                </c:pt>
                <c:pt idx="515">
                  <c:v>1.15</c:v>
                </c:pt>
                <c:pt idx="516">
                  <c:v>1.16</c:v>
                </c:pt>
                <c:pt idx="517">
                  <c:v>1.17</c:v>
                </c:pt>
                <c:pt idx="518">
                  <c:v>1.18</c:v>
                </c:pt>
                <c:pt idx="519">
                  <c:v>1.19</c:v>
                </c:pt>
                <c:pt idx="520">
                  <c:v>1.2</c:v>
                </c:pt>
                <c:pt idx="521">
                  <c:v>1.21</c:v>
                </c:pt>
                <c:pt idx="522">
                  <c:v>1.22</c:v>
                </c:pt>
                <c:pt idx="523">
                  <c:v>1.23</c:v>
                </c:pt>
                <c:pt idx="524">
                  <c:v>1.24</c:v>
                </c:pt>
                <c:pt idx="525">
                  <c:v>1.25</c:v>
                </c:pt>
                <c:pt idx="526">
                  <c:v>1.26</c:v>
                </c:pt>
                <c:pt idx="527">
                  <c:v>1.27</c:v>
                </c:pt>
                <c:pt idx="528">
                  <c:v>1.28</c:v>
                </c:pt>
                <c:pt idx="529">
                  <c:v>1.29</c:v>
                </c:pt>
                <c:pt idx="530">
                  <c:v>1.3</c:v>
                </c:pt>
                <c:pt idx="531">
                  <c:v>1.31</c:v>
                </c:pt>
                <c:pt idx="532">
                  <c:v>1.32</c:v>
                </c:pt>
                <c:pt idx="533">
                  <c:v>1.33</c:v>
                </c:pt>
                <c:pt idx="534">
                  <c:v>1.34</c:v>
                </c:pt>
                <c:pt idx="535">
                  <c:v>1.35</c:v>
                </c:pt>
                <c:pt idx="536">
                  <c:v>1.36</c:v>
                </c:pt>
                <c:pt idx="537">
                  <c:v>1.37</c:v>
                </c:pt>
                <c:pt idx="538">
                  <c:v>1.38</c:v>
                </c:pt>
                <c:pt idx="539">
                  <c:v>1.39</c:v>
                </c:pt>
                <c:pt idx="540">
                  <c:v>1.4</c:v>
                </c:pt>
                <c:pt idx="541">
                  <c:v>1.41</c:v>
                </c:pt>
                <c:pt idx="542">
                  <c:v>1.42</c:v>
                </c:pt>
                <c:pt idx="543">
                  <c:v>1.43</c:v>
                </c:pt>
                <c:pt idx="544">
                  <c:v>1.44</c:v>
                </c:pt>
                <c:pt idx="545">
                  <c:v>1.45</c:v>
                </c:pt>
                <c:pt idx="546">
                  <c:v>1.46</c:v>
                </c:pt>
                <c:pt idx="547">
                  <c:v>1.47</c:v>
                </c:pt>
                <c:pt idx="548">
                  <c:v>1.48</c:v>
                </c:pt>
                <c:pt idx="549">
                  <c:v>1.49</c:v>
                </c:pt>
                <c:pt idx="550">
                  <c:v>1.5</c:v>
                </c:pt>
                <c:pt idx="551">
                  <c:v>1.51</c:v>
                </c:pt>
                <c:pt idx="552">
                  <c:v>1.52</c:v>
                </c:pt>
                <c:pt idx="553">
                  <c:v>1.53</c:v>
                </c:pt>
                <c:pt idx="554">
                  <c:v>1.54</c:v>
                </c:pt>
                <c:pt idx="555">
                  <c:v>1.55</c:v>
                </c:pt>
                <c:pt idx="556">
                  <c:v>1.56</c:v>
                </c:pt>
                <c:pt idx="557">
                  <c:v>1.57</c:v>
                </c:pt>
                <c:pt idx="558">
                  <c:v>1.58</c:v>
                </c:pt>
                <c:pt idx="559">
                  <c:v>1.59</c:v>
                </c:pt>
                <c:pt idx="560">
                  <c:v>1.6</c:v>
                </c:pt>
                <c:pt idx="561">
                  <c:v>1.61</c:v>
                </c:pt>
                <c:pt idx="562">
                  <c:v>1.62</c:v>
                </c:pt>
                <c:pt idx="563">
                  <c:v>1.63</c:v>
                </c:pt>
                <c:pt idx="564">
                  <c:v>1.64</c:v>
                </c:pt>
                <c:pt idx="565">
                  <c:v>1.65</c:v>
                </c:pt>
                <c:pt idx="566">
                  <c:v>1.66</c:v>
                </c:pt>
                <c:pt idx="567">
                  <c:v>1.67</c:v>
                </c:pt>
                <c:pt idx="568">
                  <c:v>1.68</c:v>
                </c:pt>
                <c:pt idx="569">
                  <c:v>1.69</c:v>
                </c:pt>
                <c:pt idx="570">
                  <c:v>1.7</c:v>
                </c:pt>
                <c:pt idx="571">
                  <c:v>1.71</c:v>
                </c:pt>
                <c:pt idx="572">
                  <c:v>1.72</c:v>
                </c:pt>
                <c:pt idx="573">
                  <c:v>1.73</c:v>
                </c:pt>
                <c:pt idx="574">
                  <c:v>1.74</c:v>
                </c:pt>
                <c:pt idx="575">
                  <c:v>1.75</c:v>
                </c:pt>
                <c:pt idx="576">
                  <c:v>1.76</c:v>
                </c:pt>
                <c:pt idx="577">
                  <c:v>1.77</c:v>
                </c:pt>
                <c:pt idx="578">
                  <c:v>1.78</c:v>
                </c:pt>
                <c:pt idx="579">
                  <c:v>1.79</c:v>
                </c:pt>
                <c:pt idx="580">
                  <c:v>1.8</c:v>
                </c:pt>
                <c:pt idx="581">
                  <c:v>1.81</c:v>
                </c:pt>
                <c:pt idx="582">
                  <c:v>1.82</c:v>
                </c:pt>
                <c:pt idx="583">
                  <c:v>1.83</c:v>
                </c:pt>
                <c:pt idx="584">
                  <c:v>1.84</c:v>
                </c:pt>
                <c:pt idx="585">
                  <c:v>1.85</c:v>
                </c:pt>
                <c:pt idx="586">
                  <c:v>1.86</c:v>
                </c:pt>
                <c:pt idx="587">
                  <c:v>1.87</c:v>
                </c:pt>
                <c:pt idx="588">
                  <c:v>1.88</c:v>
                </c:pt>
                <c:pt idx="589">
                  <c:v>1.89</c:v>
                </c:pt>
                <c:pt idx="590">
                  <c:v>1.9</c:v>
                </c:pt>
                <c:pt idx="591">
                  <c:v>1.91</c:v>
                </c:pt>
                <c:pt idx="592">
                  <c:v>1.92</c:v>
                </c:pt>
                <c:pt idx="593">
                  <c:v>1.93</c:v>
                </c:pt>
                <c:pt idx="594">
                  <c:v>1.94</c:v>
                </c:pt>
                <c:pt idx="595">
                  <c:v>1.95</c:v>
                </c:pt>
                <c:pt idx="596">
                  <c:v>1.96</c:v>
                </c:pt>
                <c:pt idx="597">
                  <c:v>1.97</c:v>
                </c:pt>
                <c:pt idx="598">
                  <c:v>1.98</c:v>
                </c:pt>
                <c:pt idx="599">
                  <c:v>1.99</c:v>
                </c:pt>
                <c:pt idx="600">
                  <c:v>2</c:v>
                </c:pt>
                <c:pt idx="601">
                  <c:v>2.01</c:v>
                </c:pt>
                <c:pt idx="602">
                  <c:v>2.02</c:v>
                </c:pt>
                <c:pt idx="603">
                  <c:v>2.03</c:v>
                </c:pt>
                <c:pt idx="604">
                  <c:v>2.04</c:v>
                </c:pt>
                <c:pt idx="605">
                  <c:v>2.05</c:v>
                </c:pt>
                <c:pt idx="606">
                  <c:v>2.06</c:v>
                </c:pt>
                <c:pt idx="607">
                  <c:v>2.07</c:v>
                </c:pt>
                <c:pt idx="608">
                  <c:v>2.08</c:v>
                </c:pt>
                <c:pt idx="609">
                  <c:v>2.09</c:v>
                </c:pt>
                <c:pt idx="610">
                  <c:v>2.1</c:v>
                </c:pt>
                <c:pt idx="611">
                  <c:v>2.11</c:v>
                </c:pt>
                <c:pt idx="612">
                  <c:v>2.12</c:v>
                </c:pt>
                <c:pt idx="613">
                  <c:v>2.13</c:v>
                </c:pt>
                <c:pt idx="614">
                  <c:v>2.14</c:v>
                </c:pt>
                <c:pt idx="615">
                  <c:v>2.15</c:v>
                </c:pt>
                <c:pt idx="616">
                  <c:v>2.16</c:v>
                </c:pt>
                <c:pt idx="617">
                  <c:v>2.17</c:v>
                </c:pt>
                <c:pt idx="618">
                  <c:v>2.18</c:v>
                </c:pt>
                <c:pt idx="619">
                  <c:v>2.19</c:v>
                </c:pt>
                <c:pt idx="620">
                  <c:v>2.2</c:v>
                </c:pt>
                <c:pt idx="621">
                  <c:v>2.21</c:v>
                </c:pt>
                <c:pt idx="622">
                  <c:v>2.22</c:v>
                </c:pt>
                <c:pt idx="623">
                  <c:v>2.23</c:v>
                </c:pt>
                <c:pt idx="624">
                  <c:v>2.24</c:v>
                </c:pt>
                <c:pt idx="625">
                  <c:v>2.25</c:v>
                </c:pt>
                <c:pt idx="626">
                  <c:v>2.26</c:v>
                </c:pt>
                <c:pt idx="627">
                  <c:v>2.27</c:v>
                </c:pt>
                <c:pt idx="628">
                  <c:v>2.28</c:v>
                </c:pt>
                <c:pt idx="629">
                  <c:v>2.29</c:v>
                </c:pt>
                <c:pt idx="630">
                  <c:v>2.3</c:v>
                </c:pt>
                <c:pt idx="631">
                  <c:v>2.31</c:v>
                </c:pt>
                <c:pt idx="632">
                  <c:v>2.32</c:v>
                </c:pt>
                <c:pt idx="633">
                  <c:v>2.33</c:v>
                </c:pt>
                <c:pt idx="634">
                  <c:v>2.34</c:v>
                </c:pt>
                <c:pt idx="635">
                  <c:v>2.35</c:v>
                </c:pt>
                <c:pt idx="636">
                  <c:v>2.36</c:v>
                </c:pt>
                <c:pt idx="637">
                  <c:v>2.37</c:v>
                </c:pt>
                <c:pt idx="638">
                  <c:v>2.38</c:v>
                </c:pt>
                <c:pt idx="639">
                  <c:v>2.39</c:v>
                </c:pt>
                <c:pt idx="640">
                  <c:v>2.4</c:v>
                </c:pt>
                <c:pt idx="641">
                  <c:v>2.41</c:v>
                </c:pt>
                <c:pt idx="642">
                  <c:v>2.42</c:v>
                </c:pt>
                <c:pt idx="643">
                  <c:v>2.43</c:v>
                </c:pt>
                <c:pt idx="644">
                  <c:v>2.44</c:v>
                </c:pt>
                <c:pt idx="645">
                  <c:v>2.45</c:v>
                </c:pt>
                <c:pt idx="646">
                  <c:v>2.46</c:v>
                </c:pt>
                <c:pt idx="647">
                  <c:v>2.47</c:v>
                </c:pt>
                <c:pt idx="648">
                  <c:v>2.48</c:v>
                </c:pt>
                <c:pt idx="649">
                  <c:v>2.49</c:v>
                </c:pt>
                <c:pt idx="650">
                  <c:v>2.5</c:v>
                </c:pt>
                <c:pt idx="651">
                  <c:v>2.51</c:v>
                </c:pt>
                <c:pt idx="652">
                  <c:v>2.52</c:v>
                </c:pt>
                <c:pt idx="653">
                  <c:v>2.53</c:v>
                </c:pt>
                <c:pt idx="654">
                  <c:v>2.54</c:v>
                </c:pt>
                <c:pt idx="655">
                  <c:v>2.55</c:v>
                </c:pt>
                <c:pt idx="656">
                  <c:v>2.56</c:v>
                </c:pt>
                <c:pt idx="657">
                  <c:v>2.57</c:v>
                </c:pt>
                <c:pt idx="658">
                  <c:v>2.58</c:v>
                </c:pt>
                <c:pt idx="659">
                  <c:v>2.59</c:v>
                </c:pt>
                <c:pt idx="660">
                  <c:v>2.6</c:v>
                </c:pt>
                <c:pt idx="661">
                  <c:v>2.61</c:v>
                </c:pt>
                <c:pt idx="662">
                  <c:v>2.62</c:v>
                </c:pt>
                <c:pt idx="663">
                  <c:v>2.63</c:v>
                </c:pt>
                <c:pt idx="664">
                  <c:v>2.64</c:v>
                </c:pt>
                <c:pt idx="665">
                  <c:v>2.65</c:v>
                </c:pt>
                <c:pt idx="666">
                  <c:v>2.66</c:v>
                </c:pt>
                <c:pt idx="667">
                  <c:v>2.67</c:v>
                </c:pt>
                <c:pt idx="668">
                  <c:v>2.68</c:v>
                </c:pt>
                <c:pt idx="669">
                  <c:v>2.69</c:v>
                </c:pt>
                <c:pt idx="670">
                  <c:v>2.7</c:v>
                </c:pt>
                <c:pt idx="671">
                  <c:v>2.71</c:v>
                </c:pt>
                <c:pt idx="672">
                  <c:v>2.72</c:v>
                </c:pt>
                <c:pt idx="673">
                  <c:v>2.73</c:v>
                </c:pt>
                <c:pt idx="674">
                  <c:v>2.74</c:v>
                </c:pt>
                <c:pt idx="675">
                  <c:v>2.75</c:v>
                </c:pt>
                <c:pt idx="676">
                  <c:v>2.76</c:v>
                </c:pt>
                <c:pt idx="677">
                  <c:v>2.77</c:v>
                </c:pt>
                <c:pt idx="678">
                  <c:v>2.78</c:v>
                </c:pt>
                <c:pt idx="679">
                  <c:v>2.79</c:v>
                </c:pt>
                <c:pt idx="680">
                  <c:v>2.8</c:v>
                </c:pt>
                <c:pt idx="681">
                  <c:v>2.81</c:v>
                </c:pt>
                <c:pt idx="682">
                  <c:v>2.82</c:v>
                </c:pt>
                <c:pt idx="683">
                  <c:v>2.83</c:v>
                </c:pt>
                <c:pt idx="684">
                  <c:v>2.84</c:v>
                </c:pt>
                <c:pt idx="685">
                  <c:v>2.85</c:v>
                </c:pt>
                <c:pt idx="686">
                  <c:v>2.86</c:v>
                </c:pt>
                <c:pt idx="687">
                  <c:v>2.87</c:v>
                </c:pt>
                <c:pt idx="688">
                  <c:v>2.88</c:v>
                </c:pt>
                <c:pt idx="689">
                  <c:v>2.89</c:v>
                </c:pt>
                <c:pt idx="690">
                  <c:v>2.9</c:v>
                </c:pt>
                <c:pt idx="691">
                  <c:v>2.91</c:v>
                </c:pt>
                <c:pt idx="692">
                  <c:v>2.92</c:v>
                </c:pt>
                <c:pt idx="693">
                  <c:v>2.93</c:v>
                </c:pt>
                <c:pt idx="694">
                  <c:v>2.94</c:v>
                </c:pt>
                <c:pt idx="695">
                  <c:v>2.95</c:v>
                </c:pt>
                <c:pt idx="696">
                  <c:v>2.96</c:v>
                </c:pt>
                <c:pt idx="697">
                  <c:v>2.97</c:v>
                </c:pt>
                <c:pt idx="698">
                  <c:v>2.98</c:v>
                </c:pt>
                <c:pt idx="699">
                  <c:v>2.99</c:v>
                </c:pt>
                <c:pt idx="700">
                  <c:v>3</c:v>
                </c:pt>
                <c:pt idx="701">
                  <c:v>3.01</c:v>
                </c:pt>
                <c:pt idx="702">
                  <c:v>3.02</c:v>
                </c:pt>
                <c:pt idx="703">
                  <c:v>3.03</c:v>
                </c:pt>
                <c:pt idx="704">
                  <c:v>3.04</c:v>
                </c:pt>
                <c:pt idx="705">
                  <c:v>3.05</c:v>
                </c:pt>
                <c:pt idx="706">
                  <c:v>3.06</c:v>
                </c:pt>
                <c:pt idx="707">
                  <c:v>3.07</c:v>
                </c:pt>
                <c:pt idx="708">
                  <c:v>3.08</c:v>
                </c:pt>
                <c:pt idx="709">
                  <c:v>3.09</c:v>
                </c:pt>
                <c:pt idx="710">
                  <c:v>3.1</c:v>
                </c:pt>
                <c:pt idx="711">
                  <c:v>3.11</c:v>
                </c:pt>
                <c:pt idx="712">
                  <c:v>3.12</c:v>
                </c:pt>
                <c:pt idx="713">
                  <c:v>3.13</c:v>
                </c:pt>
                <c:pt idx="714">
                  <c:v>3.14</c:v>
                </c:pt>
                <c:pt idx="715">
                  <c:v>3.15</c:v>
                </c:pt>
                <c:pt idx="716">
                  <c:v>3.16</c:v>
                </c:pt>
                <c:pt idx="717">
                  <c:v>3.17</c:v>
                </c:pt>
                <c:pt idx="718">
                  <c:v>3.18</c:v>
                </c:pt>
                <c:pt idx="719">
                  <c:v>3.19</c:v>
                </c:pt>
                <c:pt idx="720">
                  <c:v>3.2</c:v>
                </c:pt>
                <c:pt idx="721">
                  <c:v>3.21</c:v>
                </c:pt>
                <c:pt idx="722">
                  <c:v>3.22</c:v>
                </c:pt>
                <c:pt idx="723">
                  <c:v>3.23</c:v>
                </c:pt>
                <c:pt idx="724">
                  <c:v>3.24</c:v>
                </c:pt>
                <c:pt idx="725">
                  <c:v>3.25</c:v>
                </c:pt>
                <c:pt idx="726">
                  <c:v>3.26</c:v>
                </c:pt>
                <c:pt idx="727">
                  <c:v>3.27</c:v>
                </c:pt>
                <c:pt idx="728">
                  <c:v>3.28</c:v>
                </c:pt>
                <c:pt idx="729">
                  <c:v>3.29</c:v>
                </c:pt>
                <c:pt idx="730">
                  <c:v>3.3</c:v>
                </c:pt>
                <c:pt idx="731">
                  <c:v>3.31</c:v>
                </c:pt>
                <c:pt idx="732">
                  <c:v>3.32</c:v>
                </c:pt>
                <c:pt idx="733">
                  <c:v>3.33</c:v>
                </c:pt>
                <c:pt idx="734">
                  <c:v>3.34</c:v>
                </c:pt>
                <c:pt idx="735">
                  <c:v>3.35</c:v>
                </c:pt>
                <c:pt idx="736">
                  <c:v>3.36</c:v>
                </c:pt>
                <c:pt idx="737">
                  <c:v>3.37</c:v>
                </c:pt>
                <c:pt idx="738">
                  <c:v>3.38</c:v>
                </c:pt>
                <c:pt idx="739">
                  <c:v>3.39</c:v>
                </c:pt>
                <c:pt idx="740">
                  <c:v>3.4</c:v>
                </c:pt>
                <c:pt idx="741">
                  <c:v>3.41</c:v>
                </c:pt>
                <c:pt idx="742">
                  <c:v>3.42</c:v>
                </c:pt>
                <c:pt idx="743">
                  <c:v>3.43</c:v>
                </c:pt>
                <c:pt idx="744">
                  <c:v>3.44</c:v>
                </c:pt>
                <c:pt idx="745">
                  <c:v>3.45</c:v>
                </c:pt>
                <c:pt idx="746">
                  <c:v>3.46</c:v>
                </c:pt>
                <c:pt idx="747">
                  <c:v>3.47</c:v>
                </c:pt>
                <c:pt idx="748">
                  <c:v>3.48</c:v>
                </c:pt>
                <c:pt idx="749">
                  <c:v>3.49</c:v>
                </c:pt>
                <c:pt idx="750">
                  <c:v>3.5</c:v>
                </c:pt>
                <c:pt idx="751">
                  <c:v>3.51</c:v>
                </c:pt>
                <c:pt idx="752">
                  <c:v>3.52</c:v>
                </c:pt>
                <c:pt idx="753">
                  <c:v>3.53</c:v>
                </c:pt>
                <c:pt idx="754">
                  <c:v>3.54</c:v>
                </c:pt>
                <c:pt idx="755">
                  <c:v>3.55</c:v>
                </c:pt>
                <c:pt idx="756">
                  <c:v>3.56</c:v>
                </c:pt>
                <c:pt idx="757">
                  <c:v>3.57</c:v>
                </c:pt>
                <c:pt idx="758">
                  <c:v>3.58</c:v>
                </c:pt>
                <c:pt idx="759">
                  <c:v>3.59</c:v>
                </c:pt>
                <c:pt idx="760">
                  <c:v>3.6</c:v>
                </c:pt>
                <c:pt idx="761">
                  <c:v>3.61</c:v>
                </c:pt>
                <c:pt idx="762">
                  <c:v>3.62</c:v>
                </c:pt>
                <c:pt idx="763">
                  <c:v>3.63</c:v>
                </c:pt>
                <c:pt idx="764">
                  <c:v>3.64</c:v>
                </c:pt>
                <c:pt idx="765">
                  <c:v>3.65</c:v>
                </c:pt>
                <c:pt idx="766">
                  <c:v>3.66</c:v>
                </c:pt>
                <c:pt idx="767">
                  <c:v>3.67</c:v>
                </c:pt>
                <c:pt idx="768">
                  <c:v>3.68</c:v>
                </c:pt>
                <c:pt idx="769">
                  <c:v>3.69</c:v>
                </c:pt>
                <c:pt idx="770">
                  <c:v>3.7</c:v>
                </c:pt>
                <c:pt idx="771">
                  <c:v>3.71</c:v>
                </c:pt>
                <c:pt idx="772">
                  <c:v>3.72</c:v>
                </c:pt>
                <c:pt idx="773">
                  <c:v>3.73</c:v>
                </c:pt>
                <c:pt idx="774">
                  <c:v>3.74</c:v>
                </c:pt>
                <c:pt idx="775">
                  <c:v>3.75</c:v>
                </c:pt>
                <c:pt idx="776">
                  <c:v>3.76</c:v>
                </c:pt>
                <c:pt idx="777">
                  <c:v>3.77</c:v>
                </c:pt>
                <c:pt idx="778">
                  <c:v>3.78</c:v>
                </c:pt>
                <c:pt idx="779">
                  <c:v>3.79</c:v>
                </c:pt>
                <c:pt idx="780">
                  <c:v>3.8</c:v>
                </c:pt>
                <c:pt idx="781">
                  <c:v>3.81</c:v>
                </c:pt>
                <c:pt idx="782">
                  <c:v>3.82</c:v>
                </c:pt>
                <c:pt idx="783">
                  <c:v>3.83</c:v>
                </c:pt>
                <c:pt idx="784">
                  <c:v>3.84</c:v>
                </c:pt>
                <c:pt idx="785">
                  <c:v>3.85</c:v>
                </c:pt>
                <c:pt idx="786">
                  <c:v>3.86</c:v>
                </c:pt>
                <c:pt idx="787">
                  <c:v>3.87</c:v>
                </c:pt>
                <c:pt idx="788">
                  <c:v>3.88</c:v>
                </c:pt>
                <c:pt idx="789">
                  <c:v>3.89</c:v>
                </c:pt>
                <c:pt idx="790">
                  <c:v>3.9</c:v>
                </c:pt>
                <c:pt idx="791">
                  <c:v>3.91</c:v>
                </c:pt>
                <c:pt idx="792">
                  <c:v>3.92</c:v>
                </c:pt>
                <c:pt idx="793">
                  <c:v>3.93</c:v>
                </c:pt>
                <c:pt idx="794">
                  <c:v>3.94</c:v>
                </c:pt>
                <c:pt idx="795">
                  <c:v>3.95</c:v>
                </c:pt>
                <c:pt idx="796">
                  <c:v>3.96</c:v>
                </c:pt>
                <c:pt idx="797">
                  <c:v>3.97</c:v>
                </c:pt>
                <c:pt idx="798">
                  <c:v>3.98</c:v>
                </c:pt>
                <c:pt idx="799">
                  <c:v>3.99</c:v>
                </c:pt>
                <c:pt idx="800">
                  <c:v>4</c:v>
                </c:pt>
              </c:numCache>
            </c:numRef>
          </c:xVal>
          <c:yVal>
            <c:numRef>
              <c:f>'Chart Data'!$D$2:$D$802</c:f>
              <c:numCache>
                <c:formatCode>0.0</c:formatCode>
                <c:ptCount val="801"/>
                <c:pt idx="0">
                  <c:v>1.01045421671E-14</c:v>
                </c:pt>
                <c:pt idx="1">
                  <c:v>1.18554187586E-14</c:v>
                </c:pt>
                <c:pt idx="2">
                  <c:v>1.39041178194E-14</c:v>
                </c:pt>
                <c:pt idx="3">
                  <c:v>1.63003249348E-14</c:v>
                </c:pt>
                <c:pt idx="4">
                  <c:v>1.91018471971E-14</c:v>
                </c:pt>
                <c:pt idx="5">
                  <c:v>2.23759124287E-14</c:v>
                </c:pt>
                <c:pt idx="6">
                  <c:v>2.62006715539E-14</c:v>
                </c:pt>
                <c:pt idx="7">
                  <c:v>3.06669351203E-14</c:v>
                </c:pt>
                <c:pt idx="8">
                  <c:v>3.58801795826E-14</c:v>
                </c:pt>
                <c:pt idx="9">
                  <c:v>4.19628642344E-14</c:v>
                </c:pt>
                <c:pt idx="10">
                  <c:v>4.90571057139E-14</c:v>
                </c:pt>
                <c:pt idx="11">
                  <c:v>5.73277639068E-14</c:v>
                </c:pt>
                <c:pt idx="12">
                  <c:v>6.69660009619E-14</c:v>
                </c:pt>
                <c:pt idx="13">
                  <c:v>7.81933841466E-14</c:v>
                </c:pt>
                <c:pt idx="14">
                  <c:v>9.12666135568E-14</c:v>
                </c:pt>
                <c:pt idx="15">
                  <c:v>1.06482967445E-13</c:v>
                </c:pt>
                <c:pt idx="16">
                  <c:v>1.24186571324E-13</c:v>
                </c:pt>
                <c:pt idx="17">
                  <c:v>1.44775612277E-13</c:v>
                </c:pt>
                <c:pt idx="18">
                  <c:v>1.68710637328E-13</c:v>
                </c:pt>
                <c:pt idx="19">
                  <c:v>1.9652409453E-13</c:v>
                </c:pt>
                <c:pt idx="20">
                  <c:v>2.28831298036E-13</c:v>
                </c:pt>
                <c:pt idx="21">
                  <c:v>2.66343024093E-13</c:v>
                </c:pt>
                <c:pt idx="22">
                  <c:v>3.09879974126E-13</c:v>
                </c:pt>
                <c:pt idx="23">
                  <c:v>3.60389374315E-13</c:v>
                </c:pt>
                <c:pt idx="24">
                  <c:v>4.18964018807E-13</c:v>
                </c:pt>
                <c:pt idx="25">
                  <c:v>4.86864106606E-13</c:v>
                </c:pt>
                <c:pt idx="26">
                  <c:v>5.65542270844E-13</c:v>
                </c:pt>
                <c:pt idx="27">
                  <c:v>6.566722544E-13</c:v>
                </c:pt>
                <c:pt idx="28">
                  <c:v>7.62181748445E-13</c:v>
                </c:pt>
                <c:pt idx="29">
                  <c:v>8.84289981543E-13</c:v>
                </c:pt>
                <c:pt idx="30">
                  <c:v>1.02555072736E-12</c:v>
                </c:pt>
                <c:pt idx="31">
                  <c:v>1.18890149017E-12</c:v>
                </c:pt>
                <c:pt idx="32">
                  <c:v>1.37771973048E-12</c:v>
                </c:pt>
                <c:pt idx="33">
                  <c:v>1.59588710975E-12</c:v>
                </c:pt>
                <c:pt idx="34">
                  <c:v>1.84786286513E-12</c:v>
                </c:pt>
                <c:pt idx="35">
                  <c:v>2.13876757431E-12</c:v>
                </c:pt>
                <c:pt idx="36">
                  <c:v>2.47447873888E-12</c:v>
                </c:pt>
                <c:pt idx="37">
                  <c:v>2.86173980494E-12</c:v>
                </c:pt>
                <c:pt idx="38">
                  <c:v>3.30828445432E-12</c:v>
                </c:pt>
                <c:pt idx="39">
                  <c:v>3.82297824172E-12</c:v>
                </c:pt>
                <c:pt idx="40">
                  <c:v>4.41597992627E-12</c:v>
                </c:pt>
                <c:pt idx="41">
                  <c:v>5.0989251534E-12</c:v>
                </c:pt>
                <c:pt idx="42">
                  <c:v>5.88513548939E-12</c:v>
                </c:pt>
                <c:pt idx="43">
                  <c:v>6.78985620096E-12</c:v>
                </c:pt>
                <c:pt idx="44">
                  <c:v>7.8305266109E-12</c:v>
                </c:pt>
                <c:pt idx="45">
                  <c:v>9.02708735441E-12</c:v>
                </c:pt>
                <c:pt idx="46">
                  <c:v>1.04023294151E-11</c:v>
                </c:pt>
                <c:pt idx="47">
                  <c:v>1.19822904427E-11</c:v>
                </c:pt>
                <c:pt idx="48">
                  <c:v>1.3796704555E-11</c:v>
                </c:pt>
                <c:pt idx="49">
                  <c:v>1.587951261E-11</c:v>
                </c:pt>
                <c:pt idx="50">
                  <c:v>1.82694408167E-11</c:v>
                </c:pt>
                <c:pt idx="51">
                  <c:v>2.10106565397E-11</c:v>
                </c:pt>
                <c:pt idx="52">
                  <c:v>2.41535112592E-11</c:v>
                </c:pt>
                <c:pt idx="53">
                  <c:v>2.77553818876E-11</c:v>
                </c:pt>
                <c:pt idx="54">
                  <c:v>3.18816230318E-11</c:v>
                </c:pt>
                <c:pt idx="55">
                  <c:v>3.66066443403E-11</c:v>
                </c:pt>
                <c:pt idx="56">
                  <c:v>4.20151288141E-11</c:v>
                </c:pt>
                <c:pt idx="57">
                  <c:v>4.8203409896E-11</c:v>
                </c:pt>
                <c:pt idx="58">
                  <c:v>5.52810273234E-11</c:v>
                </c:pt>
                <c:pt idx="59">
                  <c:v>6.33724841494E-11</c:v>
                </c:pt>
                <c:pt idx="60">
                  <c:v>7.26192300358E-11</c:v>
                </c:pt>
                <c:pt idx="61">
                  <c:v>8.31818989353E-11</c:v>
                </c:pt>
                <c:pt idx="62">
                  <c:v>9.52428326383E-11</c:v>
                </c:pt>
                <c:pt idx="63">
                  <c:v>1.090089254E-10</c:v>
                </c:pt>
                <c:pt idx="64">
                  <c:v>1.24714829033E-10</c:v>
                </c:pt>
                <c:pt idx="65">
                  <c:v>1.4262656248E-10</c:v>
                </c:pt>
                <c:pt idx="66">
                  <c:v>1.63045575054E-10</c:v>
                </c:pt>
                <c:pt idx="67">
                  <c:v>1.86313318258E-10</c:v>
                </c:pt>
                <c:pt idx="68">
                  <c:v>2.12816387469E-10</c:v>
                </c:pt>
                <c:pt idx="69">
                  <c:v>2.42992301868E-10</c:v>
                </c:pt>
                <c:pt idx="70">
                  <c:v>2.77335998833E-10</c:v>
                </c:pt>
                <c:pt idx="71">
                  <c:v>3.16407127747E-10</c:v>
                </c:pt>
                <c:pt idx="72">
                  <c:v>3.6083823784E-10</c:v>
                </c:pt>
                <c:pt idx="73">
                  <c:v>4.11343965404E-10</c:v>
                </c:pt>
                <c:pt idx="74">
                  <c:v>4.68731337559E-10</c:v>
                </c:pt>
                <c:pt idx="75">
                  <c:v>5.33911322953E-10</c:v>
                </c:pt>
                <c:pt idx="76">
                  <c:v>6.07911774243E-10</c:v>
                </c:pt>
                <c:pt idx="77">
                  <c:v>6.91891923346E-10</c:v>
                </c:pt>
                <c:pt idx="78">
                  <c:v>7.8715860818E-10</c:v>
                </c:pt>
                <c:pt idx="79">
                  <c:v>8.95184429283E-10</c:v>
                </c:pt>
                <c:pt idx="80">
                  <c:v>1.01762805633E-09</c:v>
                </c:pt>
                <c:pt idx="81">
                  <c:v>1.15635692854E-09</c:v>
                </c:pt>
                <c:pt idx="82">
                  <c:v>1.31347261927E-09</c:v>
                </c:pt>
                <c:pt idx="83">
                  <c:v>1.49133916431E-09</c:v>
                </c:pt>
                <c:pt idx="84">
                  <c:v>1.69261468514E-09</c:v>
                </c:pt>
                <c:pt idx="85">
                  <c:v>1.92028667406E-09</c:v>
                </c:pt>
                <c:pt idx="86">
                  <c:v>2.17771134655E-09</c:v>
                </c:pt>
                <c:pt idx="87">
                  <c:v>2.46865750911E-09</c:v>
                </c:pt>
                <c:pt idx="88">
                  <c:v>2.7973554376E-09</c:v>
                </c:pt>
                <c:pt idx="89">
                  <c:v>3.16855131275E-09</c:v>
                </c:pt>
                <c:pt idx="90">
                  <c:v>3.58756781593E-09</c:v>
                </c:pt>
                <c:pt idx="91">
                  <c:v>4.06037155039E-09</c:v>
                </c:pt>
                <c:pt idx="92">
                  <c:v>4.59364802136E-09</c:v>
                </c:pt>
                <c:pt idx="93">
                  <c:v>5.19488498268E-09</c:v>
                </c:pt>
                <c:pt idx="94">
                  <c:v>5.87246503965E-09</c:v>
                </c:pt>
                <c:pt idx="95">
                  <c:v>6.63576848709E-09</c:v>
                </c:pt>
                <c:pt idx="96">
                  <c:v>7.49528745935E-09</c:v>
                </c:pt>
                <c:pt idx="97">
                  <c:v>8.46275257608E-09</c:v>
                </c:pt>
                <c:pt idx="98">
                  <c:v>9.55127338456E-09</c:v>
                </c:pt>
                <c:pt idx="99">
                  <c:v>1.07754940269E-08</c:v>
                </c:pt>
                <c:pt idx="100">
                  <c:v>1.21517656996E-08</c:v>
                </c:pt>
                <c:pt idx="101">
                  <c:v>1.3698337626E-08</c:v>
                </c:pt>
                <c:pt idx="102">
                  <c:v>1.54355684251E-08</c:v>
                </c:pt>
                <c:pt idx="103">
                  <c:v>1.73861599458E-08</c:v>
                </c:pt>
                <c:pt idx="104">
                  <c:v>1.95754158249E-08</c:v>
                </c:pt>
                <c:pt idx="105">
                  <c:v>2.20315272494E-08</c:v>
                </c:pt>
                <c:pt idx="106">
                  <c:v>2.47858886283E-08</c:v>
                </c:pt>
                <c:pt idx="107">
                  <c:v>2.78734461381E-08</c:v>
                </c:pt>
                <c:pt idx="108">
                  <c:v>3.13330823763E-08</c:v>
                </c:pt>
                <c:pt idx="109">
                  <c:v>3.5208040658E-08</c:v>
                </c:pt>
                <c:pt idx="110">
                  <c:v>3.95463928125E-08</c:v>
                </c:pt>
                <c:pt idx="111">
                  <c:v>4.44015546872E-08</c:v>
                </c:pt>
                <c:pt idx="112">
                  <c:v>4.98328539459E-08</c:v>
                </c:pt>
                <c:pt idx="113">
                  <c:v>5.59061551603E-08</c:v>
                </c:pt>
                <c:pt idx="114">
                  <c:v>6.26945476358E-08</c:v>
                </c:pt>
                <c:pt idx="115">
                  <c:v>7.02791018964E-08</c:v>
                </c:pt>
                <c:pt idx="116">
                  <c:v>7.874970127E-08</c:v>
                </c:pt>
                <c:pt idx="117">
                  <c:v>8.82059555787E-08</c:v>
                </c:pt>
                <c:pt idx="118">
                  <c:v>9.87582045422E-08</c:v>
                </c:pt>
                <c:pt idx="119">
                  <c:v>1.10528619155E-07</c:v>
                </c:pt>
                <c:pt idx="120">
                  <c:v>1.23652410003E-07</c:v>
                </c:pt>
                <c:pt idx="121">
                  <c:v>1.38279152242E-07</c:v>
                </c:pt>
                <c:pt idx="122">
                  <c:v>1.5457423777E-07</c:v>
                </c:pt>
                <c:pt idx="123">
                  <c:v>1.72720466016E-07</c:v>
                </c:pt>
                <c:pt idx="124">
                  <c:v>1.92919785685E-07</c:v>
                </c:pt>
                <c:pt idx="125">
                  <c:v>2.15395200851E-07</c:v>
                </c:pt>
                <c:pt idx="126">
                  <c:v>2.40392855813E-07</c:v>
                </c:pt>
                <c:pt idx="127">
                  <c:v>2.68184314367E-07</c:v>
                </c:pt>
                <c:pt idx="128">
                  <c:v>2.99069050334E-07</c:v>
                </c:pt>
                <c:pt idx="129">
                  <c:v>3.33377167544E-07</c:v>
                </c:pt>
                <c:pt idx="130">
                  <c:v>3.71472368911E-07</c:v>
                </c:pt>
                <c:pt idx="131">
                  <c:v>4.13755195744E-07</c:v>
                </c:pt>
                <c:pt idx="132">
                  <c:v>4.60666560088E-07</c:v>
                </c:pt>
                <c:pt idx="133">
                  <c:v>5.12691594615E-07</c:v>
                </c:pt>
                <c:pt idx="134">
                  <c:v>5.70363846457E-07</c:v>
                </c:pt>
                <c:pt idx="135">
                  <c:v>6.34269843343E-07</c:v>
                </c:pt>
                <c:pt idx="136">
                  <c:v>7.05054062523E-07</c:v>
                </c:pt>
                <c:pt idx="137">
                  <c:v>7.83424335187E-07</c:v>
                </c:pt>
                <c:pt idx="138">
                  <c:v>8.70157721503E-07</c:v>
                </c:pt>
                <c:pt idx="139">
                  <c:v>9.661068939E-07</c:v>
                </c:pt>
                <c:pt idx="140">
                  <c:v>1.07220706894E-06</c:v>
                </c:pt>
                <c:pt idx="141">
                  <c:v>1.18948353096E-06</c:v>
                </c:pt>
                <c:pt idx="142">
                  <c:v>1.31905979372E-06</c:v>
                </c:pt>
                <c:pt idx="143">
                  <c:v>1.46216644939E-06</c:v>
                </c:pt>
                <c:pt idx="144">
                  <c:v>1.62015075786E-06</c:v>
                </c:pt>
                <c:pt idx="145">
                  <c:v>1.79448703248E-06</c:v>
                </c:pt>
                <c:pt idx="146">
                  <c:v>1.98678788268E-06</c:v>
                </c:pt>
                <c:pt idx="147">
                  <c:v>2.19881637742E-06</c:v>
                </c:pt>
                <c:pt idx="148">
                  <c:v>2.43249919786E-06</c:v>
                </c:pt>
                <c:pt idx="149">
                  <c:v>2.68994085214E-06</c:v>
                </c:pt>
                <c:pt idx="150">
                  <c:v>2.97343902947E-06</c:v>
                </c:pt>
                <c:pt idx="151">
                  <c:v>3.28550117609E-06</c:v>
                </c:pt>
                <c:pt idx="152">
                  <c:v>3.62886238036E-06</c:v>
                </c:pt>
                <c:pt idx="153">
                  <c:v>4.0065046599E-06</c:v>
                </c:pt>
                <c:pt idx="154">
                  <c:v>4.42167774914E-06</c:v>
                </c:pt>
                <c:pt idx="155">
                  <c:v>4.87792149179E-06</c:v>
                </c:pt>
                <c:pt idx="156">
                  <c:v>5.37908994854E-06</c:v>
                </c:pt>
                <c:pt idx="157">
                  <c:v>5.92937733709E-06</c:v>
                </c:pt>
                <c:pt idx="158">
                  <c:v>6.53334592799E-06</c:v>
                </c:pt>
                <c:pt idx="159">
                  <c:v>7.19595602704E-06</c:v>
                </c:pt>
                <c:pt idx="160">
                  <c:v>7.92259818206E-06</c:v>
                </c:pt>
                <c:pt idx="161">
                  <c:v>8.71912775934E-06</c:v>
                </c:pt>
                <c:pt idx="162">
                  <c:v>9.59190204311E-06</c:v>
                </c:pt>
                <c:pt idx="163">
                  <c:v>1.05478200192E-05</c:v>
                </c:pt>
                <c:pt idx="164">
                  <c:v>1.15943650127E-05</c:v>
                </c:pt>
                <c:pt idx="165">
                  <c:v>1.27396503577E-05</c:v>
                </c:pt>
                <c:pt idx="166">
                  <c:v>1.39924682865E-05</c:v>
                </c:pt>
                <c:pt idx="167">
                  <c:v>1.53623422345E-05</c:v>
                </c:pt>
                <c:pt idx="168">
                  <c:v>1.68595827665E-05</c:v>
                </c:pt>
                <c:pt idx="169">
                  <c:v>1.849534734E-05</c:v>
                </c:pt>
                <c:pt idx="170">
                  <c:v>2.0281704131E-05</c:v>
                </c:pt>
                <c:pt idx="171">
                  <c:v>2.22317001564E-05</c:v>
                </c:pt>
                <c:pt idx="172">
                  <c:v>2.43594339405E-05</c:v>
                </c:pt>
                <c:pt idx="173">
                  <c:v>2.66801329807E-05</c:v>
                </c:pt>
                <c:pt idx="174">
                  <c:v>2.92102362783E-05</c:v>
                </c:pt>
                <c:pt idx="175">
                  <c:v>3.19674822138E-05</c:v>
                </c:pt>
                <c:pt idx="176">
                  <c:v>3.49710020533E-05</c:v>
                </c:pt>
                <c:pt idx="177">
                  <c:v>3.82414193856E-05</c:v>
                </c:pt>
                <c:pt idx="178">
                  <c:v>4.18009558009E-05</c:v>
                </c:pt>
                <c:pt idx="179">
                  <c:v>4.56735431303E-05</c:v>
                </c:pt>
                <c:pt idx="180">
                  <c:v>4.98849425801E-05</c:v>
                </c:pt>
                <c:pt idx="181">
                  <c:v>5.4462871102E-05</c:v>
                </c:pt>
                <c:pt idx="182">
                  <c:v>5.94371353529E-05</c:v>
                </c:pt>
                <c:pt idx="183">
                  <c:v>6.48397736084E-05</c:v>
                </c:pt>
                <c:pt idx="184">
                  <c:v>7.07052060035E-05</c:v>
                </c:pt>
                <c:pt idx="185">
                  <c:v>7.70703934842E-05</c:v>
                </c:pt>
                <c:pt idx="186">
                  <c:v>8.39750058632E-05</c:v>
                </c:pt>
                <c:pt idx="187">
                  <c:v>9.14615993832E-05</c:v>
                </c:pt>
                <c:pt idx="188">
                  <c:v>9.9575804196E-05</c:v>
                </c:pt>
                <c:pt idx="189">
                  <c:v>0.000108366522179</c:v>
                </c:pt>
                <c:pt idx="190">
                  <c:v>0.000117886135513</c:v>
                </c:pt>
                <c:pt idx="191">
                  <c:v>0.000128190726454</c:v>
                </c:pt>
                <c:pt idx="192">
                  <c:v>0.000139340308738</c:v>
                </c:pt>
                <c:pt idx="193">
                  <c:v>0.00015139907106</c:v>
                </c:pt>
                <c:pt idx="194">
                  <c:v>0.000164435633073</c:v>
                </c:pt>
                <c:pt idx="195">
                  <c:v>0.000178523314354</c:v>
                </c:pt>
                <c:pt idx="196">
                  <c:v>0.000193740416797</c:v>
                </c:pt>
                <c:pt idx="197">
                  <c:v>0.000210170520861</c:v>
                </c:pt>
                <c:pt idx="198">
                  <c:v>0.000227902796138</c:v>
                </c:pt>
                <c:pt idx="199">
                  <c:v>0.000247032326682</c:v>
                </c:pt>
                <c:pt idx="200">
                  <c:v>0.00026766045153</c:v>
                </c:pt>
                <c:pt idx="201">
                  <c:v>0.000289895120848</c:v>
                </c:pt>
                <c:pt idx="202">
                  <c:v>0.000313851268131</c:v>
                </c:pt>
                <c:pt idx="203">
                  <c:v>0.000339651198859</c:v>
                </c:pt>
                <c:pt idx="204">
                  <c:v>0.000367424996005</c:v>
                </c:pt>
                <c:pt idx="205">
                  <c:v>0.000397310942786</c:v>
                </c:pt>
                <c:pt idx="206">
                  <c:v>0.000429455963001</c:v>
                </c:pt>
                <c:pt idx="207">
                  <c:v>0.000464016079314</c:v>
                </c:pt>
                <c:pt idx="208">
                  <c:v>0.000501156889782</c:v>
                </c:pt>
                <c:pt idx="209">
                  <c:v>0.000541054062923</c:v>
                </c:pt>
                <c:pt idx="210">
                  <c:v>0.000583893851583</c:v>
                </c:pt>
                <c:pt idx="211">
                  <c:v>0.000629873625815</c:v>
                </c:pt>
                <c:pt idx="212">
                  <c:v>0.000679202424967</c:v>
                </c:pt>
                <c:pt idx="213">
                  <c:v>0.000732101529115</c:v>
                </c:pt>
                <c:pt idx="214">
                  <c:v>0.000788805049938</c:v>
                </c:pt>
                <c:pt idx="215">
                  <c:v>0.000849560541102</c:v>
                </c:pt>
                <c:pt idx="216">
                  <c:v>0.00091462962812</c:v>
                </c:pt>
                <c:pt idx="217">
                  <c:v>0.000984288657666</c:v>
                </c:pt>
                <c:pt idx="218">
                  <c:v>0.00105882936619</c:v>
                </c:pt>
                <c:pt idx="219">
                  <c:v>0.00113855956767</c:v>
                </c:pt>
                <c:pt idx="220">
                  <c:v>0.00122380386023</c:v>
                </c:pt>
                <c:pt idx="221">
                  <c:v>0.00131490435131</c:v>
                </c:pt>
                <c:pt idx="222">
                  <c:v>0.00141222140098</c:v>
                </c:pt>
                <c:pt idx="223">
                  <c:v>0.00151613438286</c:v>
                </c:pt>
                <c:pt idx="224">
                  <c:v>0.00162704246216</c:v>
                </c:pt>
                <c:pt idx="225">
                  <c:v>0.00174536539009</c:v>
                </c:pt>
                <c:pt idx="226">
                  <c:v>0.00187154431385</c:v>
                </c:pt>
                <c:pt idx="227">
                  <c:v>0.00200604260147</c:v>
                </c:pt>
                <c:pt idx="228">
                  <c:v>0.00214934668031</c:v>
                </c:pt>
                <c:pt idx="229">
                  <c:v>0.00230196688836</c:v>
                </c:pt>
                <c:pt idx="230">
                  <c:v>0.00246443833695</c:v>
                </c:pt>
                <c:pt idx="231">
                  <c:v>0.00263732178365</c:v>
                </c:pt>
                <c:pt idx="232">
                  <c:v>0.00282120451388</c:v>
                </c:pt>
                <c:pt idx="233">
                  <c:v>0.0030167012297</c:v>
                </c:pt>
                <c:pt idx="234">
                  <c:v>0.00322445494395</c:v>
                </c:pt>
                <c:pt idx="235">
                  <c:v>0.00344513787811</c:v>
                </c:pt>
                <c:pt idx="236">
                  <c:v>0.00367945236165</c:v>
                </c:pt>
                <c:pt idx="237">
                  <c:v>0.00392813173101</c:v>
                </c:pt>
                <c:pt idx="238">
                  <c:v>0.00419194122572</c:v>
                </c:pt>
                <c:pt idx="239">
                  <c:v>0.00447167887938</c:v>
                </c:pt>
                <c:pt idx="240">
                  <c:v>0.00476817640293</c:v>
                </c:pt>
                <c:pt idx="241">
                  <c:v>0.00508230005745</c:v>
                </c:pt>
                <c:pt idx="242">
                  <c:v>0.00541495151368</c:v>
                </c:pt>
                <c:pt idx="243">
                  <c:v>0.00576706869521</c:v>
                </c:pt>
                <c:pt idx="244">
                  <c:v>0.00613962660221</c:v>
                </c:pt>
                <c:pt idx="245">
                  <c:v>0.0065336381124</c:v>
                </c:pt>
                <c:pt idx="246">
                  <c:v>0.00695015475571</c:v>
                </c:pt>
                <c:pt idx="247">
                  <c:v>0.00739026745912</c:v>
                </c:pt>
                <c:pt idx="248">
                  <c:v>0.00785510725785</c:v>
                </c:pt>
                <c:pt idx="249">
                  <c:v>0.00834584596905</c:v>
                </c:pt>
                <c:pt idx="250">
                  <c:v>0.00886369682388</c:v>
                </c:pt>
                <c:pt idx="251">
                  <c:v>0.00940991505387</c:v>
                </c:pt>
                <c:pt idx="252">
                  <c:v>0.00998579842722</c:v>
                </c:pt>
                <c:pt idx="253">
                  <c:v>0.0105926877306</c:v>
                </c:pt>
                <c:pt idx="254">
                  <c:v>0.011231967192</c:v>
                </c:pt>
                <c:pt idx="255">
                  <c:v>0.0119050648396</c:v>
                </c:pt>
                <c:pt idx="256">
                  <c:v>0.0126134527925</c:v>
                </c:pt>
                <c:pt idx="257">
                  <c:v>0.0133586474784</c:v>
                </c:pt>
                <c:pt idx="258">
                  <c:v>0.014142209772</c:v>
                </c:pt>
                <c:pt idx="259">
                  <c:v>0.0149657450516</c:v>
                </c:pt>
                <c:pt idx="260">
                  <c:v>0.015830903166</c:v>
                </c:pt>
                <c:pt idx="261">
                  <c:v>0.0167393783093</c:v>
                </c:pt>
                <c:pt idx="262">
                  <c:v>0.0176929087965</c:v>
                </c:pt>
                <c:pt idx="263">
                  <c:v>0.0186932767352</c:v>
                </c:pt>
                <c:pt idx="264">
                  <c:v>0.0197423075895</c:v>
                </c:pt>
                <c:pt idx="265">
                  <c:v>0.0208418696288</c:v>
                </c:pt>
                <c:pt idx="266">
                  <c:v>0.0219938732588</c:v>
                </c:pt>
                <c:pt idx="267">
                  <c:v>0.0232002702274</c:v>
                </c:pt>
                <c:pt idx="268">
                  <c:v>0.0244630527026</c:v>
                </c:pt>
                <c:pt idx="269">
                  <c:v>0.0257842522158</c:v>
                </c:pt>
                <c:pt idx="270">
                  <c:v>0.0271659384674</c:v>
                </c:pt>
                <c:pt idx="271">
                  <c:v>0.0286102179883</c:v>
                </c:pt>
                <c:pt idx="272">
                  <c:v>0.0301192326548</c:v>
                </c:pt>
                <c:pt idx="273">
                  <c:v>0.0316951580507</c:v>
                </c:pt>
                <c:pt idx="274">
                  <c:v>0.0333402016748</c:v>
                </c:pt>
                <c:pt idx="275">
                  <c:v>0.0350566009871</c:v>
                </c:pt>
                <c:pt idx="276">
                  <c:v>0.0368466212937</c:v>
                </c:pt>
                <c:pt idx="277">
                  <c:v>0.0387125534635</c:v>
                </c:pt>
                <c:pt idx="278">
                  <c:v>0.0406567114765</c:v>
                </c:pt>
                <c:pt idx="279">
                  <c:v>0.0426814297998</c:v>
                </c:pt>
                <c:pt idx="280">
                  <c:v>0.0447890605897</c:v>
                </c:pt>
                <c:pt idx="281">
                  <c:v>0.0469819707164</c:v>
                </c:pt>
                <c:pt idx="282">
                  <c:v>0.0492625386128</c:v>
                </c:pt>
                <c:pt idx="283">
                  <c:v>0.0516331509432</c:v>
                </c:pt>
                <c:pt idx="284">
                  <c:v>0.0540961990938</c:v>
                </c:pt>
                <c:pt idx="285">
                  <c:v>0.0566540754832</c:v>
                </c:pt>
                <c:pt idx="286">
                  <c:v>0.0593091696947</c:v>
                </c:pt>
                <c:pt idx="287">
                  <c:v>0.06206386443</c:v>
                </c:pt>
                <c:pt idx="288">
                  <c:v>0.0649205312874</c:v>
                </c:pt>
                <c:pt idx="289">
                  <c:v>0.0678815263649</c:v>
                </c:pt>
                <c:pt idx="290">
                  <c:v>0.0709491856925</c:v>
                </c:pt>
                <c:pt idx="291">
                  <c:v>0.0741258204956</c:v>
                </c:pt>
                <c:pt idx="292">
                  <c:v>0.0774137122949</c:v>
                </c:pt>
                <c:pt idx="293">
                  <c:v>0.0808151078457</c:v>
                </c:pt>
                <c:pt idx="294">
                  <c:v>0.0843322139235</c:v>
                </c:pt>
                <c:pt idx="295">
                  <c:v>0.0879671919609</c:v>
                </c:pt>
                <c:pt idx="296">
                  <c:v>0.0917221525421</c:v>
                </c:pt>
                <c:pt idx="297">
                  <c:v>0.0955991497642</c:v>
                </c:pt>
                <c:pt idx="298">
                  <c:v>0.0996001754701</c:v>
                </c:pt>
                <c:pt idx="299">
                  <c:v>0.103727153366</c:v>
                </c:pt>
                <c:pt idx="300">
                  <c:v>0.107981933026</c:v>
                </c:pt>
                <c:pt idx="301">
                  <c:v>0.112366283808</c:v>
                </c:pt>
                <c:pt idx="302">
                  <c:v>0.116881888667</c:v>
                </c:pt>
                <c:pt idx="303">
                  <c:v>0.121530337909</c:v>
                </c:pt>
                <c:pt idx="304">
                  <c:v>0.12631312287</c:v>
                </c:pt>
                <c:pt idx="305">
                  <c:v>0.131231629549</c:v>
                </c:pt>
                <c:pt idx="306">
                  <c:v>0.136287132202</c:v>
                </c:pt>
                <c:pt idx="307">
                  <c:v>0.141480786914</c:v>
                </c:pt>
                <c:pt idx="308">
                  <c:v>0.146813625163</c:v>
                </c:pt>
                <c:pt idx="309">
                  <c:v>0.152286547392</c:v>
                </c:pt>
                <c:pt idx="310">
                  <c:v>0.157900316602</c:v>
                </c:pt>
                <c:pt idx="311">
                  <c:v>0.163655551984</c:v>
                </c:pt>
                <c:pt idx="312">
                  <c:v>0.169552722616</c:v>
                </c:pt>
                <c:pt idx="313">
                  <c:v>0.175592141222</c:v>
                </c:pt>
                <c:pt idx="314">
                  <c:v>0.181773958033</c:v>
                </c:pt>
                <c:pt idx="315">
                  <c:v>0.188098154754</c:v>
                </c:pt>
                <c:pt idx="316">
                  <c:v>0.194564538663</c:v>
                </c:pt>
                <c:pt idx="317">
                  <c:v>0.201172736855</c:v>
                </c:pt>
                <c:pt idx="318">
                  <c:v>0.207922190658</c:v>
                </c:pt>
                <c:pt idx="319">
                  <c:v>0.214812150227</c:v>
                </c:pt>
                <c:pt idx="320">
                  <c:v>0.221841669359</c:v>
                </c:pt>
                <c:pt idx="321">
                  <c:v>0.229009600519</c:v>
                </c:pt>
                <c:pt idx="322">
                  <c:v>0.236314590119</c:v>
                </c:pt>
                <c:pt idx="323">
                  <c:v>0.243755074065</c:v>
                </c:pt>
                <c:pt idx="324">
                  <c:v>0.251329273578</c:v>
                </c:pt>
                <c:pt idx="325">
                  <c:v>0.259035191332</c:v>
                </c:pt>
                <c:pt idx="326">
                  <c:v>0.266870607902</c:v>
                </c:pt>
                <c:pt idx="327">
                  <c:v>0.274833078565</c:v>
                </c:pt>
                <c:pt idx="328">
                  <c:v>0.28291993045</c:v>
                </c:pt>
                <c:pt idx="329">
                  <c:v>0.291128260075</c:v>
                </c:pt>
                <c:pt idx="330">
                  <c:v>0.299454931271</c:v>
                </c:pt>
                <c:pt idx="331">
                  <c:v>0.307896573525</c:v>
                </c:pt>
                <c:pt idx="332">
                  <c:v>0.316449580741</c:v>
                </c:pt>
                <c:pt idx="333">
                  <c:v>0.325110110451</c:v>
                </c:pt>
                <c:pt idx="334">
                  <c:v>0.333874083483</c:v>
                </c:pt>
                <c:pt idx="335">
                  <c:v>0.342737184096</c:v>
                </c:pt>
                <c:pt idx="336">
                  <c:v>0.351694860595</c:v>
                </c:pt>
                <c:pt idx="337">
                  <c:v>0.360742326454</c:v>
                </c:pt>
                <c:pt idx="338">
                  <c:v>0.369874561927</c:v>
                </c:pt>
                <c:pt idx="339">
                  <c:v>0.379086316183</c:v>
                </c:pt>
                <c:pt idx="340">
                  <c:v>0.388372109966</c:v>
                </c:pt>
                <c:pt idx="341">
                  <c:v>0.397726238775</c:v>
                </c:pt>
                <c:pt idx="342">
                  <c:v>0.407142776582</c:v>
                </c:pt>
                <c:pt idx="343">
                  <c:v>0.416615580094</c:v>
                </c:pt>
                <c:pt idx="344">
                  <c:v>0.426138293551</c:v>
                </c:pt>
                <c:pt idx="345">
                  <c:v>0.435704354065</c:v>
                </c:pt>
                <c:pt idx="346">
                  <c:v>0.445306997504</c:v>
                </c:pt>
                <c:pt idx="347">
                  <c:v>0.454939264915</c:v>
                </c:pt>
                <c:pt idx="348">
                  <c:v>0.464594009487</c:v>
                </c:pt>
                <c:pt idx="349">
                  <c:v>0.474263904039</c:v>
                </c:pt>
                <c:pt idx="350">
                  <c:v>0.483941449038</c:v>
                </c:pt>
                <c:pt idx="351">
                  <c:v>0.493618981134</c:v>
                </c:pt>
                <c:pt idx="352">
                  <c:v>0.503288682196</c:v>
                </c:pt>
                <c:pt idx="353">
                  <c:v>0.512942588851</c:v>
                </c:pt>
                <c:pt idx="354">
                  <c:v>0.522572602499</c:v>
                </c:pt>
                <c:pt idx="355">
                  <c:v>0.532170499798</c:v>
                </c:pt>
                <c:pt idx="356">
                  <c:v>0.541727943597</c:v>
                </c:pt>
                <c:pt idx="357">
                  <c:v>0.551236494307</c:v>
                </c:pt>
                <c:pt idx="358">
                  <c:v>0.560687621679</c:v>
                </c:pt>
                <c:pt idx="359">
                  <c:v>0.570072716978</c:v>
                </c:pt>
                <c:pt idx="360">
                  <c:v>0.579383105523</c:v>
                </c:pt>
                <c:pt idx="361">
                  <c:v>0.588610059577</c:v>
                </c:pt>
                <c:pt idx="362">
                  <c:v>0.597744811552</c:v>
                </c:pt>
                <c:pt idx="363">
                  <c:v>0.606778567513</c:v>
                </c:pt>
                <c:pt idx="364">
                  <c:v>0.61570252094</c:v>
                </c:pt>
                <c:pt idx="365">
                  <c:v>0.624507866734</c:v>
                </c:pt>
                <c:pt idx="366">
                  <c:v>0.633185815422</c:v>
                </c:pt>
                <c:pt idx="367">
                  <c:v>0.641727607542</c:v>
                </c:pt>
                <c:pt idx="368">
                  <c:v>0.650124528168</c:v>
                </c:pt>
                <c:pt idx="369">
                  <c:v>0.658367921542</c:v>
                </c:pt>
                <c:pt idx="370">
                  <c:v>0.666449205784</c:v>
                </c:pt>
                <c:pt idx="371">
                  <c:v>0.674359887645</c:v>
                </c:pt>
                <c:pt idx="372">
                  <c:v>0.682091577261</c:v>
                </c:pt>
                <c:pt idx="373">
                  <c:v>0.689636002879</c:v>
                </c:pt>
                <c:pt idx="374">
                  <c:v>0.696985025518</c:v>
                </c:pt>
                <c:pt idx="375">
                  <c:v>0.704130653529</c:v>
                </c:pt>
                <c:pt idx="376">
                  <c:v>0.711065057012</c:v>
                </c:pt>
                <c:pt idx="377">
                  <c:v>0.717780582067</c:v>
                </c:pt>
                <c:pt idx="378">
                  <c:v>0.724269764826</c:v>
                </c:pt>
                <c:pt idx="379">
                  <c:v>0.730525345244</c:v>
                </c:pt>
                <c:pt idx="380">
                  <c:v>0.736540280607</c:v>
                </c:pt>
                <c:pt idx="381">
                  <c:v>0.742307758719</c:v>
                </c:pt>
                <c:pt idx="382">
                  <c:v>0.747821210746</c:v>
                </c:pt>
                <c:pt idx="383">
                  <c:v>0.753074323667</c:v>
                </c:pt>
                <c:pt idx="384">
                  <c:v>0.758061052305</c:v>
                </c:pt>
                <c:pt idx="385">
                  <c:v>0.762775630921</c:v>
                </c:pt>
                <c:pt idx="386">
                  <c:v>0.767212584307</c:v>
                </c:pt>
                <c:pt idx="387">
                  <c:v>0.771366738384</c:v>
                </c:pt>
                <c:pt idx="388">
                  <c:v>0.77523323025</c:v>
                </c:pt>
                <c:pt idx="389">
                  <c:v>0.778807517668</c:v>
                </c:pt>
                <c:pt idx="390">
                  <c:v>0.782085387951</c:v>
                </c:pt>
                <c:pt idx="391">
                  <c:v>0.785062966241</c:v>
                </c:pt>
                <c:pt idx="392">
                  <c:v>0.787736723137</c:v>
                </c:pt>
                <c:pt idx="393">
                  <c:v>0.790103481669</c:v>
                </c:pt>
                <c:pt idx="394">
                  <c:v>0.792160423587</c:v>
                </c:pt>
                <c:pt idx="395">
                  <c:v>0.793905094954</c:v>
                </c:pt>
                <c:pt idx="396">
                  <c:v>0.795335411023</c:v>
                </c:pt>
                <c:pt idx="397">
                  <c:v>0.796449660391</c:v>
                </c:pt>
                <c:pt idx="398">
                  <c:v>0.797246508409</c:v>
                </c:pt>
                <c:pt idx="399">
                  <c:v>0.797724999847</c:v>
                </c:pt>
                <c:pt idx="400">
                  <c:v>0.797884560803</c:v>
                </c:pt>
                <c:pt idx="401">
                  <c:v>0.797724999847</c:v>
                </c:pt>
                <c:pt idx="402">
                  <c:v>0.797246508409</c:v>
                </c:pt>
                <c:pt idx="403">
                  <c:v>0.796449660391</c:v>
                </c:pt>
                <c:pt idx="404">
                  <c:v>0.795335411023</c:v>
                </c:pt>
                <c:pt idx="405">
                  <c:v>0.793905094954</c:v>
                </c:pt>
                <c:pt idx="406">
                  <c:v>0.792160423587</c:v>
                </c:pt>
                <c:pt idx="407">
                  <c:v>0.790103481669</c:v>
                </c:pt>
                <c:pt idx="408">
                  <c:v>0.787736723137</c:v>
                </c:pt>
                <c:pt idx="409">
                  <c:v>0.785062966241</c:v>
                </c:pt>
                <c:pt idx="410">
                  <c:v>0.782085387951</c:v>
                </c:pt>
                <c:pt idx="411">
                  <c:v>0.778807517668</c:v>
                </c:pt>
                <c:pt idx="412">
                  <c:v>0.77523323025</c:v>
                </c:pt>
                <c:pt idx="413">
                  <c:v>0.771366738384</c:v>
                </c:pt>
                <c:pt idx="414">
                  <c:v>0.767212584307</c:v>
                </c:pt>
                <c:pt idx="415">
                  <c:v>0.762775630921</c:v>
                </c:pt>
                <c:pt idx="416">
                  <c:v>0.758061052305</c:v>
                </c:pt>
                <c:pt idx="417">
                  <c:v>0.753074323667</c:v>
                </c:pt>
                <c:pt idx="418">
                  <c:v>0.747821210746</c:v>
                </c:pt>
                <c:pt idx="419">
                  <c:v>0.742307758719</c:v>
                </c:pt>
                <c:pt idx="420">
                  <c:v>0.736540280607</c:v>
                </c:pt>
                <c:pt idx="421">
                  <c:v>0.730525345244</c:v>
                </c:pt>
                <c:pt idx="422">
                  <c:v>0.724269764826</c:v>
                </c:pt>
                <c:pt idx="423">
                  <c:v>0.717780582067</c:v>
                </c:pt>
                <c:pt idx="424">
                  <c:v>0.711065057012</c:v>
                </c:pt>
                <c:pt idx="425">
                  <c:v>0.704130653529</c:v>
                </c:pt>
                <c:pt idx="426">
                  <c:v>0.696985025518</c:v>
                </c:pt>
                <c:pt idx="427">
                  <c:v>0.689636002879</c:v>
                </c:pt>
                <c:pt idx="428">
                  <c:v>0.682091577261</c:v>
                </c:pt>
                <c:pt idx="429">
                  <c:v>0.674359887645</c:v>
                </c:pt>
                <c:pt idx="430">
                  <c:v>0.666449205784</c:v>
                </c:pt>
                <c:pt idx="431">
                  <c:v>0.658367921542</c:v>
                </c:pt>
                <c:pt idx="432">
                  <c:v>0.650124528168</c:v>
                </c:pt>
                <c:pt idx="433">
                  <c:v>0.641727607542</c:v>
                </c:pt>
                <c:pt idx="434">
                  <c:v>0.633185815422</c:v>
                </c:pt>
                <c:pt idx="435">
                  <c:v>0.624507866734</c:v>
                </c:pt>
                <c:pt idx="436">
                  <c:v>0.61570252094</c:v>
                </c:pt>
                <c:pt idx="437">
                  <c:v>0.606778567513</c:v>
                </c:pt>
                <c:pt idx="438">
                  <c:v>0.597744811552</c:v>
                </c:pt>
                <c:pt idx="439">
                  <c:v>0.588610059577</c:v>
                </c:pt>
                <c:pt idx="440">
                  <c:v>0.579383105523</c:v>
                </c:pt>
                <c:pt idx="441">
                  <c:v>0.570072716978</c:v>
                </c:pt>
                <c:pt idx="442">
                  <c:v>0.560687621679</c:v>
                </c:pt>
                <c:pt idx="443">
                  <c:v>0.551236494307</c:v>
                </c:pt>
                <c:pt idx="444">
                  <c:v>0.541727943597</c:v>
                </c:pt>
                <c:pt idx="445">
                  <c:v>0.532170499798</c:v>
                </c:pt>
                <c:pt idx="446">
                  <c:v>0.522572602499</c:v>
                </c:pt>
                <c:pt idx="447">
                  <c:v>0.512942588851</c:v>
                </c:pt>
                <c:pt idx="448">
                  <c:v>0.503288682196</c:v>
                </c:pt>
                <c:pt idx="449">
                  <c:v>0.493618981134</c:v>
                </c:pt>
                <c:pt idx="450">
                  <c:v>0.483941449038</c:v>
                </c:pt>
                <c:pt idx="451">
                  <c:v>0.474263904039</c:v>
                </c:pt>
                <c:pt idx="452">
                  <c:v>0.464594009487</c:v>
                </c:pt>
                <c:pt idx="453">
                  <c:v>0.454939264915</c:v>
                </c:pt>
                <c:pt idx="454">
                  <c:v>0.445306997504</c:v>
                </c:pt>
                <c:pt idx="455">
                  <c:v>0.435704354065</c:v>
                </c:pt>
                <c:pt idx="456">
                  <c:v>0.426138293551</c:v>
                </c:pt>
                <c:pt idx="457">
                  <c:v>0.416615580094</c:v>
                </c:pt>
                <c:pt idx="458">
                  <c:v>0.407142776582</c:v>
                </c:pt>
                <c:pt idx="459">
                  <c:v>0.397726238775</c:v>
                </c:pt>
                <c:pt idx="460">
                  <c:v>0.388372109966</c:v>
                </c:pt>
                <c:pt idx="461">
                  <c:v>0.379086316183</c:v>
                </c:pt>
                <c:pt idx="462">
                  <c:v>0.369874561927</c:v>
                </c:pt>
                <c:pt idx="463">
                  <c:v>0.360742326454</c:v>
                </c:pt>
                <c:pt idx="464">
                  <c:v>0.351694860595</c:v>
                </c:pt>
                <c:pt idx="465">
                  <c:v>0.342737184096</c:v>
                </c:pt>
                <c:pt idx="466">
                  <c:v>0.333874083483</c:v>
                </c:pt>
                <c:pt idx="467">
                  <c:v>0.325110110451</c:v>
                </c:pt>
                <c:pt idx="468">
                  <c:v>0.316449580741</c:v>
                </c:pt>
                <c:pt idx="469">
                  <c:v>0.307896573525</c:v>
                </c:pt>
                <c:pt idx="470">
                  <c:v>0.299454931271</c:v>
                </c:pt>
                <c:pt idx="471">
                  <c:v>0.291128260075</c:v>
                </c:pt>
                <c:pt idx="472">
                  <c:v>0.28291993045</c:v>
                </c:pt>
                <c:pt idx="473">
                  <c:v>0.274833078565</c:v>
                </c:pt>
                <c:pt idx="474">
                  <c:v>0.266870607902</c:v>
                </c:pt>
                <c:pt idx="475">
                  <c:v>0.259035191332</c:v>
                </c:pt>
                <c:pt idx="476">
                  <c:v>0.251329273578</c:v>
                </c:pt>
                <c:pt idx="477">
                  <c:v>0.243755074065</c:v>
                </c:pt>
                <c:pt idx="478">
                  <c:v>0.236314590119</c:v>
                </c:pt>
                <c:pt idx="479">
                  <c:v>0.229009600519</c:v>
                </c:pt>
                <c:pt idx="480">
                  <c:v>0.221841669359</c:v>
                </c:pt>
                <c:pt idx="481">
                  <c:v>0.214812150227</c:v>
                </c:pt>
                <c:pt idx="482">
                  <c:v>0.207922190658</c:v>
                </c:pt>
                <c:pt idx="483">
                  <c:v>0.201172736855</c:v>
                </c:pt>
                <c:pt idx="484">
                  <c:v>0.194564538663</c:v>
                </c:pt>
                <c:pt idx="485">
                  <c:v>0.188098154754</c:v>
                </c:pt>
                <c:pt idx="486">
                  <c:v>0.181773958033</c:v>
                </c:pt>
                <c:pt idx="487">
                  <c:v>0.175592141222</c:v>
                </c:pt>
                <c:pt idx="488">
                  <c:v>0.169552722616</c:v>
                </c:pt>
                <c:pt idx="489">
                  <c:v>0.163655551984</c:v>
                </c:pt>
                <c:pt idx="490">
                  <c:v>0.157900316602</c:v>
                </c:pt>
                <c:pt idx="491">
                  <c:v>0.152286547392</c:v>
                </c:pt>
                <c:pt idx="492">
                  <c:v>0.146813625163</c:v>
                </c:pt>
                <c:pt idx="493">
                  <c:v>0.141480786914</c:v>
                </c:pt>
                <c:pt idx="494">
                  <c:v>0.136287132202</c:v>
                </c:pt>
                <c:pt idx="495">
                  <c:v>0.131231629549</c:v>
                </c:pt>
                <c:pt idx="496">
                  <c:v>0.12631312287</c:v>
                </c:pt>
                <c:pt idx="497">
                  <c:v>0.121530337909</c:v>
                </c:pt>
                <c:pt idx="498">
                  <c:v>0.116881888667</c:v>
                </c:pt>
                <c:pt idx="499">
                  <c:v>0.112366283808</c:v>
                </c:pt>
                <c:pt idx="500">
                  <c:v>0.107981933026</c:v>
                </c:pt>
                <c:pt idx="501">
                  <c:v>0.103727153366</c:v>
                </c:pt>
                <c:pt idx="502">
                  <c:v>0.0996001754701</c:v>
                </c:pt>
                <c:pt idx="503">
                  <c:v>0.0955991497642</c:v>
                </c:pt>
                <c:pt idx="504">
                  <c:v>0.0917221525421</c:v>
                </c:pt>
                <c:pt idx="505">
                  <c:v>0.0879671919609</c:v>
                </c:pt>
                <c:pt idx="506">
                  <c:v>0.0843322139235</c:v>
                </c:pt>
                <c:pt idx="507">
                  <c:v>0.0808151078457</c:v>
                </c:pt>
                <c:pt idx="508">
                  <c:v>0.0774137122949</c:v>
                </c:pt>
                <c:pt idx="509">
                  <c:v>0.0741258204956</c:v>
                </c:pt>
                <c:pt idx="510">
                  <c:v>0.0709491856925</c:v>
                </c:pt>
                <c:pt idx="511">
                  <c:v>0.0678815263649</c:v>
                </c:pt>
                <c:pt idx="512">
                  <c:v>0.0649205312874</c:v>
                </c:pt>
                <c:pt idx="513">
                  <c:v>0.06206386443</c:v>
                </c:pt>
                <c:pt idx="514">
                  <c:v>0.0593091696947</c:v>
                </c:pt>
                <c:pt idx="515">
                  <c:v>0.0566540754832</c:v>
                </c:pt>
                <c:pt idx="516">
                  <c:v>0.0540961990938</c:v>
                </c:pt>
                <c:pt idx="517">
                  <c:v>0.0516331509432</c:v>
                </c:pt>
                <c:pt idx="518">
                  <c:v>0.0492625386128</c:v>
                </c:pt>
                <c:pt idx="519">
                  <c:v>0.0469819707164</c:v>
                </c:pt>
                <c:pt idx="520">
                  <c:v>0.0447890605897</c:v>
                </c:pt>
                <c:pt idx="521">
                  <c:v>0.0426814297998</c:v>
                </c:pt>
                <c:pt idx="522">
                  <c:v>0.0406567114765</c:v>
                </c:pt>
                <c:pt idx="523">
                  <c:v>0.0387125534635</c:v>
                </c:pt>
                <c:pt idx="524">
                  <c:v>0.0368466212937</c:v>
                </c:pt>
                <c:pt idx="525">
                  <c:v>0.0350566009871</c:v>
                </c:pt>
                <c:pt idx="526">
                  <c:v>0.0333402016748</c:v>
                </c:pt>
                <c:pt idx="527">
                  <c:v>0.0316951580507</c:v>
                </c:pt>
                <c:pt idx="528">
                  <c:v>0.0301192326548</c:v>
                </c:pt>
                <c:pt idx="529">
                  <c:v>0.0286102179883</c:v>
                </c:pt>
                <c:pt idx="530">
                  <c:v>0.0271659384674</c:v>
                </c:pt>
                <c:pt idx="531">
                  <c:v>0.0257842522158</c:v>
                </c:pt>
                <c:pt idx="532">
                  <c:v>0.0244630527026</c:v>
                </c:pt>
                <c:pt idx="533">
                  <c:v>0.0232002702274</c:v>
                </c:pt>
                <c:pt idx="534">
                  <c:v>0.0219938732588</c:v>
                </c:pt>
                <c:pt idx="535">
                  <c:v>0.0208418696288</c:v>
                </c:pt>
                <c:pt idx="536">
                  <c:v>0.0197423075895</c:v>
                </c:pt>
                <c:pt idx="537">
                  <c:v>0.0186932767352</c:v>
                </c:pt>
                <c:pt idx="538">
                  <c:v>0.0176929087965</c:v>
                </c:pt>
                <c:pt idx="539">
                  <c:v>0.0167393783093</c:v>
                </c:pt>
                <c:pt idx="540">
                  <c:v>0.015830903166</c:v>
                </c:pt>
                <c:pt idx="541">
                  <c:v>0.0149657450516</c:v>
                </c:pt>
                <c:pt idx="542">
                  <c:v>0.014142209772</c:v>
                </c:pt>
                <c:pt idx="543">
                  <c:v>0.0133586474784</c:v>
                </c:pt>
                <c:pt idx="544">
                  <c:v>0.0126134527925</c:v>
                </c:pt>
                <c:pt idx="545">
                  <c:v>0.0119050648396</c:v>
                </c:pt>
                <c:pt idx="546">
                  <c:v>0.011231967192</c:v>
                </c:pt>
                <c:pt idx="547">
                  <c:v>0.0105926877306</c:v>
                </c:pt>
                <c:pt idx="548">
                  <c:v>0.00998579842722</c:v>
                </c:pt>
                <c:pt idx="549">
                  <c:v>0.00940991505387</c:v>
                </c:pt>
                <c:pt idx="550">
                  <c:v>0.00886369682388</c:v>
                </c:pt>
                <c:pt idx="551">
                  <c:v>0.00834584596905</c:v>
                </c:pt>
                <c:pt idx="552">
                  <c:v>0.00785510725785</c:v>
                </c:pt>
                <c:pt idx="553">
                  <c:v>0.00739026745912</c:v>
                </c:pt>
                <c:pt idx="554">
                  <c:v>0.00695015475571</c:v>
                </c:pt>
                <c:pt idx="555">
                  <c:v>0.0065336381124</c:v>
                </c:pt>
                <c:pt idx="556">
                  <c:v>0.00613962660221</c:v>
                </c:pt>
                <c:pt idx="557">
                  <c:v>0.00576706869521</c:v>
                </c:pt>
                <c:pt idx="558">
                  <c:v>0.00541495151368</c:v>
                </c:pt>
                <c:pt idx="559">
                  <c:v>0.00508230005745</c:v>
                </c:pt>
                <c:pt idx="560">
                  <c:v>0.00476817640293</c:v>
                </c:pt>
                <c:pt idx="561">
                  <c:v>0.00447167887938</c:v>
                </c:pt>
                <c:pt idx="562">
                  <c:v>0.00419194122572</c:v>
                </c:pt>
                <c:pt idx="563">
                  <c:v>0.00392813173101</c:v>
                </c:pt>
                <c:pt idx="564">
                  <c:v>0.00367945236165</c:v>
                </c:pt>
                <c:pt idx="565">
                  <c:v>0.00344513787811</c:v>
                </c:pt>
                <c:pt idx="566">
                  <c:v>0.00322445494395</c:v>
                </c:pt>
                <c:pt idx="567">
                  <c:v>0.0030167012297</c:v>
                </c:pt>
                <c:pt idx="568">
                  <c:v>0.00282120451388</c:v>
                </c:pt>
                <c:pt idx="569">
                  <c:v>0.00263732178365</c:v>
                </c:pt>
                <c:pt idx="570">
                  <c:v>0.00246443833695</c:v>
                </c:pt>
                <c:pt idx="571">
                  <c:v>0.00230196688836</c:v>
                </c:pt>
                <c:pt idx="572">
                  <c:v>0.00214934668031</c:v>
                </c:pt>
                <c:pt idx="573">
                  <c:v>0.00200604260147</c:v>
                </c:pt>
                <c:pt idx="574">
                  <c:v>0.00187154431385</c:v>
                </c:pt>
                <c:pt idx="575">
                  <c:v>0.00174536539009</c:v>
                </c:pt>
                <c:pt idx="576">
                  <c:v>0.00162704246216</c:v>
                </c:pt>
                <c:pt idx="577">
                  <c:v>0.00151613438286</c:v>
                </c:pt>
                <c:pt idx="578">
                  <c:v>0.00141222140098</c:v>
                </c:pt>
                <c:pt idx="579">
                  <c:v>0.00131490435131</c:v>
                </c:pt>
                <c:pt idx="580">
                  <c:v>0.00122380386023</c:v>
                </c:pt>
                <c:pt idx="581">
                  <c:v>0.00113855956767</c:v>
                </c:pt>
                <c:pt idx="582">
                  <c:v>0.00105882936619</c:v>
                </c:pt>
                <c:pt idx="583">
                  <c:v>0.000984288657666</c:v>
                </c:pt>
                <c:pt idx="584">
                  <c:v>0.00091462962812</c:v>
                </c:pt>
                <c:pt idx="585">
                  <c:v>0.000849560541102</c:v>
                </c:pt>
                <c:pt idx="586">
                  <c:v>0.000788805049938</c:v>
                </c:pt>
                <c:pt idx="587">
                  <c:v>0.000732101529115</c:v>
                </c:pt>
                <c:pt idx="588">
                  <c:v>0.000679202424967</c:v>
                </c:pt>
                <c:pt idx="589">
                  <c:v>0.000629873625815</c:v>
                </c:pt>
                <c:pt idx="590">
                  <c:v>0.000583893851583</c:v>
                </c:pt>
                <c:pt idx="591">
                  <c:v>0.000541054062923</c:v>
                </c:pt>
                <c:pt idx="592">
                  <c:v>0.000501156889782</c:v>
                </c:pt>
                <c:pt idx="593">
                  <c:v>0.000464016079314</c:v>
                </c:pt>
                <c:pt idx="594">
                  <c:v>0.000429455963001</c:v>
                </c:pt>
                <c:pt idx="595">
                  <c:v>0.000397310942786</c:v>
                </c:pt>
                <c:pt idx="596">
                  <c:v>0.000367424996005</c:v>
                </c:pt>
                <c:pt idx="597">
                  <c:v>0.000339651198859</c:v>
                </c:pt>
                <c:pt idx="598">
                  <c:v>0.000313851268131</c:v>
                </c:pt>
                <c:pt idx="599">
                  <c:v>0.000289895120848</c:v>
                </c:pt>
                <c:pt idx="600">
                  <c:v>0.00026766045153</c:v>
                </c:pt>
                <c:pt idx="601">
                  <c:v>0.000247032326682</c:v>
                </c:pt>
                <c:pt idx="602">
                  <c:v>0.000227902796138</c:v>
                </c:pt>
                <c:pt idx="603">
                  <c:v>0.000210170520861</c:v>
                </c:pt>
                <c:pt idx="604">
                  <c:v>0.000193740416797</c:v>
                </c:pt>
                <c:pt idx="605">
                  <c:v>0.000178523314354</c:v>
                </c:pt>
                <c:pt idx="606">
                  <c:v>0.000164435633073</c:v>
                </c:pt>
                <c:pt idx="607">
                  <c:v>0.00015139907106</c:v>
                </c:pt>
                <c:pt idx="608">
                  <c:v>0.000139340308738</c:v>
                </c:pt>
                <c:pt idx="609">
                  <c:v>0.000128190726454</c:v>
                </c:pt>
                <c:pt idx="610">
                  <c:v>0.000117886135513</c:v>
                </c:pt>
                <c:pt idx="611">
                  <c:v>0.000108366522179</c:v>
                </c:pt>
                <c:pt idx="612">
                  <c:v>9.9575804196E-05</c:v>
                </c:pt>
                <c:pt idx="613">
                  <c:v>9.14615993832E-05</c:v>
                </c:pt>
                <c:pt idx="614">
                  <c:v>8.39750058632E-05</c:v>
                </c:pt>
                <c:pt idx="615">
                  <c:v>7.70703934842E-05</c:v>
                </c:pt>
                <c:pt idx="616">
                  <c:v>7.07052060035E-05</c:v>
                </c:pt>
                <c:pt idx="617">
                  <c:v>6.48397736084E-05</c:v>
                </c:pt>
                <c:pt idx="618">
                  <c:v>5.94371353529E-05</c:v>
                </c:pt>
                <c:pt idx="619">
                  <c:v>5.4462871102E-05</c:v>
                </c:pt>
                <c:pt idx="620">
                  <c:v>4.98849425801E-05</c:v>
                </c:pt>
                <c:pt idx="621">
                  <c:v>4.56735431303E-05</c:v>
                </c:pt>
                <c:pt idx="622">
                  <c:v>4.18009558009E-05</c:v>
                </c:pt>
                <c:pt idx="623">
                  <c:v>3.82414193856E-05</c:v>
                </c:pt>
                <c:pt idx="624">
                  <c:v>3.49710020533E-05</c:v>
                </c:pt>
                <c:pt idx="625">
                  <c:v>3.19674822138E-05</c:v>
                </c:pt>
                <c:pt idx="626">
                  <c:v>2.92102362783E-05</c:v>
                </c:pt>
                <c:pt idx="627">
                  <c:v>2.66801329807E-05</c:v>
                </c:pt>
                <c:pt idx="628">
                  <c:v>2.43594339405E-05</c:v>
                </c:pt>
                <c:pt idx="629">
                  <c:v>2.22317001564E-05</c:v>
                </c:pt>
                <c:pt idx="630">
                  <c:v>2.0281704131E-05</c:v>
                </c:pt>
                <c:pt idx="631">
                  <c:v>1.849534734E-05</c:v>
                </c:pt>
                <c:pt idx="632">
                  <c:v>1.68595827665E-05</c:v>
                </c:pt>
                <c:pt idx="633">
                  <c:v>1.53623422345E-05</c:v>
                </c:pt>
                <c:pt idx="634">
                  <c:v>1.39924682865E-05</c:v>
                </c:pt>
                <c:pt idx="635">
                  <c:v>1.27396503577E-05</c:v>
                </c:pt>
                <c:pt idx="636">
                  <c:v>1.15943650127E-05</c:v>
                </c:pt>
                <c:pt idx="637">
                  <c:v>1.05478200192E-05</c:v>
                </c:pt>
                <c:pt idx="638">
                  <c:v>9.59190204311E-06</c:v>
                </c:pt>
                <c:pt idx="639">
                  <c:v>8.71912775934E-06</c:v>
                </c:pt>
                <c:pt idx="640">
                  <c:v>7.92259818206E-06</c:v>
                </c:pt>
                <c:pt idx="641">
                  <c:v>7.19595602704E-06</c:v>
                </c:pt>
                <c:pt idx="642">
                  <c:v>6.53334592799E-06</c:v>
                </c:pt>
                <c:pt idx="643">
                  <c:v>5.92937733709E-06</c:v>
                </c:pt>
                <c:pt idx="644">
                  <c:v>5.37908994854E-06</c:v>
                </c:pt>
                <c:pt idx="645">
                  <c:v>4.87792149179E-06</c:v>
                </c:pt>
                <c:pt idx="646">
                  <c:v>4.42167774914E-06</c:v>
                </c:pt>
                <c:pt idx="647">
                  <c:v>4.0065046599E-06</c:v>
                </c:pt>
                <c:pt idx="648">
                  <c:v>3.62886238036E-06</c:v>
                </c:pt>
                <c:pt idx="649">
                  <c:v>3.28550117609E-06</c:v>
                </c:pt>
                <c:pt idx="650">
                  <c:v>2.97343902947E-06</c:v>
                </c:pt>
                <c:pt idx="651">
                  <c:v>2.68994085214E-06</c:v>
                </c:pt>
                <c:pt idx="652">
                  <c:v>2.43249919786E-06</c:v>
                </c:pt>
                <c:pt idx="653">
                  <c:v>2.19881637742E-06</c:v>
                </c:pt>
                <c:pt idx="654">
                  <c:v>1.98678788268E-06</c:v>
                </c:pt>
                <c:pt idx="655">
                  <c:v>1.79448703248E-06</c:v>
                </c:pt>
                <c:pt idx="656">
                  <c:v>1.62015075786E-06</c:v>
                </c:pt>
                <c:pt idx="657">
                  <c:v>1.46216644939E-06</c:v>
                </c:pt>
                <c:pt idx="658">
                  <c:v>1.31905979372E-06</c:v>
                </c:pt>
                <c:pt idx="659">
                  <c:v>1.18948353096E-06</c:v>
                </c:pt>
                <c:pt idx="660">
                  <c:v>1.07220706894E-06</c:v>
                </c:pt>
                <c:pt idx="661">
                  <c:v>9.661068939E-07</c:v>
                </c:pt>
                <c:pt idx="662">
                  <c:v>8.70157721503E-07</c:v>
                </c:pt>
                <c:pt idx="663">
                  <c:v>7.83424335187E-07</c:v>
                </c:pt>
                <c:pt idx="664">
                  <c:v>7.05054062523E-07</c:v>
                </c:pt>
                <c:pt idx="665">
                  <c:v>6.34269843343E-07</c:v>
                </c:pt>
                <c:pt idx="666">
                  <c:v>5.70363846457E-07</c:v>
                </c:pt>
                <c:pt idx="667">
                  <c:v>5.12691594615E-07</c:v>
                </c:pt>
                <c:pt idx="668">
                  <c:v>4.60666560088E-07</c:v>
                </c:pt>
                <c:pt idx="669">
                  <c:v>4.13755195744E-07</c:v>
                </c:pt>
                <c:pt idx="670">
                  <c:v>3.71472368911E-07</c:v>
                </c:pt>
                <c:pt idx="671">
                  <c:v>3.33377167544E-07</c:v>
                </c:pt>
                <c:pt idx="672">
                  <c:v>2.99069050334E-07</c:v>
                </c:pt>
                <c:pt idx="673">
                  <c:v>2.68184314367E-07</c:v>
                </c:pt>
                <c:pt idx="674">
                  <c:v>2.40392855813E-07</c:v>
                </c:pt>
                <c:pt idx="675">
                  <c:v>2.15395200851E-07</c:v>
                </c:pt>
                <c:pt idx="676">
                  <c:v>1.92919785685E-07</c:v>
                </c:pt>
                <c:pt idx="677">
                  <c:v>1.72720466016E-07</c:v>
                </c:pt>
                <c:pt idx="678">
                  <c:v>1.5457423777E-07</c:v>
                </c:pt>
                <c:pt idx="679">
                  <c:v>1.38279152242E-07</c:v>
                </c:pt>
                <c:pt idx="680">
                  <c:v>1.23652410003E-07</c:v>
                </c:pt>
                <c:pt idx="681">
                  <c:v>1.10528619155E-07</c:v>
                </c:pt>
                <c:pt idx="682">
                  <c:v>9.87582045422E-08</c:v>
                </c:pt>
                <c:pt idx="683">
                  <c:v>8.82059555787E-08</c:v>
                </c:pt>
                <c:pt idx="684">
                  <c:v>7.874970127E-08</c:v>
                </c:pt>
                <c:pt idx="685">
                  <c:v>7.02791018964E-08</c:v>
                </c:pt>
                <c:pt idx="686">
                  <c:v>6.26945476358E-08</c:v>
                </c:pt>
                <c:pt idx="687">
                  <c:v>5.59061551603E-08</c:v>
                </c:pt>
                <c:pt idx="688">
                  <c:v>4.98328539459E-08</c:v>
                </c:pt>
                <c:pt idx="689">
                  <c:v>4.44015546872E-08</c:v>
                </c:pt>
                <c:pt idx="690">
                  <c:v>3.95463928125E-08</c:v>
                </c:pt>
                <c:pt idx="691">
                  <c:v>3.5208040658E-08</c:v>
                </c:pt>
                <c:pt idx="692">
                  <c:v>3.13330823763E-08</c:v>
                </c:pt>
                <c:pt idx="693">
                  <c:v>2.78734461381E-08</c:v>
                </c:pt>
                <c:pt idx="694">
                  <c:v>2.47858886283E-08</c:v>
                </c:pt>
                <c:pt idx="695">
                  <c:v>2.20315272494E-08</c:v>
                </c:pt>
                <c:pt idx="696">
                  <c:v>1.95754158249E-08</c:v>
                </c:pt>
                <c:pt idx="697">
                  <c:v>1.73861599458E-08</c:v>
                </c:pt>
                <c:pt idx="698">
                  <c:v>1.54355684251E-08</c:v>
                </c:pt>
                <c:pt idx="699">
                  <c:v>1.3698337626E-08</c:v>
                </c:pt>
                <c:pt idx="700">
                  <c:v>1.21517656996E-08</c:v>
                </c:pt>
                <c:pt idx="701">
                  <c:v>1.07754940269E-08</c:v>
                </c:pt>
                <c:pt idx="702">
                  <c:v>9.55127338456E-09</c:v>
                </c:pt>
                <c:pt idx="703">
                  <c:v>8.46275257608E-09</c:v>
                </c:pt>
                <c:pt idx="704">
                  <c:v>7.49528745935E-09</c:v>
                </c:pt>
                <c:pt idx="705">
                  <c:v>6.63576848709E-09</c:v>
                </c:pt>
                <c:pt idx="706">
                  <c:v>5.87246503965E-09</c:v>
                </c:pt>
                <c:pt idx="707">
                  <c:v>5.19488498268E-09</c:v>
                </c:pt>
                <c:pt idx="708">
                  <c:v>4.59364802136E-09</c:v>
                </c:pt>
                <c:pt idx="709">
                  <c:v>4.06037155039E-09</c:v>
                </c:pt>
                <c:pt idx="710">
                  <c:v>3.58756781593E-09</c:v>
                </c:pt>
                <c:pt idx="711">
                  <c:v>3.16855131275E-09</c:v>
                </c:pt>
                <c:pt idx="712">
                  <c:v>2.7973554376E-09</c:v>
                </c:pt>
                <c:pt idx="713">
                  <c:v>2.46865750911E-09</c:v>
                </c:pt>
                <c:pt idx="714">
                  <c:v>2.17771134655E-09</c:v>
                </c:pt>
                <c:pt idx="715">
                  <c:v>1.92028667406E-09</c:v>
                </c:pt>
                <c:pt idx="716">
                  <c:v>1.69261468514E-09</c:v>
                </c:pt>
                <c:pt idx="717">
                  <c:v>1.49133916431E-09</c:v>
                </c:pt>
                <c:pt idx="718">
                  <c:v>1.31347261927E-09</c:v>
                </c:pt>
                <c:pt idx="719">
                  <c:v>1.15635692854E-09</c:v>
                </c:pt>
                <c:pt idx="720">
                  <c:v>1.01762805633E-09</c:v>
                </c:pt>
                <c:pt idx="721">
                  <c:v>8.95184429283E-10</c:v>
                </c:pt>
                <c:pt idx="722">
                  <c:v>7.8715860818E-10</c:v>
                </c:pt>
                <c:pt idx="723">
                  <c:v>6.91891923346E-10</c:v>
                </c:pt>
                <c:pt idx="724">
                  <c:v>6.07911774243E-10</c:v>
                </c:pt>
                <c:pt idx="725">
                  <c:v>5.33911322953E-10</c:v>
                </c:pt>
                <c:pt idx="726">
                  <c:v>4.68731337559E-10</c:v>
                </c:pt>
                <c:pt idx="727">
                  <c:v>4.11343965404E-10</c:v>
                </c:pt>
                <c:pt idx="728">
                  <c:v>3.6083823784E-10</c:v>
                </c:pt>
                <c:pt idx="729">
                  <c:v>3.16407127747E-10</c:v>
                </c:pt>
                <c:pt idx="730">
                  <c:v>2.77335998833E-10</c:v>
                </c:pt>
                <c:pt idx="731">
                  <c:v>2.42992301868E-10</c:v>
                </c:pt>
                <c:pt idx="732">
                  <c:v>2.12816387469E-10</c:v>
                </c:pt>
                <c:pt idx="733">
                  <c:v>1.86313318258E-10</c:v>
                </c:pt>
                <c:pt idx="734">
                  <c:v>1.63045575054E-10</c:v>
                </c:pt>
                <c:pt idx="735">
                  <c:v>1.4262656248E-10</c:v>
                </c:pt>
                <c:pt idx="736">
                  <c:v>1.24714829033E-10</c:v>
                </c:pt>
                <c:pt idx="737">
                  <c:v>1.090089254E-10</c:v>
                </c:pt>
                <c:pt idx="738">
                  <c:v>9.52428326383E-11</c:v>
                </c:pt>
                <c:pt idx="739">
                  <c:v>8.31818989353E-11</c:v>
                </c:pt>
                <c:pt idx="740">
                  <c:v>7.26192300358E-11</c:v>
                </c:pt>
                <c:pt idx="741">
                  <c:v>6.33724841494E-11</c:v>
                </c:pt>
                <c:pt idx="742">
                  <c:v>5.52810273234E-11</c:v>
                </c:pt>
                <c:pt idx="743">
                  <c:v>4.8203409896E-11</c:v>
                </c:pt>
                <c:pt idx="744">
                  <c:v>4.20151288141E-11</c:v>
                </c:pt>
                <c:pt idx="745">
                  <c:v>3.66066443403E-11</c:v>
                </c:pt>
                <c:pt idx="746">
                  <c:v>3.18816230318E-11</c:v>
                </c:pt>
                <c:pt idx="747">
                  <c:v>2.77553818876E-11</c:v>
                </c:pt>
                <c:pt idx="748">
                  <c:v>2.41535112592E-11</c:v>
                </c:pt>
                <c:pt idx="749">
                  <c:v>2.10106565397E-11</c:v>
                </c:pt>
                <c:pt idx="750">
                  <c:v>1.82694408167E-11</c:v>
                </c:pt>
                <c:pt idx="751">
                  <c:v>1.587951261E-11</c:v>
                </c:pt>
                <c:pt idx="752">
                  <c:v>1.3796704555E-11</c:v>
                </c:pt>
                <c:pt idx="753">
                  <c:v>1.19822904427E-11</c:v>
                </c:pt>
                <c:pt idx="754">
                  <c:v>1.04023294151E-11</c:v>
                </c:pt>
                <c:pt idx="755">
                  <c:v>9.02708735441E-12</c:v>
                </c:pt>
                <c:pt idx="756">
                  <c:v>7.8305266109E-12</c:v>
                </c:pt>
                <c:pt idx="757">
                  <c:v>6.78985620096E-12</c:v>
                </c:pt>
                <c:pt idx="758">
                  <c:v>5.88513548939E-12</c:v>
                </c:pt>
                <c:pt idx="759">
                  <c:v>5.0989251534E-12</c:v>
                </c:pt>
                <c:pt idx="760">
                  <c:v>4.41597992627E-12</c:v>
                </c:pt>
                <c:pt idx="761">
                  <c:v>3.82297824172E-12</c:v>
                </c:pt>
                <c:pt idx="762">
                  <c:v>3.30828445432E-12</c:v>
                </c:pt>
                <c:pt idx="763">
                  <c:v>2.86173980494E-12</c:v>
                </c:pt>
                <c:pt idx="764">
                  <c:v>2.47447873888E-12</c:v>
                </c:pt>
                <c:pt idx="765">
                  <c:v>2.13876757431E-12</c:v>
                </c:pt>
                <c:pt idx="766">
                  <c:v>1.84786286513E-12</c:v>
                </c:pt>
                <c:pt idx="767">
                  <c:v>1.59588710975E-12</c:v>
                </c:pt>
                <c:pt idx="768">
                  <c:v>1.37771973048E-12</c:v>
                </c:pt>
                <c:pt idx="769">
                  <c:v>1.18890149017E-12</c:v>
                </c:pt>
                <c:pt idx="770">
                  <c:v>1.02555072736E-12</c:v>
                </c:pt>
                <c:pt idx="771">
                  <c:v>8.84289981543E-13</c:v>
                </c:pt>
                <c:pt idx="772">
                  <c:v>7.62181748445E-13</c:v>
                </c:pt>
                <c:pt idx="773">
                  <c:v>6.566722544E-13</c:v>
                </c:pt>
                <c:pt idx="774">
                  <c:v>5.65542270844E-13</c:v>
                </c:pt>
                <c:pt idx="775">
                  <c:v>4.86864106606E-13</c:v>
                </c:pt>
                <c:pt idx="776">
                  <c:v>4.18964018807E-13</c:v>
                </c:pt>
                <c:pt idx="777">
                  <c:v>3.60389374315E-13</c:v>
                </c:pt>
                <c:pt idx="778">
                  <c:v>3.09879974126E-13</c:v>
                </c:pt>
                <c:pt idx="779">
                  <c:v>2.66343024093E-13</c:v>
                </c:pt>
                <c:pt idx="780">
                  <c:v>2.28831298036E-13</c:v>
                </c:pt>
                <c:pt idx="781">
                  <c:v>1.9652409453E-13</c:v>
                </c:pt>
                <c:pt idx="782">
                  <c:v>1.68710637328E-13</c:v>
                </c:pt>
                <c:pt idx="783">
                  <c:v>1.44775612277E-13</c:v>
                </c:pt>
                <c:pt idx="784">
                  <c:v>1.24186571324E-13</c:v>
                </c:pt>
                <c:pt idx="785">
                  <c:v>1.06482967445E-13</c:v>
                </c:pt>
                <c:pt idx="786">
                  <c:v>9.12666135568E-14</c:v>
                </c:pt>
                <c:pt idx="787">
                  <c:v>7.81933841466E-14</c:v>
                </c:pt>
                <c:pt idx="788">
                  <c:v>6.69660009619E-14</c:v>
                </c:pt>
                <c:pt idx="789">
                  <c:v>5.73277639068E-14</c:v>
                </c:pt>
                <c:pt idx="790">
                  <c:v>4.90571057139E-14</c:v>
                </c:pt>
                <c:pt idx="791">
                  <c:v>4.19628642344E-14</c:v>
                </c:pt>
                <c:pt idx="792">
                  <c:v>3.58801795826E-14</c:v>
                </c:pt>
                <c:pt idx="793">
                  <c:v>3.06669351203E-14</c:v>
                </c:pt>
                <c:pt idx="794">
                  <c:v>2.62006715539E-14</c:v>
                </c:pt>
                <c:pt idx="795">
                  <c:v>2.23759124287E-14</c:v>
                </c:pt>
                <c:pt idx="796">
                  <c:v>1.91018471971E-14</c:v>
                </c:pt>
                <c:pt idx="797">
                  <c:v>1.63003249348E-14</c:v>
                </c:pt>
                <c:pt idx="798">
                  <c:v>1.39041178194E-14</c:v>
                </c:pt>
                <c:pt idx="799">
                  <c:v>1.18554187586E-14</c:v>
                </c:pt>
                <c:pt idx="800">
                  <c:v>1.01045421671E-14</c:v>
                </c:pt>
              </c:numCache>
            </c:numRef>
          </c:yVal>
          <c:smooth val="0"/>
        </c:ser>
        <c:ser>
          <c:idx val="2"/>
          <c:order val="2"/>
          <c:tx>
            <c:v>n = 25</c:v>
          </c:tx>
          <c:spPr>
            <a:solidFill xmlns:a="http://schemas.openxmlformats.org/drawingml/2006/main">
              <a:srgbClr val="007D80"/>
            </a:solidFill>
            <a:ln xmlns:a="http://schemas.openxmlformats.org/drawingml/2006/main" w="33338">
              <a:solidFill>
                <a:srgbClr val="007D80"/>
              </a:solidFill>
              <a:prstDash val="dot"/>
            </a:ln>
          </c:spPr>
          <c:marker>
            <c:symbol val="none"/>
          </c:marker>
          <c:xVal>
            <c:numRef>
              <c:f>'Chart Data'!$E$2:$E$802</c:f>
              <c:numCache>
                <c:formatCode>General</c:formatCode>
                <c:ptCount val="801"/>
                <c:pt idx="0">
                  <c:v>-4</c:v>
                </c:pt>
                <c:pt idx="1">
                  <c:v>-3.99</c:v>
                </c:pt>
                <c:pt idx="2">
                  <c:v>-3.98</c:v>
                </c:pt>
                <c:pt idx="3">
                  <c:v>-3.97</c:v>
                </c:pt>
                <c:pt idx="4">
                  <c:v>-3.96</c:v>
                </c:pt>
                <c:pt idx="5">
                  <c:v>-3.95</c:v>
                </c:pt>
                <c:pt idx="6">
                  <c:v>-3.94</c:v>
                </c:pt>
                <c:pt idx="7">
                  <c:v>-3.93</c:v>
                </c:pt>
                <c:pt idx="8">
                  <c:v>-3.92</c:v>
                </c:pt>
                <c:pt idx="9">
                  <c:v>-3.91</c:v>
                </c:pt>
                <c:pt idx="10">
                  <c:v>-3.9</c:v>
                </c:pt>
                <c:pt idx="11">
                  <c:v>-3.89</c:v>
                </c:pt>
                <c:pt idx="12">
                  <c:v>-3.88</c:v>
                </c:pt>
                <c:pt idx="13">
                  <c:v>-3.87</c:v>
                </c:pt>
                <c:pt idx="14">
                  <c:v>-3.86</c:v>
                </c:pt>
                <c:pt idx="15">
                  <c:v>-3.85</c:v>
                </c:pt>
                <c:pt idx="16">
                  <c:v>-3.84</c:v>
                </c:pt>
                <c:pt idx="17">
                  <c:v>-3.83</c:v>
                </c:pt>
                <c:pt idx="18">
                  <c:v>-3.82</c:v>
                </c:pt>
                <c:pt idx="19">
                  <c:v>-3.81</c:v>
                </c:pt>
                <c:pt idx="20">
                  <c:v>-3.8</c:v>
                </c:pt>
                <c:pt idx="21">
                  <c:v>-3.79</c:v>
                </c:pt>
                <c:pt idx="22">
                  <c:v>-3.78</c:v>
                </c:pt>
                <c:pt idx="23">
                  <c:v>-3.77</c:v>
                </c:pt>
                <c:pt idx="24">
                  <c:v>-3.76</c:v>
                </c:pt>
                <c:pt idx="25">
                  <c:v>-3.75</c:v>
                </c:pt>
                <c:pt idx="26">
                  <c:v>-3.74</c:v>
                </c:pt>
                <c:pt idx="27">
                  <c:v>-3.73</c:v>
                </c:pt>
                <c:pt idx="28">
                  <c:v>-3.72</c:v>
                </c:pt>
                <c:pt idx="29">
                  <c:v>-3.71</c:v>
                </c:pt>
                <c:pt idx="30">
                  <c:v>-3.7</c:v>
                </c:pt>
                <c:pt idx="31">
                  <c:v>-3.69</c:v>
                </c:pt>
                <c:pt idx="32">
                  <c:v>-3.68</c:v>
                </c:pt>
                <c:pt idx="33">
                  <c:v>-3.67</c:v>
                </c:pt>
                <c:pt idx="34">
                  <c:v>-3.66</c:v>
                </c:pt>
                <c:pt idx="35">
                  <c:v>-3.65</c:v>
                </c:pt>
                <c:pt idx="36">
                  <c:v>-3.64</c:v>
                </c:pt>
                <c:pt idx="37">
                  <c:v>-3.63</c:v>
                </c:pt>
                <c:pt idx="38">
                  <c:v>-3.62</c:v>
                </c:pt>
                <c:pt idx="39">
                  <c:v>-3.61</c:v>
                </c:pt>
                <c:pt idx="40">
                  <c:v>-3.6</c:v>
                </c:pt>
                <c:pt idx="41">
                  <c:v>-3.59</c:v>
                </c:pt>
                <c:pt idx="42">
                  <c:v>-3.58</c:v>
                </c:pt>
                <c:pt idx="43">
                  <c:v>-3.57</c:v>
                </c:pt>
                <c:pt idx="44">
                  <c:v>-3.56</c:v>
                </c:pt>
                <c:pt idx="45">
                  <c:v>-3.55</c:v>
                </c:pt>
                <c:pt idx="46">
                  <c:v>-3.54</c:v>
                </c:pt>
                <c:pt idx="47">
                  <c:v>-3.53</c:v>
                </c:pt>
                <c:pt idx="48">
                  <c:v>-3.52</c:v>
                </c:pt>
                <c:pt idx="49">
                  <c:v>-3.51</c:v>
                </c:pt>
                <c:pt idx="50">
                  <c:v>-3.5</c:v>
                </c:pt>
                <c:pt idx="51">
                  <c:v>-3.49</c:v>
                </c:pt>
                <c:pt idx="52">
                  <c:v>-3.48</c:v>
                </c:pt>
                <c:pt idx="53">
                  <c:v>-3.47</c:v>
                </c:pt>
                <c:pt idx="54">
                  <c:v>-3.46</c:v>
                </c:pt>
                <c:pt idx="55">
                  <c:v>-3.45</c:v>
                </c:pt>
                <c:pt idx="56">
                  <c:v>-3.44</c:v>
                </c:pt>
                <c:pt idx="57">
                  <c:v>-3.43</c:v>
                </c:pt>
                <c:pt idx="58">
                  <c:v>-3.42</c:v>
                </c:pt>
                <c:pt idx="59">
                  <c:v>-3.41</c:v>
                </c:pt>
                <c:pt idx="60">
                  <c:v>-3.4</c:v>
                </c:pt>
                <c:pt idx="61">
                  <c:v>-3.39</c:v>
                </c:pt>
                <c:pt idx="62">
                  <c:v>-3.38</c:v>
                </c:pt>
                <c:pt idx="63">
                  <c:v>-3.37</c:v>
                </c:pt>
                <c:pt idx="64">
                  <c:v>-3.36</c:v>
                </c:pt>
                <c:pt idx="65">
                  <c:v>-3.35</c:v>
                </c:pt>
                <c:pt idx="66">
                  <c:v>-3.34</c:v>
                </c:pt>
                <c:pt idx="67">
                  <c:v>-3.33</c:v>
                </c:pt>
                <c:pt idx="68">
                  <c:v>-3.32</c:v>
                </c:pt>
                <c:pt idx="69">
                  <c:v>-3.31</c:v>
                </c:pt>
                <c:pt idx="70">
                  <c:v>-3.3</c:v>
                </c:pt>
                <c:pt idx="71">
                  <c:v>-3.29</c:v>
                </c:pt>
                <c:pt idx="72">
                  <c:v>-3.28</c:v>
                </c:pt>
                <c:pt idx="73">
                  <c:v>-3.27</c:v>
                </c:pt>
                <c:pt idx="74">
                  <c:v>-3.26</c:v>
                </c:pt>
                <c:pt idx="75">
                  <c:v>-3.25</c:v>
                </c:pt>
                <c:pt idx="76">
                  <c:v>-3.24</c:v>
                </c:pt>
                <c:pt idx="77">
                  <c:v>-3.23</c:v>
                </c:pt>
                <c:pt idx="78">
                  <c:v>-3.22</c:v>
                </c:pt>
                <c:pt idx="79">
                  <c:v>-3.21</c:v>
                </c:pt>
                <c:pt idx="80">
                  <c:v>-3.2</c:v>
                </c:pt>
                <c:pt idx="81">
                  <c:v>-3.19</c:v>
                </c:pt>
                <c:pt idx="82">
                  <c:v>-3.18</c:v>
                </c:pt>
                <c:pt idx="83">
                  <c:v>-3.17</c:v>
                </c:pt>
                <c:pt idx="84">
                  <c:v>-3.16</c:v>
                </c:pt>
                <c:pt idx="85">
                  <c:v>-3.15</c:v>
                </c:pt>
                <c:pt idx="86">
                  <c:v>-3.14</c:v>
                </c:pt>
                <c:pt idx="87">
                  <c:v>-3.13</c:v>
                </c:pt>
                <c:pt idx="88">
                  <c:v>-3.12</c:v>
                </c:pt>
                <c:pt idx="89">
                  <c:v>-3.11</c:v>
                </c:pt>
                <c:pt idx="90">
                  <c:v>-3.1</c:v>
                </c:pt>
                <c:pt idx="91">
                  <c:v>-3.09</c:v>
                </c:pt>
                <c:pt idx="92">
                  <c:v>-3.08</c:v>
                </c:pt>
                <c:pt idx="93">
                  <c:v>-3.07</c:v>
                </c:pt>
                <c:pt idx="94">
                  <c:v>-3.06</c:v>
                </c:pt>
                <c:pt idx="95">
                  <c:v>-3.05</c:v>
                </c:pt>
                <c:pt idx="96">
                  <c:v>-3.04</c:v>
                </c:pt>
                <c:pt idx="97">
                  <c:v>-3.03</c:v>
                </c:pt>
                <c:pt idx="98">
                  <c:v>-3.02</c:v>
                </c:pt>
                <c:pt idx="99">
                  <c:v>-3.01</c:v>
                </c:pt>
                <c:pt idx="100">
                  <c:v>-3</c:v>
                </c:pt>
                <c:pt idx="101">
                  <c:v>-2.99</c:v>
                </c:pt>
                <c:pt idx="102">
                  <c:v>-2.98</c:v>
                </c:pt>
                <c:pt idx="103">
                  <c:v>-2.97</c:v>
                </c:pt>
                <c:pt idx="104">
                  <c:v>-2.96</c:v>
                </c:pt>
                <c:pt idx="105">
                  <c:v>-2.95</c:v>
                </c:pt>
                <c:pt idx="106">
                  <c:v>-2.94</c:v>
                </c:pt>
                <c:pt idx="107">
                  <c:v>-2.93</c:v>
                </c:pt>
                <c:pt idx="108">
                  <c:v>-2.92</c:v>
                </c:pt>
                <c:pt idx="109">
                  <c:v>-2.91</c:v>
                </c:pt>
                <c:pt idx="110">
                  <c:v>-2.9</c:v>
                </c:pt>
                <c:pt idx="111">
                  <c:v>-2.89</c:v>
                </c:pt>
                <c:pt idx="112">
                  <c:v>-2.88</c:v>
                </c:pt>
                <c:pt idx="113">
                  <c:v>-2.87</c:v>
                </c:pt>
                <c:pt idx="114">
                  <c:v>-2.86</c:v>
                </c:pt>
                <c:pt idx="115">
                  <c:v>-2.85</c:v>
                </c:pt>
                <c:pt idx="116">
                  <c:v>-2.84</c:v>
                </c:pt>
                <c:pt idx="117">
                  <c:v>-2.83</c:v>
                </c:pt>
                <c:pt idx="118">
                  <c:v>-2.82</c:v>
                </c:pt>
                <c:pt idx="119">
                  <c:v>-2.81</c:v>
                </c:pt>
                <c:pt idx="120">
                  <c:v>-2.8</c:v>
                </c:pt>
                <c:pt idx="121">
                  <c:v>-2.79</c:v>
                </c:pt>
                <c:pt idx="122">
                  <c:v>-2.78</c:v>
                </c:pt>
                <c:pt idx="123">
                  <c:v>-2.77</c:v>
                </c:pt>
                <c:pt idx="124">
                  <c:v>-2.76</c:v>
                </c:pt>
                <c:pt idx="125">
                  <c:v>-2.75</c:v>
                </c:pt>
                <c:pt idx="126">
                  <c:v>-2.74</c:v>
                </c:pt>
                <c:pt idx="127">
                  <c:v>-2.73</c:v>
                </c:pt>
                <c:pt idx="128">
                  <c:v>-2.72</c:v>
                </c:pt>
                <c:pt idx="129">
                  <c:v>-2.71</c:v>
                </c:pt>
                <c:pt idx="130">
                  <c:v>-2.7</c:v>
                </c:pt>
                <c:pt idx="131">
                  <c:v>-2.69</c:v>
                </c:pt>
                <c:pt idx="132">
                  <c:v>-2.68</c:v>
                </c:pt>
                <c:pt idx="133">
                  <c:v>-2.67</c:v>
                </c:pt>
                <c:pt idx="134">
                  <c:v>-2.66</c:v>
                </c:pt>
                <c:pt idx="135">
                  <c:v>-2.65</c:v>
                </c:pt>
                <c:pt idx="136">
                  <c:v>-2.64</c:v>
                </c:pt>
                <c:pt idx="137">
                  <c:v>-2.63</c:v>
                </c:pt>
                <c:pt idx="138">
                  <c:v>-2.62</c:v>
                </c:pt>
                <c:pt idx="139">
                  <c:v>-2.61</c:v>
                </c:pt>
                <c:pt idx="140">
                  <c:v>-2.6</c:v>
                </c:pt>
                <c:pt idx="141">
                  <c:v>-2.59</c:v>
                </c:pt>
                <c:pt idx="142">
                  <c:v>-2.58</c:v>
                </c:pt>
                <c:pt idx="143">
                  <c:v>-2.57</c:v>
                </c:pt>
                <c:pt idx="144">
                  <c:v>-2.56</c:v>
                </c:pt>
                <c:pt idx="145">
                  <c:v>-2.55</c:v>
                </c:pt>
                <c:pt idx="146">
                  <c:v>-2.54</c:v>
                </c:pt>
                <c:pt idx="147">
                  <c:v>-2.53</c:v>
                </c:pt>
                <c:pt idx="148">
                  <c:v>-2.52</c:v>
                </c:pt>
                <c:pt idx="149">
                  <c:v>-2.51</c:v>
                </c:pt>
                <c:pt idx="150">
                  <c:v>-2.5</c:v>
                </c:pt>
                <c:pt idx="151">
                  <c:v>-2.49</c:v>
                </c:pt>
                <c:pt idx="152">
                  <c:v>-2.48</c:v>
                </c:pt>
                <c:pt idx="153">
                  <c:v>-2.47</c:v>
                </c:pt>
                <c:pt idx="154">
                  <c:v>-2.46</c:v>
                </c:pt>
                <c:pt idx="155">
                  <c:v>-2.45</c:v>
                </c:pt>
                <c:pt idx="156">
                  <c:v>-2.44</c:v>
                </c:pt>
                <c:pt idx="157">
                  <c:v>-2.43</c:v>
                </c:pt>
                <c:pt idx="158">
                  <c:v>-2.42</c:v>
                </c:pt>
                <c:pt idx="159">
                  <c:v>-2.41</c:v>
                </c:pt>
                <c:pt idx="160">
                  <c:v>-2.4</c:v>
                </c:pt>
                <c:pt idx="161">
                  <c:v>-2.39</c:v>
                </c:pt>
                <c:pt idx="162">
                  <c:v>-2.38</c:v>
                </c:pt>
                <c:pt idx="163">
                  <c:v>-2.37</c:v>
                </c:pt>
                <c:pt idx="164">
                  <c:v>-2.36</c:v>
                </c:pt>
                <c:pt idx="165">
                  <c:v>-2.35</c:v>
                </c:pt>
                <c:pt idx="166">
                  <c:v>-2.34</c:v>
                </c:pt>
                <c:pt idx="167">
                  <c:v>-2.33</c:v>
                </c:pt>
                <c:pt idx="168">
                  <c:v>-2.32</c:v>
                </c:pt>
                <c:pt idx="169">
                  <c:v>-2.31</c:v>
                </c:pt>
                <c:pt idx="170">
                  <c:v>-2.3</c:v>
                </c:pt>
                <c:pt idx="171">
                  <c:v>-2.29</c:v>
                </c:pt>
                <c:pt idx="172">
                  <c:v>-2.28</c:v>
                </c:pt>
                <c:pt idx="173">
                  <c:v>-2.27</c:v>
                </c:pt>
                <c:pt idx="174">
                  <c:v>-2.26</c:v>
                </c:pt>
                <c:pt idx="175">
                  <c:v>-2.25</c:v>
                </c:pt>
                <c:pt idx="176">
                  <c:v>-2.24</c:v>
                </c:pt>
                <c:pt idx="177">
                  <c:v>-2.23</c:v>
                </c:pt>
                <c:pt idx="178">
                  <c:v>-2.22</c:v>
                </c:pt>
                <c:pt idx="179">
                  <c:v>-2.21</c:v>
                </c:pt>
                <c:pt idx="180">
                  <c:v>-2.2</c:v>
                </c:pt>
                <c:pt idx="181">
                  <c:v>-2.19</c:v>
                </c:pt>
                <c:pt idx="182">
                  <c:v>-2.18</c:v>
                </c:pt>
                <c:pt idx="183">
                  <c:v>-2.17</c:v>
                </c:pt>
                <c:pt idx="184">
                  <c:v>-2.16</c:v>
                </c:pt>
                <c:pt idx="185">
                  <c:v>-2.15</c:v>
                </c:pt>
                <c:pt idx="186">
                  <c:v>-2.14</c:v>
                </c:pt>
                <c:pt idx="187">
                  <c:v>-2.13</c:v>
                </c:pt>
                <c:pt idx="188">
                  <c:v>-2.12</c:v>
                </c:pt>
                <c:pt idx="189">
                  <c:v>-2.11</c:v>
                </c:pt>
                <c:pt idx="190">
                  <c:v>-2.1</c:v>
                </c:pt>
                <c:pt idx="191">
                  <c:v>-2.09</c:v>
                </c:pt>
                <c:pt idx="192">
                  <c:v>-2.08</c:v>
                </c:pt>
                <c:pt idx="193">
                  <c:v>-2.07</c:v>
                </c:pt>
                <c:pt idx="194">
                  <c:v>-2.06</c:v>
                </c:pt>
                <c:pt idx="195">
                  <c:v>-2.05</c:v>
                </c:pt>
                <c:pt idx="196">
                  <c:v>-2.04</c:v>
                </c:pt>
                <c:pt idx="197">
                  <c:v>-2.03</c:v>
                </c:pt>
                <c:pt idx="198">
                  <c:v>-2.02</c:v>
                </c:pt>
                <c:pt idx="199">
                  <c:v>-2.01</c:v>
                </c:pt>
                <c:pt idx="200">
                  <c:v>-2</c:v>
                </c:pt>
                <c:pt idx="201">
                  <c:v>-1.99</c:v>
                </c:pt>
                <c:pt idx="202">
                  <c:v>-1.98</c:v>
                </c:pt>
                <c:pt idx="203">
                  <c:v>-1.97</c:v>
                </c:pt>
                <c:pt idx="204">
                  <c:v>-1.96</c:v>
                </c:pt>
                <c:pt idx="205">
                  <c:v>-1.95</c:v>
                </c:pt>
                <c:pt idx="206">
                  <c:v>-1.94</c:v>
                </c:pt>
                <c:pt idx="207">
                  <c:v>-1.93</c:v>
                </c:pt>
                <c:pt idx="208">
                  <c:v>-1.92</c:v>
                </c:pt>
                <c:pt idx="209">
                  <c:v>-1.91</c:v>
                </c:pt>
                <c:pt idx="210">
                  <c:v>-1.9</c:v>
                </c:pt>
                <c:pt idx="211">
                  <c:v>-1.89</c:v>
                </c:pt>
                <c:pt idx="212">
                  <c:v>-1.88</c:v>
                </c:pt>
                <c:pt idx="213">
                  <c:v>-1.87</c:v>
                </c:pt>
                <c:pt idx="214">
                  <c:v>-1.86</c:v>
                </c:pt>
                <c:pt idx="215">
                  <c:v>-1.85</c:v>
                </c:pt>
                <c:pt idx="216">
                  <c:v>-1.84</c:v>
                </c:pt>
                <c:pt idx="217">
                  <c:v>-1.83</c:v>
                </c:pt>
                <c:pt idx="218">
                  <c:v>-1.82</c:v>
                </c:pt>
                <c:pt idx="219">
                  <c:v>-1.81</c:v>
                </c:pt>
                <c:pt idx="220">
                  <c:v>-1.8</c:v>
                </c:pt>
                <c:pt idx="221">
                  <c:v>-1.79</c:v>
                </c:pt>
                <c:pt idx="222">
                  <c:v>-1.78</c:v>
                </c:pt>
                <c:pt idx="223">
                  <c:v>-1.77</c:v>
                </c:pt>
                <c:pt idx="224">
                  <c:v>-1.76</c:v>
                </c:pt>
                <c:pt idx="225">
                  <c:v>-1.75</c:v>
                </c:pt>
                <c:pt idx="226">
                  <c:v>-1.74</c:v>
                </c:pt>
                <c:pt idx="227">
                  <c:v>-1.73</c:v>
                </c:pt>
                <c:pt idx="228">
                  <c:v>-1.72</c:v>
                </c:pt>
                <c:pt idx="229">
                  <c:v>-1.71</c:v>
                </c:pt>
                <c:pt idx="230">
                  <c:v>-1.7</c:v>
                </c:pt>
                <c:pt idx="231">
                  <c:v>-1.69</c:v>
                </c:pt>
                <c:pt idx="232">
                  <c:v>-1.68</c:v>
                </c:pt>
                <c:pt idx="233">
                  <c:v>-1.67</c:v>
                </c:pt>
                <c:pt idx="234">
                  <c:v>-1.66</c:v>
                </c:pt>
                <c:pt idx="235">
                  <c:v>-1.65</c:v>
                </c:pt>
                <c:pt idx="236">
                  <c:v>-1.64</c:v>
                </c:pt>
                <c:pt idx="237">
                  <c:v>-1.63</c:v>
                </c:pt>
                <c:pt idx="238">
                  <c:v>-1.62</c:v>
                </c:pt>
                <c:pt idx="239">
                  <c:v>-1.61</c:v>
                </c:pt>
                <c:pt idx="240">
                  <c:v>-1.6</c:v>
                </c:pt>
                <c:pt idx="241">
                  <c:v>-1.59</c:v>
                </c:pt>
                <c:pt idx="242">
                  <c:v>-1.58</c:v>
                </c:pt>
                <c:pt idx="243">
                  <c:v>-1.57</c:v>
                </c:pt>
                <c:pt idx="244">
                  <c:v>-1.56</c:v>
                </c:pt>
                <c:pt idx="245">
                  <c:v>-1.55</c:v>
                </c:pt>
                <c:pt idx="246">
                  <c:v>-1.54</c:v>
                </c:pt>
                <c:pt idx="247">
                  <c:v>-1.53</c:v>
                </c:pt>
                <c:pt idx="248">
                  <c:v>-1.52</c:v>
                </c:pt>
                <c:pt idx="249">
                  <c:v>-1.51</c:v>
                </c:pt>
                <c:pt idx="250">
                  <c:v>-1.5</c:v>
                </c:pt>
                <c:pt idx="251">
                  <c:v>-1.49</c:v>
                </c:pt>
                <c:pt idx="252">
                  <c:v>-1.48</c:v>
                </c:pt>
                <c:pt idx="253">
                  <c:v>-1.47</c:v>
                </c:pt>
                <c:pt idx="254">
                  <c:v>-1.46</c:v>
                </c:pt>
                <c:pt idx="255">
                  <c:v>-1.45</c:v>
                </c:pt>
                <c:pt idx="256">
                  <c:v>-1.44</c:v>
                </c:pt>
                <c:pt idx="257">
                  <c:v>-1.43</c:v>
                </c:pt>
                <c:pt idx="258">
                  <c:v>-1.42</c:v>
                </c:pt>
                <c:pt idx="259">
                  <c:v>-1.41</c:v>
                </c:pt>
                <c:pt idx="260">
                  <c:v>-1.4</c:v>
                </c:pt>
                <c:pt idx="261">
                  <c:v>-1.39</c:v>
                </c:pt>
                <c:pt idx="262">
                  <c:v>-1.38</c:v>
                </c:pt>
                <c:pt idx="263">
                  <c:v>-1.37</c:v>
                </c:pt>
                <c:pt idx="264">
                  <c:v>-1.36</c:v>
                </c:pt>
                <c:pt idx="265">
                  <c:v>-1.35</c:v>
                </c:pt>
                <c:pt idx="266">
                  <c:v>-1.34</c:v>
                </c:pt>
                <c:pt idx="267">
                  <c:v>-1.33</c:v>
                </c:pt>
                <c:pt idx="268">
                  <c:v>-1.32</c:v>
                </c:pt>
                <c:pt idx="269">
                  <c:v>-1.31</c:v>
                </c:pt>
                <c:pt idx="270">
                  <c:v>-1.3</c:v>
                </c:pt>
                <c:pt idx="271">
                  <c:v>-1.29</c:v>
                </c:pt>
                <c:pt idx="272">
                  <c:v>-1.28</c:v>
                </c:pt>
                <c:pt idx="273">
                  <c:v>-1.27</c:v>
                </c:pt>
                <c:pt idx="274">
                  <c:v>-1.26</c:v>
                </c:pt>
                <c:pt idx="275">
                  <c:v>-1.25</c:v>
                </c:pt>
                <c:pt idx="276">
                  <c:v>-1.24</c:v>
                </c:pt>
                <c:pt idx="277">
                  <c:v>-1.23</c:v>
                </c:pt>
                <c:pt idx="278">
                  <c:v>-1.22</c:v>
                </c:pt>
                <c:pt idx="279">
                  <c:v>-1.21</c:v>
                </c:pt>
                <c:pt idx="280">
                  <c:v>-1.2</c:v>
                </c:pt>
                <c:pt idx="281">
                  <c:v>-1.19</c:v>
                </c:pt>
                <c:pt idx="282">
                  <c:v>-1.18</c:v>
                </c:pt>
                <c:pt idx="283">
                  <c:v>-1.17</c:v>
                </c:pt>
                <c:pt idx="284">
                  <c:v>-1.16</c:v>
                </c:pt>
                <c:pt idx="285">
                  <c:v>-1.15</c:v>
                </c:pt>
                <c:pt idx="286">
                  <c:v>-1.14</c:v>
                </c:pt>
                <c:pt idx="287">
                  <c:v>-1.13</c:v>
                </c:pt>
                <c:pt idx="288">
                  <c:v>-1.12</c:v>
                </c:pt>
                <c:pt idx="289">
                  <c:v>-1.11</c:v>
                </c:pt>
                <c:pt idx="290">
                  <c:v>-1.1</c:v>
                </c:pt>
                <c:pt idx="291">
                  <c:v>-1.09</c:v>
                </c:pt>
                <c:pt idx="292">
                  <c:v>-1.08</c:v>
                </c:pt>
                <c:pt idx="293">
                  <c:v>-1.07</c:v>
                </c:pt>
                <c:pt idx="294">
                  <c:v>-1.06</c:v>
                </c:pt>
                <c:pt idx="295">
                  <c:v>-1.05</c:v>
                </c:pt>
                <c:pt idx="296">
                  <c:v>-1.04</c:v>
                </c:pt>
                <c:pt idx="297">
                  <c:v>-1.03</c:v>
                </c:pt>
                <c:pt idx="298">
                  <c:v>-1.02</c:v>
                </c:pt>
                <c:pt idx="299">
                  <c:v>-1.01</c:v>
                </c:pt>
                <c:pt idx="300">
                  <c:v>-1</c:v>
                </c:pt>
                <c:pt idx="301">
                  <c:v>-0.99</c:v>
                </c:pt>
                <c:pt idx="302">
                  <c:v>-0.98</c:v>
                </c:pt>
                <c:pt idx="303">
                  <c:v>-0.97</c:v>
                </c:pt>
                <c:pt idx="304">
                  <c:v>-0.96</c:v>
                </c:pt>
                <c:pt idx="305">
                  <c:v>-0.95</c:v>
                </c:pt>
                <c:pt idx="306">
                  <c:v>-0.94</c:v>
                </c:pt>
                <c:pt idx="307">
                  <c:v>-0.93</c:v>
                </c:pt>
                <c:pt idx="308">
                  <c:v>-0.92</c:v>
                </c:pt>
                <c:pt idx="309">
                  <c:v>-0.91</c:v>
                </c:pt>
                <c:pt idx="310">
                  <c:v>-0.9</c:v>
                </c:pt>
                <c:pt idx="311">
                  <c:v>-0.89</c:v>
                </c:pt>
                <c:pt idx="312">
                  <c:v>-0.88</c:v>
                </c:pt>
                <c:pt idx="313">
                  <c:v>-0.87</c:v>
                </c:pt>
                <c:pt idx="314">
                  <c:v>-0.86</c:v>
                </c:pt>
                <c:pt idx="315">
                  <c:v>-0.85</c:v>
                </c:pt>
                <c:pt idx="316">
                  <c:v>-0.84</c:v>
                </c:pt>
                <c:pt idx="317">
                  <c:v>-0.83</c:v>
                </c:pt>
                <c:pt idx="318">
                  <c:v>-0.82</c:v>
                </c:pt>
                <c:pt idx="319">
                  <c:v>-0.81</c:v>
                </c:pt>
                <c:pt idx="320">
                  <c:v>-0.8</c:v>
                </c:pt>
                <c:pt idx="321">
                  <c:v>-0.79</c:v>
                </c:pt>
                <c:pt idx="322">
                  <c:v>-0.78</c:v>
                </c:pt>
                <c:pt idx="323">
                  <c:v>-0.77</c:v>
                </c:pt>
                <c:pt idx="324">
                  <c:v>-0.76</c:v>
                </c:pt>
                <c:pt idx="325">
                  <c:v>-0.75</c:v>
                </c:pt>
                <c:pt idx="326">
                  <c:v>-0.74</c:v>
                </c:pt>
                <c:pt idx="327">
                  <c:v>-0.73</c:v>
                </c:pt>
                <c:pt idx="328">
                  <c:v>-0.72</c:v>
                </c:pt>
                <c:pt idx="329">
                  <c:v>-0.71</c:v>
                </c:pt>
                <c:pt idx="330">
                  <c:v>-0.7</c:v>
                </c:pt>
                <c:pt idx="331">
                  <c:v>-0.69</c:v>
                </c:pt>
                <c:pt idx="332">
                  <c:v>-0.68</c:v>
                </c:pt>
                <c:pt idx="333">
                  <c:v>-0.67</c:v>
                </c:pt>
                <c:pt idx="334">
                  <c:v>-0.66</c:v>
                </c:pt>
                <c:pt idx="335">
                  <c:v>-0.65</c:v>
                </c:pt>
                <c:pt idx="336">
                  <c:v>-0.64</c:v>
                </c:pt>
                <c:pt idx="337">
                  <c:v>-0.63</c:v>
                </c:pt>
                <c:pt idx="338">
                  <c:v>-0.62</c:v>
                </c:pt>
                <c:pt idx="339">
                  <c:v>-0.61</c:v>
                </c:pt>
                <c:pt idx="340">
                  <c:v>-0.6</c:v>
                </c:pt>
                <c:pt idx="341">
                  <c:v>-0.59</c:v>
                </c:pt>
                <c:pt idx="342">
                  <c:v>-0.58</c:v>
                </c:pt>
                <c:pt idx="343">
                  <c:v>-0.57</c:v>
                </c:pt>
                <c:pt idx="344">
                  <c:v>-0.56</c:v>
                </c:pt>
                <c:pt idx="345">
                  <c:v>-0.55</c:v>
                </c:pt>
                <c:pt idx="346">
                  <c:v>-0.54</c:v>
                </c:pt>
                <c:pt idx="347">
                  <c:v>-0.53</c:v>
                </c:pt>
                <c:pt idx="348">
                  <c:v>-0.52</c:v>
                </c:pt>
                <c:pt idx="349">
                  <c:v>-0.51</c:v>
                </c:pt>
                <c:pt idx="350">
                  <c:v>-0.5</c:v>
                </c:pt>
                <c:pt idx="351">
                  <c:v>-0.49</c:v>
                </c:pt>
                <c:pt idx="352">
                  <c:v>-0.48</c:v>
                </c:pt>
                <c:pt idx="353">
                  <c:v>-0.47</c:v>
                </c:pt>
                <c:pt idx="354">
                  <c:v>-0.46</c:v>
                </c:pt>
                <c:pt idx="355">
                  <c:v>-0.45</c:v>
                </c:pt>
                <c:pt idx="356">
                  <c:v>-0.44</c:v>
                </c:pt>
                <c:pt idx="357">
                  <c:v>-0.43</c:v>
                </c:pt>
                <c:pt idx="358">
                  <c:v>-0.42</c:v>
                </c:pt>
                <c:pt idx="359">
                  <c:v>-0.41</c:v>
                </c:pt>
                <c:pt idx="360">
                  <c:v>-0.4</c:v>
                </c:pt>
                <c:pt idx="361">
                  <c:v>-0.39</c:v>
                </c:pt>
                <c:pt idx="362">
                  <c:v>-0.38</c:v>
                </c:pt>
                <c:pt idx="363">
                  <c:v>-0.37</c:v>
                </c:pt>
                <c:pt idx="364">
                  <c:v>-0.36</c:v>
                </c:pt>
                <c:pt idx="365">
                  <c:v>-0.35</c:v>
                </c:pt>
                <c:pt idx="366">
                  <c:v>-0.34</c:v>
                </c:pt>
                <c:pt idx="367">
                  <c:v>-0.33</c:v>
                </c:pt>
                <c:pt idx="368">
                  <c:v>-0.32</c:v>
                </c:pt>
                <c:pt idx="369">
                  <c:v>-0.31</c:v>
                </c:pt>
                <c:pt idx="370">
                  <c:v>-0.3</c:v>
                </c:pt>
                <c:pt idx="371">
                  <c:v>-0.29</c:v>
                </c:pt>
                <c:pt idx="372">
                  <c:v>-0.28</c:v>
                </c:pt>
                <c:pt idx="373">
                  <c:v>-0.27</c:v>
                </c:pt>
                <c:pt idx="374">
                  <c:v>-0.26</c:v>
                </c:pt>
                <c:pt idx="375">
                  <c:v>-0.25</c:v>
                </c:pt>
                <c:pt idx="376">
                  <c:v>-0.24</c:v>
                </c:pt>
                <c:pt idx="377">
                  <c:v>-0.23</c:v>
                </c:pt>
                <c:pt idx="378">
                  <c:v>-0.22</c:v>
                </c:pt>
                <c:pt idx="379">
                  <c:v>-0.21</c:v>
                </c:pt>
                <c:pt idx="380">
                  <c:v>-0.2</c:v>
                </c:pt>
                <c:pt idx="381">
                  <c:v>-0.19</c:v>
                </c:pt>
                <c:pt idx="382">
                  <c:v>-0.18</c:v>
                </c:pt>
                <c:pt idx="383">
                  <c:v>-0.17</c:v>
                </c:pt>
                <c:pt idx="384">
                  <c:v>-0.16</c:v>
                </c:pt>
                <c:pt idx="385">
                  <c:v>-0.15</c:v>
                </c:pt>
                <c:pt idx="386">
                  <c:v>-0.14</c:v>
                </c:pt>
                <c:pt idx="387">
                  <c:v>-0.13</c:v>
                </c:pt>
                <c:pt idx="388">
                  <c:v>-0.12</c:v>
                </c:pt>
                <c:pt idx="389">
                  <c:v>-0.11</c:v>
                </c:pt>
                <c:pt idx="390">
                  <c:v>-0.1</c:v>
                </c:pt>
                <c:pt idx="391">
                  <c:v>-0.09</c:v>
                </c:pt>
                <c:pt idx="392">
                  <c:v>-0.08</c:v>
                </c:pt>
                <c:pt idx="393">
                  <c:v>-0.07</c:v>
                </c:pt>
                <c:pt idx="394">
                  <c:v>-0.06</c:v>
                </c:pt>
                <c:pt idx="395">
                  <c:v>-0.05</c:v>
                </c:pt>
                <c:pt idx="396">
                  <c:v>-0.04</c:v>
                </c:pt>
                <c:pt idx="397">
                  <c:v>-0.03</c:v>
                </c:pt>
                <c:pt idx="398">
                  <c:v>-0.02</c:v>
                </c:pt>
                <c:pt idx="399">
                  <c:v>-0.01</c:v>
                </c:pt>
                <c:pt idx="400">
                  <c:v>0</c:v>
                </c:pt>
                <c:pt idx="401">
                  <c:v>0.01</c:v>
                </c:pt>
                <c:pt idx="402">
                  <c:v>0.02</c:v>
                </c:pt>
                <c:pt idx="403">
                  <c:v>0.03</c:v>
                </c:pt>
                <c:pt idx="404">
                  <c:v>0.04</c:v>
                </c:pt>
                <c:pt idx="405">
                  <c:v>0.05</c:v>
                </c:pt>
                <c:pt idx="406">
                  <c:v>0.06</c:v>
                </c:pt>
                <c:pt idx="407">
                  <c:v>0.07</c:v>
                </c:pt>
                <c:pt idx="408">
                  <c:v>0.08</c:v>
                </c:pt>
                <c:pt idx="409">
                  <c:v>0.09</c:v>
                </c:pt>
                <c:pt idx="410">
                  <c:v>0.1</c:v>
                </c:pt>
                <c:pt idx="411">
                  <c:v>0.11</c:v>
                </c:pt>
                <c:pt idx="412">
                  <c:v>0.12</c:v>
                </c:pt>
                <c:pt idx="413">
                  <c:v>0.13</c:v>
                </c:pt>
                <c:pt idx="414">
                  <c:v>0.14</c:v>
                </c:pt>
                <c:pt idx="415">
                  <c:v>0.15</c:v>
                </c:pt>
                <c:pt idx="416">
                  <c:v>0.16</c:v>
                </c:pt>
                <c:pt idx="417">
                  <c:v>0.17</c:v>
                </c:pt>
                <c:pt idx="418">
                  <c:v>0.18</c:v>
                </c:pt>
                <c:pt idx="419">
                  <c:v>0.19</c:v>
                </c:pt>
                <c:pt idx="420">
                  <c:v>0.2</c:v>
                </c:pt>
                <c:pt idx="421">
                  <c:v>0.21</c:v>
                </c:pt>
                <c:pt idx="422">
                  <c:v>0.22</c:v>
                </c:pt>
                <c:pt idx="423">
                  <c:v>0.23</c:v>
                </c:pt>
                <c:pt idx="424">
                  <c:v>0.24</c:v>
                </c:pt>
                <c:pt idx="425">
                  <c:v>0.25</c:v>
                </c:pt>
                <c:pt idx="426">
                  <c:v>0.26</c:v>
                </c:pt>
                <c:pt idx="427">
                  <c:v>0.27</c:v>
                </c:pt>
                <c:pt idx="428">
                  <c:v>0.28</c:v>
                </c:pt>
                <c:pt idx="429">
                  <c:v>0.29</c:v>
                </c:pt>
                <c:pt idx="430">
                  <c:v>0.3</c:v>
                </c:pt>
                <c:pt idx="431">
                  <c:v>0.31</c:v>
                </c:pt>
                <c:pt idx="432">
                  <c:v>0.32</c:v>
                </c:pt>
                <c:pt idx="433">
                  <c:v>0.33</c:v>
                </c:pt>
                <c:pt idx="434">
                  <c:v>0.34</c:v>
                </c:pt>
                <c:pt idx="435">
                  <c:v>0.35</c:v>
                </c:pt>
                <c:pt idx="436">
                  <c:v>0.36</c:v>
                </c:pt>
                <c:pt idx="437">
                  <c:v>0.37</c:v>
                </c:pt>
                <c:pt idx="438">
                  <c:v>0.38</c:v>
                </c:pt>
                <c:pt idx="439">
                  <c:v>0.39</c:v>
                </c:pt>
                <c:pt idx="440">
                  <c:v>0.4</c:v>
                </c:pt>
                <c:pt idx="441">
                  <c:v>0.41</c:v>
                </c:pt>
                <c:pt idx="442">
                  <c:v>0.42</c:v>
                </c:pt>
                <c:pt idx="443">
                  <c:v>0.43</c:v>
                </c:pt>
                <c:pt idx="444">
                  <c:v>0.44</c:v>
                </c:pt>
                <c:pt idx="445">
                  <c:v>0.45</c:v>
                </c:pt>
                <c:pt idx="446">
                  <c:v>0.46</c:v>
                </c:pt>
                <c:pt idx="447">
                  <c:v>0.47</c:v>
                </c:pt>
                <c:pt idx="448">
                  <c:v>0.48</c:v>
                </c:pt>
                <c:pt idx="449">
                  <c:v>0.49</c:v>
                </c:pt>
                <c:pt idx="450">
                  <c:v>0.5</c:v>
                </c:pt>
                <c:pt idx="451">
                  <c:v>0.51</c:v>
                </c:pt>
                <c:pt idx="452">
                  <c:v>0.52</c:v>
                </c:pt>
                <c:pt idx="453">
                  <c:v>0.53</c:v>
                </c:pt>
                <c:pt idx="454">
                  <c:v>0.54</c:v>
                </c:pt>
                <c:pt idx="455">
                  <c:v>0.55</c:v>
                </c:pt>
                <c:pt idx="456">
                  <c:v>0.56</c:v>
                </c:pt>
                <c:pt idx="457">
                  <c:v>0.57</c:v>
                </c:pt>
                <c:pt idx="458">
                  <c:v>0.58</c:v>
                </c:pt>
                <c:pt idx="459">
                  <c:v>0.59</c:v>
                </c:pt>
                <c:pt idx="460">
                  <c:v>0.6</c:v>
                </c:pt>
                <c:pt idx="461">
                  <c:v>0.61</c:v>
                </c:pt>
                <c:pt idx="462">
                  <c:v>0.62</c:v>
                </c:pt>
                <c:pt idx="463">
                  <c:v>0.63</c:v>
                </c:pt>
                <c:pt idx="464">
                  <c:v>0.64</c:v>
                </c:pt>
                <c:pt idx="465">
                  <c:v>0.65</c:v>
                </c:pt>
                <c:pt idx="466">
                  <c:v>0.66</c:v>
                </c:pt>
                <c:pt idx="467">
                  <c:v>0.67</c:v>
                </c:pt>
                <c:pt idx="468">
                  <c:v>0.68</c:v>
                </c:pt>
                <c:pt idx="469">
                  <c:v>0.69</c:v>
                </c:pt>
                <c:pt idx="470">
                  <c:v>0.7</c:v>
                </c:pt>
                <c:pt idx="471">
                  <c:v>0.71</c:v>
                </c:pt>
                <c:pt idx="472">
                  <c:v>0.72</c:v>
                </c:pt>
                <c:pt idx="473">
                  <c:v>0.73</c:v>
                </c:pt>
                <c:pt idx="474">
                  <c:v>0.74</c:v>
                </c:pt>
                <c:pt idx="475">
                  <c:v>0.75</c:v>
                </c:pt>
                <c:pt idx="476">
                  <c:v>0.76</c:v>
                </c:pt>
                <c:pt idx="477">
                  <c:v>0.77</c:v>
                </c:pt>
                <c:pt idx="478">
                  <c:v>0.78</c:v>
                </c:pt>
                <c:pt idx="479">
                  <c:v>0.79</c:v>
                </c:pt>
                <c:pt idx="480">
                  <c:v>0.8</c:v>
                </c:pt>
                <c:pt idx="481">
                  <c:v>0.81</c:v>
                </c:pt>
                <c:pt idx="482">
                  <c:v>0.82</c:v>
                </c:pt>
                <c:pt idx="483">
                  <c:v>0.83</c:v>
                </c:pt>
                <c:pt idx="484">
                  <c:v>0.84</c:v>
                </c:pt>
                <c:pt idx="485">
                  <c:v>0.85</c:v>
                </c:pt>
                <c:pt idx="486">
                  <c:v>0.86</c:v>
                </c:pt>
                <c:pt idx="487">
                  <c:v>0.87</c:v>
                </c:pt>
                <c:pt idx="488">
                  <c:v>0.88</c:v>
                </c:pt>
                <c:pt idx="489">
                  <c:v>0.89</c:v>
                </c:pt>
                <c:pt idx="490">
                  <c:v>0.9</c:v>
                </c:pt>
                <c:pt idx="491">
                  <c:v>0.91</c:v>
                </c:pt>
                <c:pt idx="492">
                  <c:v>0.92</c:v>
                </c:pt>
                <c:pt idx="493">
                  <c:v>0.93</c:v>
                </c:pt>
                <c:pt idx="494">
                  <c:v>0.94</c:v>
                </c:pt>
                <c:pt idx="495">
                  <c:v>0.95</c:v>
                </c:pt>
                <c:pt idx="496">
                  <c:v>0.96</c:v>
                </c:pt>
                <c:pt idx="497">
                  <c:v>0.97</c:v>
                </c:pt>
                <c:pt idx="498">
                  <c:v>0.98</c:v>
                </c:pt>
                <c:pt idx="499">
                  <c:v>0.99</c:v>
                </c:pt>
                <c:pt idx="500">
                  <c:v>1</c:v>
                </c:pt>
                <c:pt idx="501">
                  <c:v>1.01</c:v>
                </c:pt>
                <c:pt idx="502">
                  <c:v>1.02</c:v>
                </c:pt>
                <c:pt idx="503">
                  <c:v>1.03</c:v>
                </c:pt>
                <c:pt idx="504">
                  <c:v>1.04</c:v>
                </c:pt>
                <c:pt idx="505">
                  <c:v>1.05</c:v>
                </c:pt>
                <c:pt idx="506">
                  <c:v>1.06</c:v>
                </c:pt>
                <c:pt idx="507">
                  <c:v>1.07</c:v>
                </c:pt>
                <c:pt idx="508">
                  <c:v>1.08</c:v>
                </c:pt>
                <c:pt idx="509">
                  <c:v>1.09</c:v>
                </c:pt>
                <c:pt idx="510">
                  <c:v>1.1</c:v>
                </c:pt>
                <c:pt idx="511">
                  <c:v>1.11</c:v>
                </c:pt>
                <c:pt idx="512">
                  <c:v>1.12</c:v>
                </c:pt>
                <c:pt idx="513">
                  <c:v>1.13</c:v>
                </c:pt>
                <c:pt idx="514">
                  <c:v>1.14</c:v>
                </c:pt>
                <c:pt idx="515">
                  <c:v>1.15</c:v>
                </c:pt>
                <c:pt idx="516">
                  <c:v>1.16</c:v>
                </c:pt>
                <c:pt idx="517">
                  <c:v>1.17</c:v>
                </c:pt>
                <c:pt idx="518">
                  <c:v>1.18</c:v>
                </c:pt>
                <c:pt idx="519">
                  <c:v>1.19</c:v>
                </c:pt>
                <c:pt idx="520">
                  <c:v>1.2</c:v>
                </c:pt>
                <c:pt idx="521">
                  <c:v>1.21</c:v>
                </c:pt>
                <c:pt idx="522">
                  <c:v>1.22</c:v>
                </c:pt>
                <c:pt idx="523">
                  <c:v>1.23</c:v>
                </c:pt>
                <c:pt idx="524">
                  <c:v>1.24</c:v>
                </c:pt>
                <c:pt idx="525">
                  <c:v>1.25</c:v>
                </c:pt>
                <c:pt idx="526">
                  <c:v>1.26</c:v>
                </c:pt>
                <c:pt idx="527">
                  <c:v>1.27</c:v>
                </c:pt>
                <c:pt idx="528">
                  <c:v>1.28</c:v>
                </c:pt>
                <c:pt idx="529">
                  <c:v>1.29</c:v>
                </c:pt>
                <c:pt idx="530">
                  <c:v>1.3</c:v>
                </c:pt>
                <c:pt idx="531">
                  <c:v>1.31</c:v>
                </c:pt>
                <c:pt idx="532">
                  <c:v>1.32</c:v>
                </c:pt>
                <c:pt idx="533">
                  <c:v>1.33</c:v>
                </c:pt>
                <c:pt idx="534">
                  <c:v>1.34</c:v>
                </c:pt>
                <c:pt idx="535">
                  <c:v>1.35</c:v>
                </c:pt>
                <c:pt idx="536">
                  <c:v>1.36</c:v>
                </c:pt>
                <c:pt idx="537">
                  <c:v>1.37</c:v>
                </c:pt>
                <c:pt idx="538">
                  <c:v>1.38</c:v>
                </c:pt>
                <c:pt idx="539">
                  <c:v>1.39</c:v>
                </c:pt>
                <c:pt idx="540">
                  <c:v>1.4</c:v>
                </c:pt>
                <c:pt idx="541">
                  <c:v>1.41</c:v>
                </c:pt>
                <c:pt idx="542">
                  <c:v>1.42</c:v>
                </c:pt>
                <c:pt idx="543">
                  <c:v>1.43</c:v>
                </c:pt>
                <c:pt idx="544">
                  <c:v>1.44</c:v>
                </c:pt>
                <c:pt idx="545">
                  <c:v>1.45</c:v>
                </c:pt>
                <c:pt idx="546">
                  <c:v>1.46</c:v>
                </c:pt>
                <c:pt idx="547">
                  <c:v>1.47</c:v>
                </c:pt>
                <c:pt idx="548">
                  <c:v>1.48</c:v>
                </c:pt>
                <c:pt idx="549">
                  <c:v>1.49</c:v>
                </c:pt>
                <c:pt idx="550">
                  <c:v>1.5</c:v>
                </c:pt>
                <c:pt idx="551">
                  <c:v>1.51</c:v>
                </c:pt>
                <c:pt idx="552">
                  <c:v>1.52</c:v>
                </c:pt>
                <c:pt idx="553">
                  <c:v>1.53</c:v>
                </c:pt>
                <c:pt idx="554">
                  <c:v>1.54</c:v>
                </c:pt>
                <c:pt idx="555">
                  <c:v>1.55</c:v>
                </c:pt>
                <c:pt idx="556">
                  <c:v>1.56</c:v>
                </c:pt>
                <c:pt idx="557">
                  <c:v>1.57</c:v>
                </c:pt>
                <c:pt idx="558">
                  <c:v>1.58</c:v>
                </c:pt>
                <c:pt idx="559">
                  <c:v>1.59</c:v>
                </c:pt>
                <c:pt idx="560">
                  <c:v>1.6</c:v>
                </c:pt>
                <c:pt idx="561">
                  <c:v>1.61</c:v>
                </c:pt>
                <c:pt idx="562">
                  <c:v>1.62</c:v>
                </c:pt>
                <c:pt idx="563">
                  <c:v>1.63</c:v>
                </c:pt>
                <c:pt idx="564">
                  <c:v>1.64</c:v>
                </c:pt>
                <c:pt idx="565">
                  <c:v>1.65</c:v>
                </c:pt>
                <c:pt idx="566">
                  <c:v>1.66</c:v>
                </c:pt>
                <c:pt idx="567">
                  <c:v>1.67</c:v>
                </c:pt>
                <c:pt idx="568">
                  <c:v>1.68</c:v>
                </c:pt>
                <c:pt idx="569">
                  <c:v>1.69</c:v>
                </c:pt>
                <c:pt idx="570">
                  <c:v>1.7</c:v>
                </c:pt>
                <c:pt idx="571">
                  <c:v>1.71</c:v>
                </c:pt>
                <c:pt idx="572">
                  <c:v>1.72</c:v>
                </c:pt>
                <c:pt idx="573">
                  <c:v>1.73</c:v>
                </c:pt>
                <c:pt idx="574">
                  <c:v>1.74</c:v>
                </c:pt>
                <c:pt idx="575">
                  <c:v>1.75</c:v>
                </c:pt>
                <c:pt idx="576">
                  <c:v>1.76</c:v>
                </c:pt>
                <c:pt idx="577">
                  <c:v>1.77</c:v>
                </c:pt>
                <c:pt idx="578">
                  <c:v>1.78</c:v>
                </c:pt>
                <c:pt idx="579">
                  <c:v>1.79</c:v>
                </c:pt>
                <c:pt idx="580">
                  <c:v>1.8</c:v>
                </c:pt>
                <c:pt idx="581">
                  <c:v>1.81</c:v>
                </c:pt>
                <c:pt idx="582">
                  <c:v>1.82</c:v>
                </c:pt>
                <c:pt idx="583">
                  <c:v>1.83</c:v>
                </c:pt>
                <c:pt idx="584">
                  <c:v>1.84</c:v>
                </c:pt>
                <c:pt idx="585">
                  <c:v>1.85</c:v>
                </c:pt>
                <c:pt idx="586">
                  <c:v>1.86</c:v>
                </c:pt>
                <c:pt idx="587">
                  <c:v>1.87</c:v>
                </c:pt>
                <c:pt idx="588">
                  <c:v>1.88</c:v>
                </c:pt>
                <c:pt idx="589">
                  <c:v>1.89</c:v>
                </c:pt>
                <c:pt idx="590">
                  <c:v>1.9</c:v>
                </c:pt>
                <c:pt idx="591">
                  <c:v>1.91</c:v>
                </c:pt>
                <c:pt idx="592">
                  <c:v>1.92</c:v>
                </c:pt>
                <c:pt idx="593">
                  <c:v>1.93</c:v>
                </c:pt>
                <c:pt idx="594">
                  <c:v>1.94</c:v>
                </c:pt>
                <c:pt idx="595">
                  <c:v>1.95</c:v>
                </c:pt>
                <c:pt idx="596">
                  <c:v>1.96</c:v>
                </c:pt>
                <c:pt idx="597">
                  <c:v>1.97</c:v>
                </c:pt>
                <c:pt idx="598">
                  <c:v>1.98</c:v>
                </c:pt>
                <c:pt idx="599">
                  <c:v>1.99</c:v>
                </c:pt>
                <c:pt idx="600">
                  <c:v>2</c:v>
                </c:pt>
                <c:pt idx="601">
                  <c:v>2.01</c:v>
                </c:pt>
                <c:pt idx="602">
                  <c:v>2.02</c:v>
                </c:pt>
                <c:pt idx="603">
                  <c:v>2.03</c:v>
                </c:pt>
                <c:pt idx="604">
                  <c:v>2.04</c:v>
                </c:pt>
                <c:pt idx="605">
                  <c:v>2.05</c:v>
                </c:pt>
                <c:pt idx="606">
                  <c:v>2.06</c:v>
                </c:pt>
                <c:pt idx="607">
                  <c:v>2.07</c:v>
                </c:pt>
                <c:pt idx="608">
                  <c:v>2.08</c:v>
                </c:pt>
                <c:pt idx="609">
                  <c:v>2.09</c:v>
                </c:pt>
                <c:pt idx="610">
                  <c:v>2.1</c:v>
                </c:pt>
                <c:pt idx="611">
                  <c:v>2.11</c:v>
                </c:pt>
                <c:pt idx="612">
                  <c:v>2.12</c:v>
                </c:pt>
                <c:pt idx="613">
                  <c:v>2.13</c:v>
                </c:pt>
                <c:pt idx="614">
                  <c:v>2.14</c:v>
                </c:pt>
                <c:pt idx="615">
                  <c:v>2.15</c:v>
                </c:pt>
                <c:pt idx="616">
                  <c:v>2.16</c:v>
                </c:pt>
                <c:pt idx="617">
                  <c:v>2.17</c:v>
                </c:pt>
                <c:pt idx="618">
                  <c:v>2.18</c:v>
                </c:pt>
                <c:pt idx="619">
                  <c:v>2.19</c:v>
                </c:pt>
                <c:pt idx="620">
                  <c:v>2.2</c:v>
                </c:pt>
                <c:pt idx="621">
                  <c:v>2.21</c:v>
                </c:pt>
                <c:pt idx="622">
                  <c:v>2.22</c:v>
                </c:pt>
                <c:pt idx="623">
                  <c:v>2.23</c:v>
                </c:pt>
                <c:pt idx="624">
                  <c:v>2.24</c:v>
                </c:pt>
                <c:pt idx="625">
                  <c:v>2.25</c:v>
                </c:pt>
                <c:pt idx="626">
                  <c:v>2.26</c:v>
                </c:pt>
                <c:pt idx="627">
                  <c:v>2.27</c:v>
                </c:pt>
                <c:pt idx="628">
                  <c:v>2.28</c:v>
                </c:pt>
                <c:pt idx="629">
                  <c:v>2.29</c:v>
                </c:pt>
                <c:pt idx="630">
                  <c:v>2.3</c:v>
                </c:pt>
                <c:pt idx="631">
                  <c:v>2.31</c:v>
                </c:pt>
                <c:pt idx="632">
                  <c:v>2.32</c:v>
                </c:pt>
                <c:pt idx="633">
                  <c:v>2.33</c:v>
                </c:pt>
                <c:pt idx="634">
                  <c:v>2.34</c:v>
                </c:pt>
                <c:pt idx="635">
                  <c:v>2.35</c:v>
                </c:pt>
                <c:pt idx="636">
                  <c:v>2.36</c:v>
                </c:pt>
                <c:pt idx="637">
                  <c:v>2.37</c:v>
                </c:pt>
                <c:pt idx="638">
                  <c:v>2.38</c:v>
                </c:pt>
                <c:pt idx="639">
                  <c:v>2.39</c:v>
                </c:pt>
                <c:pt idx="640">
                  <c:v>2.4</c:v>
                </c:pt>
                <c:pt idx="641">
                  <c:v>2.41</c:v>
                </c:pt>
                <c:pt idx="642">
                  <c:v>2.42</c:v>
                </c:pt>
                <c:pt idx="643">
                  <c:v>2.43</c:v>
                </c:pt>
                <c:pt idx="644">
                  <c:v>2.44</c:v>
                </c:pt>
                <c:pt idx="645">
                  <c:v>2.45</c:v>
                </c:pt>
                <c:pt idx="646">
                  <c:v>2.46</c:v>
                </c:pt>
                <c:pt idx="647">
                  <c:v>2.47</c:v>
                </c:pt>
                <c:pt idx="648">
                  <c:v>2.48</c:v>
                </c:pt>
                <c:pt idx="649">
                  <c:v>2.49</c:v>
                </c:pt>
                <c:pt idx="650">
                  <c:v>2.5</c:v>
                </c:pt>
                <c:pt idx="651">
                  <c:v>2.51</c:v>
                </c:pt>
                <c:pt idx="652">
                  <c:v>2.52</c:v>
                </c:pt>
                <c:pt idx="653">
                  <c:v>2.53</c:v>
                </c:pt>
                <c:pt idx="654">
                  <c:v>2.54</c:v>
                </c:pt>
                <c:pt idx="655">
                  <c:v>2.55</c:v>
                </c:pt>
                <c:pt idx="656">
                  <c:v>2.56</c:v>
                </c:pt>
                <c:pt idx="657">
                  <c:v>2.57</c:v>
                </c:pt>
                <c:pt idx="658">
                  <c:v>2.58</c:v>
                </c:pt>
                <c:pt idx="659">
                  <c:v>2.59</c:v>
                </c:pt>
                <c:pt idx="660">
                  <c:v>2.6</c:v>
                </c:pt>
                <c:pt idx="661">
                  <c:v>2.61</c:v>
                </c:pt>
                <c:pt idx="662">
                  <c:v>2.62</c:v>
                </c:pt>
                <c:pt idx="663">
                  <c:v>2.63</c:v>
                </c:pt>
                <c:pt idx="664">
                  <c:v>2.64</c:v>
                </c:pt>
                <c:pt idx="665">
                  <c:v>2.65</c:v>
                </c:pt>
                <c:pt idx="666">
                  <c:v>2.66</c:v>
                </c:pt>
                <c:pt idx="667">
                  <c:v>2.67</c:v>
                </c:pt>
                <c:pt idx="668">
                  <c:v>2.68</c:v>
                </c:pt>
                <c:pt idx="669">
                  <c:v>2.69</c:v>
                </c:pt>
                <c:pt idx="670">
                  <c:v>2.7</c:v>
                </c:pt>
                <c:pt idx="671">
                  <c:v>2.71</c:v>
                </c:pt>
                <c:pt idx="672">
                  <c:v>2.72</c:v>
                </c:pt>
                <c:pt idx="673">
                  <c:v>2.73</c:v>
                </c:pt>
                <c:pt idx="674">
                  <c:v>2.74</c:v>
                </c:pt>
                <c:pt idx="675">
                  <c:v>2.75</c:v>
                </c:pt>
                <c:pt idx="676">
                  <c:v>2.76</c:v>
                </c:pt>
                <c:pt idx="677">
                  <c:v>2.77</c:v>
                </c:pt>
                <c:pt idx="678">
                  <c:v>2.78</c:v>
                </c:pt>
                <c:pt idx="679">
                  <c:v>2.79</c:v>
                </c:pt>
                <c:pt idx="680">
                  <c:v>2.8</c:v>
                </c:pt>
                <c:pt idx="681">
                  <c:v>2.81</c:v>
                </c:pt>
                <c:pt idx="682">
                  <c:v>2.82</c:v>
                </c:pt>
                <c:pt idx="683">
                  <c:v>2.83</c:v>
                </c:pt>
                <c:pt idx="684">
                  <c:v>2.84</c:v>
                </c:pt>
                <c:pt idx="685">
                  <c:v>2.85</c:v>
                </c:pt>
                <c:pt idx="686">
                  <c:v>2.86</c:v>
                </c:pt>
                <c:pt idx="687">
                  <c:v>2.87</c:v>
                </c:pt>
                <c:pt idx="688">
                  <c:v>2.88</c:v>
                </c:pt>
                <c:pt idx="689">
                  <c:v>2.89</c:v>
                </c:pt>
                <c:pt idx="690">
                  <c:v>2.9</c:v>
                </c:pt>
                <c:pt idx="691">
                  <c:v>2.91</c:v>
                </c:pt>
                <c:pt idx="692">
                  <c:v>2.92</c:v>
                </c:pt>
                <c:pt idx="693">
                  <c:v>2.93</c:v>
                </c:pt>
                <c:pt idx="694">
                  <c:v>2.94</c:v>
                </c:pt>
                <c:pt idx="695">
                  <c:v>2.95</c:v>
                </c:pt>
                <c:pt idx="696">
                  <c:v>2.96</c:v>
                </c:pt>
                <c:pt idx="697">
                  <c:v>2.97</c:v>
                </c:pt>
                <c:pt idx="698">
                  <c:v>2.98</c:v>
                </c:pt>
                <c:pt idx="699">
                  <c:v>2.99</c:v>
                </c:pt>
                <c:pt idx="700">
                  <c:v>3</c:v>
                </c:pt>
                <c:pt idx="701">
                  <c:v>3.01</c:v>
                </c:pt>
                <c:pt idx="702">
                  <c:v>3.02</c:v>
                </c:pt>
                <c:pt idx="703">
                  <c:v>3.03</c:v>
                </c:pt>
                <c:pt idx="704">
                  <c:v>3.04</c:v>
                </c:pt>
                <c:pt idx="705">
                  <c:v>3.05</c:v>
                </c:pt>
                <c:pt idx="706">
                  <c:v>3.06</c:v>
                </c:pt>
                <c:pt idx="707">
                  <c:v>3.07</c:v>
                </c:pt>
                <c:pt idx="708">
                  <c:v>3.08</c:v>
                </c:pt>
                <c:pt idx="709">
                  <c:v>3.09</c:v>
                </c:pt>
                <c:pt idx="710">
                  <c:v>3.1</c:v>
                </c:pt>
                <c:pt idx="711">
                  <c:v>3.11</c:v>
                </c:pt>
                <c:pt idx="712">
                  <c:v>3.12</c:v>
                </c:pt>
                <c:pt idx="713">
                  <c:v>3.13</c:v>
                </c:pt>
                <c:pt idx="714">
                  <c:v>3.14</c:v>
                </c:pt>
                <c:pt idx="715">
                  <c:v>3.15</c:v>
                </c:pt>
                <c:pt idx="716">
                  <c:v>3.16</c:v>
                </c:pt>
                <c:pt idx="717">
                  <c:v>3.17</c:v>
                </c:pt>
                <c:pt idx="718">
                  <c:v>3.18</c:v>
                </c:pt>
                <c:pt idx="719">
                  <c:v>3.19</c:v>
                </c:pt>
                <c:pt idx="720">
                  <c:v>3.2</c:v>
                </c:pt>
                <c:pt idx="721">
                  <c:v>3.21</c:v>
                </c:pt>
                <c:pt idx="722">
                  <c:v>3.22</c:v>
                </c:pt>
                <c:pt idx="723">
                  <c:v>3.23</c:v>
                </c:pt>
                <c:pt idx="724">
                  <c:v>3.24</c:v>
                </c:pt>
                <c:pt idx="725">
                  <c:v>3.25</c:v>
                </c:pt>
                <c:pt idx="726">
                  <c:v>3.26</c:v>
                </c:pt>
                <c:pt idx="727">
                  <c:v>3.27</c:v>
                </c:pt>
                <c:pt idx="728">
                  <c:v>3.28</c:v>
                </c:pt>
                <c:pt idx="729">
                  <c:v>3.29</c:v>
                </c:pt>
                <c:pt idx="730">
                  <c:v>3.3</c:v>
                </c:pt>
                <c:pt idx="731">
                  <c:v>3.31</c:v>
                </c:pt>
                <c:pt idx="732">
                  <c:v>3.32</c:v>
                </c:pt>
                <c:pt idx="733">
                  <c:v>3.33</c:v>
                </c:pt>
                <c:pt idx="734">
                  <c:v>3.34</c:v>
                </c:pt>
                <c:pt idx="735">
                  <c:v>3.35</c:v>
                </c:pt>
                <c:pt idx="736">
                  <c:v>3.36</c:v>
                </c:pt>
                <c:pt idx="737">
                  <c:v>3.37</c:v>
                </c:pt>
                <c:pt idx="738">
                  <c:v>3.38</c:v>
                </c:pt>
                <c:pt idx="739">
                  <c:v>3.39</c:v>
                </c:pt>
                <c:pt idx="740">
                  <c:v>3.4</c:v>
                </c:pt>
                <c:pt idx="741">
                  <c:v>3.41</c:v>
                </c:pt>
                <c:pt idx="742">
                  <c:v>3.42</c:v>
                </c:pt>
                <c:pt idx="743">
                  <c:v>3.43</c:v>
                </c:pt>
                <c:pt idx="744">
                  <c:v>3.44</c:v>
                </c:pt>
                <c:pt idx="745">
                  <c:v>3.45</c:v>
                </c:pt>
                <c:pt idx="746">
                  <c:v>3.46</c:v>
                </c:pt>
                <c:pt idx="747">
                  <c:v>3.47</c:v>
                </c:pt>
                <c:pt idx="748">
                  <c:v>3.48</c:v>
                </c:pt>
                <c:pt idx="749">
                  <c:v>3.49</c:v>
                </c:pt>
                <c:pt idx="750">
                  <c:v>3.5</c:v>
                </c:pt>
                <c:pt idx="751">
                  <c:v>3.51</c:v>
                </c:pt>
                <c:pt idx="752">
                  <c:v>3.52</c:v>
                </c:pt>
                <c:pt idx="753">
                  <c:v>3.53</c:v>
                </c:pt>
                <c:pt idx="754">
                  <c:v>3.54</c:v>
                </c:pt>
                <c:pt idx="755">
                  <c:v>3.55</c:v>
                </c:pt>
                <c:pt idx="756">
                  <c:v>3.56</c:v>
                </c:pt>
                <c:pt idx="757">
                  <c:v>3.57</c:v>
                </c:pt>
                <c:pt idx="758">
                  <c:v>3.58</c:v>
                </c:pt>
                <c:pt idx="759">
                  <c:v>3.59</c:v>
                </c:pt>
                <c:pt idx="760">
                  <c:v>3.6</c:v>
                </c:pt>
                <c:pt idx="761">
                  <c:v>3.61</c:v>
                </c:pt>
                <c:pt idx="762">
                  <c:v>3.62</c:v>
                </c:pt>
                <c:pt idx="763">
                  <c:v>3.63</c:v>
                </c:pt>
                <c:pt idx="764">
                  <c:v>3.64</c:v>
                </c:pt>
                <c:pt idx="765">
                  <c:v>3.65</c:v>
                </c:pt>
                <c:pt idx="766">
                  <c:v>3.66</c:v>
                </c:pt>
                <c:pt idx="767">
                  <c:v>3.67</c:v>
                </c:pt>
                <c:pt idx="768">
                  <c:v>3.68</c:v>
                </c:pt>
                <c:pt idx="769">
                  <c:v>3.69</c:v>
                </c:pt>
                <c:pt idx="770">
                  <c:v>3.7</c:v>
                </c:pt>
                <c:pt idx="771">
                  <c:v>3.71</c:v>
                </c:pt>
                <c:pt idx="772">
                  <c:v>3.72</c:v>
                </c:pt>
                <c:pt idx="773">
                  <c:v>3.73</c:v>
                </c:pt>
                <c:pt idx="774">
                  <c:v>3.74</c:v>
                </c:pt>
                <c:pt idx="775">
                  <c:v>3.75</c:v>
                </c:pt>
                <c:pt idx="776">
                  <c:v>3.76</c:v>
                </c:pt>
                <c:pt idx="777">
                  <c:v>3.77</c:v>
                </c:pt>
                <c:pt idx="778">
                  <c:v>3.78</c:v>
                </c:pt>
                <c:pt idx="779">
                  <c:v>3.79</c:v>
                </c:pt>
                <c:pt idx="780">
                  <c:v>3.8</c:v>
                </c:pt>
                <c:pt idx="781">
                  <c:v>3.81</c:v>
                </c:pt>
                <c:pt idx="782">
                  <c:v>3.82</c:v>
                </c:pt>
                <c:pt idx="783">
                  <c:v>3.83</c:v>
                </c:pt>
                <c:pt idx="784">
                  <c:v>3.84</c:v>
                </c:pt>
                <c:pt idx="785">
                  <c:v>3.85</c:v>
                </c:pt>
                <c:pt idx="786">
                  <c:v>3.86</c:v>
                </c:pt>
                <c:pt idx="787">
                  <c:v>3.87</c:v>
                </c:pt>
                <c:pt idx="788">
                  <c:v>3.88</c:v>
                </c:pt>
                <c:pt idx="789">
                  <c:v>3.89</c:v>
                </c:pt>
                <c:pt idx="790">
                  <c:v>3.9</c:v>
                </c:pt>
                <c:pt idx="791">
                  <c:v>3.91</c:v>
                </c:pt>
                <c:pt idx="792">
                  <c:v>3.92</c:v>
                </c:pt>
                <c:pt idx="793">
                  <c:v>3.93</c:v>
                </c:pt>
                <c:pt idx="794">
                  <c:v>3.94</c:v>
                </c:pt>
                <c:pt idx="795">
                  <c:v>3.95</c:v>
                </c:pt>
                <c:pt idx="796">
                  <c:v>3.96</c:v>
                </c:pt>
                <c:pt idx="797">
                  <c:v>3.97</c:v>
                </c:pt>
                <c:pt idx="798">
                  <c:v>3.98</c:v>
                </c:pt>
                <c:pt idx="799">
                  <c:v>3.99</c:v>
                </c:pt>
                <c:pt idx="800">
                  <c:v>4</c:v>
                </c:pt>
              </c:numCache>
            </c:numRef>
          </c:xVal>
          <c:yVal>
            <c:numRef>
              <c:f>'Chart Data'!$F$2:$F$802</c:f>
              <c:numCache>
                <c:formatCode>0.0</c:formatCode>
                <c:ptCount val="801"/>
                <c:pt idx="0">
                  <c:v>2.76047418108E-87</c:v>
                </c:pt>
                <c:pt idx="1">
                  <c:v>7.49437298071E-87</c:v>
                </c:pt>
                <c:pt idx="2">
                  <c:v>2.02955666325E-86</c:v>
                </c:pt>
                <c:pt idx="3">
                  <c:v>5.48253385678E-86</c:v>
                </c:pt>
                <c:pt idx="4">
                  <c:v>1.47732391233E-85</c:v>
                </c:pt>
                <c:pt idx="5">
                  <c:v>3.97085836321E-85</c:v>
                </c:pt>
                <c:pt idx="6">
                  <c:v>1.06465115417E-84</c:v>
                </c:pt>
                <c:pt idx="7">
                  <c:v>2.84737407036E-84</c:v>
                </c:pt>
                <c:pt idx="8">
                  <c:v>7.59619292398E-84</c:v>
                </c:pt>
                <c:pt idx="9">
                  <c:v>2.02144398023E-83</c:v>
                </c:pt>
                <c:pt idx="10">
                  <c:v>5.36588917034E-83</c:v>
                </c:pt>
                <c:pt idx="11">
                  <c:v>1.42080981987E-82</c:v>
                </c:pt>
                <c:pt idx="12">
                  <c:v>3.75270534323E-82</c:v>
                </c:pt>
                <c:pt idx="13">
                  <c:v>9.88706171313E-82</c:v>
                </c:pt>
                <c:pt idx="14">
                  <c:v>2.59838971234E-81</c:v>
                </c:pt>
                <c:pt idx="15">
                  <c:v>6.81170129317E-81</c:v>
                </c:pt>
                <c:pt idx="16">
                  <c:v>1.781234777E-80</c:v>
                </c:pt>
                <c:pt idx="17">
                  <c:v>4.6462331626E-80</c:v>
                </c:pt>
                <c:pt idx="18">
                  <c:v>1.20891314146E-79</c:v>
                </c:pt>
                <c:pt idx="19">
                  <c:v>3.13764251257E-79</c:v>
                </c:pt>
                <c:pt idx="20">
                  <c:v>8.12318018387E-79</c:v>
                </c:pt>
                <c:pt idx="21">
                  <c:v>2.09779466366E-78</c:v>
                </c:pt>
                <c:pt idx="22">
                  <c:v>5.40398493727E-78</c:v>
                </c:pt>
                <c:pt idx="23">
                  <c:v>1.38860762959E-77</c:v>
                </c:pt>
                <c:pt idx="24">
                  <c:v>3.55925601962E-77</c:v>
                </c:pt>
                <c:pt idx="25">
                  <c:v>9.10024685221E-77</c:v>
                </c:pt>
                <c:pt idx="26">
                  <c:v>2.32092647069E-76</c:v>
                </c:pt>
                <c:pt idx="27">
                  <c:v>5.90450988838E-76</c:v>
                </c:pt>
                <c:pt idx="28">
                  <c:v>1.49837524909E-75</c:v>
                </c:pt>
                <c:pt idx="29">
                  <c:v>3.79290172872E-75</c:v>
                </c:pt>
                <c:pt idx="30">
                  <c:v>9.57716245836E-75</c:v>
                </c:pt>
                <c:pt idx="31">
                  <c:v>2.41221704617E-74</c:v>
                </c:pt>
                <c:pt idx="32">
                  <c:v>6.06052397454E-74</c:v>
                </c:pt>
                <c:pt idx="33">
                  <c:v>1.51886169251E-73</c:v>
                </c:pt>
                <c:pt idx="34">
                  <c:v>3.79699956921E-73</c:v>
                </c:pt>
                <c:pt idx="35">
                  <c:v>9.46841164107E-73</c:v>
                </c:pt>
                <c:pt idx="36">
                  <c:v>2.35520100154E-72</c:v>
                </c:pt>
                <c:pt idx="37">
                  <c:v>5.84376963939E-72</c:v>
                </c:pt>
                <c:pt idx="38">
                  <c:v>1.44634687637E-71</c:v>
                </c:pt>
                <c:pt idx="39">
                  <c:v>3.57080471876E-71</c:v>
                </c:pt>
                <c:pt idx="40">
                  <c:v>8.79374771298E-71</c:v>
                </c:pt>
                <c:pt idx="41">
                  <c:v>2.16021097127E-70</c:v>
                </c:pt>
                <c:pt idx="42">
                  <c:v>5.29337420682E-70</c:v>
                </c:pt>
                <c:pt idx="43">
                  <c:v>1.29384809298E-69</c:v>
                </c:pt>
                <c:pt idx="44">
                  <c:v>3.1546286778E-69</c:v>
                </c:pt>
                <c:pt idx="45">
                  <c:v>7.67233341884E-69</c:v>
                </c:pt>
                <c:pt idx="46">
                  <c:v>1.86131960797E-68</c:v>
                </c:pt>
                <c:pt idx="47">
                  <c:v>4.50431444417E-68</c:v>
                </c:pt>
                <c:pt idx="48">
                  <c:v>1.08730331715E-67</c:v>
                </c:pt>
                <c:pt idx="49">
                  <c:v>2.61810457114E-67</c:v>
                </c:pt>
                <c:pt idx="50">
                  <c:v>6.28836191439E-67</c:v>
                </c:pt>
                <c:pt idx="51">
                  <c:v>1.50661515712E-66</c:v>
                </c:pt>
                <c:pt idx="52">
                  <c:v>3.60065407636E-66</c:v>
                </c:pt>
                <c:pt idx="53">
                  <c:v>8.58370395589E-66</c:v>
                </c:pt>
                <c:pt idx="54">
                  <c:v>2.04118480054E-65</c:v>
                </c:pt>
                <c:pt idx="55">
                  <c:v>4.84177032676E-65</c:v>
                </c:pt>
                <c:pt idx="56">
                  <c:v>1.14561926185E-64</c:v>
                </c:pt>
                <c:pt idx="57">
                  <c:v>2.70390042073E-64</c:v>
                </c:pt>
                <c:pt idx="58">
                  <c:v>6.36583449881E-64</c:v>
                </c:pt>
                <c:pt idx="59">
                  <c:v>1.49497612655E-63</c:v>
                </c:pt>
                <c:pt idx="60">
                  <c:v>3.50209106716E-63</c:v>
                </c:pt>
                <c:pt idx="61">
                  <c:v>8.18342066864E-63</c:v>
                </c:pt>
                <c:pt idx="62">
                  <c:v>1.90746501808E-62</c:v>
                </c:pt>
                <c:pt idx="63">
                  <c:v>4.43498904157E-62</c:v>
                </c:pt>
                <c:pt idx="64">
                  <c:v>1.02859115151E-61</c:v>
                </c:pt>
                <c:pt idx="65">
                  <c:v>2.37961819338E-61</c:v>
                </c:pt>
                <c:pt idx="66">
                  <c:v>5.49143745008E-61</c:v>
                </c:pt>
                <c:pt idx="67">
                  <c:v>1.26409311365E-60</c:v>
                </c:pt>
                <c:pt idx="68">
                  <c:v>2.90259440326E-60</c:v>
                </c:pt>
                <c:pt idx="69">
                  <c:v>6.648258621E-60</c:v>
                </c:pt>
                <c:pt idx="70">
                  <c:v>1.5189508494E-59</c:v>
                </c:pt>
                <c:pt idx="71">
                  <c:v>3.46173485254E-59</c:v>
                </c:pt>
                <c:pt idx="72">
                  <c:v>7.86969939888E-59</c:v>
                </c:pt>
                <c:pt idx="73">
                  <c:v>1.78458299713E-58</c:v>
                </c:pt>
                <c:pt idx="74">
                  <c:v>4.03672925158E-58</c:v>
                </c:pt>
                <c:pt idx="75">
                  <c:v>9.10828804216E-58</c:v>
                </c:pt>
                <c:pt idx="76">
                  <c:v>2.05002026792E-57</c:v>
                </c:pt>
                <c:pt idx="77">
                  <c:v>4.60250021063E-57</c:v>
                </c:pt>
                <c:pt idx="78">
                  <c:v>1.03072721479E-56</c:v>
                </c:pt>
                <c:pt idx="79">
                  <c:v>2.30254397299E-56</c:v>
                </c:pt>
                <c:pt idx="80">
                  <c:v>5.13081536396E-56</c:v>
                </c:pt>
                <c:pt idx="81">
                  <c:v>1.14045749568E-55</c:v>
                </c:pt>
                <c:pt idx="82">
                  <c:v>2.52863465219E-55</c:v>
                </c:pt>
                <c:pt idx="83">
                  <c:v>5.59251722224E-55</c:v>
                </c:pt>
                <c:pt idx="84">
                  <c:v>1.23379452578E-54</c:v>
                </c:pt>
                <c:pt idx="85">
                  <c:v>2.71514239876E-54</c:v>
                </c:pt>
                <c:pt idx="86">
                  <c:v>5.9601425639E-54</c:v>
                </c:pt>
                <c:pt idx="87">
                  <c:v>1.30507343068E-53</c:v>
                </c:pt>
                <c:pt idx="88">
                  <c:v>2.85054244547E-53</c:v>
                </c:pt>
                <c:pt idx="89">
                  <c:v>6.2106111684E-53</c:v>
                </c:pt>
                <c:pt idx="90">
                  <c:v>1.34975651229E-52</c:v>
                </c:pt>
                <c:pt idx="91">
                  <c:v>2.92611093356E-52</c:v>
                </c:pt>
                <c:pt idx="92">
                  <c:v>6.32762023302E-52</c:v>
                </c:pt>
                <c:pt idx="93">
                  <c:v>1.36491085925E-51</c:v>
                </c:pt>
                <c:pt idx="94">
                  <c:v>2.93685453314E-51</c:v>
                </c:pt>
                <c:pt idx="95">
                  <c:v>6.30339969469E-51</c:v>
                </c:pt>
                <c:pt idx="96">
                  <c:v>1.34952682219E-50</c:v>
                </c:pt>
                <c:pt idx="97">
                  <c:v>2.88205628991E-50</c:v>
                </c:pt>
                <c:pt idx="98">
                  <c:v>6.13956583613E-50</c:v>
                </c:pt>
                <c:pt idx="99">
                  <c:v>1.30462929585E-49</c:v>
                </c:pt>
                <c:pt idx="100">
                  <c:v>2.76535477492E-49</c:v>
                </c:pt>
                <c:pt idx="101">
                  <c:v>5.84694285605E-49</c:v>
                </c:pt>
                <c:pt idx="102">
                  <c:v>1.23316476294E-48</c:v>
                </c:pt>
                <c:pt idx="103">
                  <c:v>2.59434439465E-48</c:v>
                </c:pt>
                <c:pt idx="104">
                  <c:v>5.44437977664E-48</c:v>
                </c:pt>
                <c:pt idx="105">
                  <c:v>1.13968140033E-47</c:v>
                </c:pt>
                <c:pt idx="106">
                  <c:v>2.37975787651E-47</c:v>
                </c:pt>
                <c:pt idx="107">
                  <c:v>4.95674239592E-47</c:v>
                </c:pt>
                <c:pt idx="108">
                  <c:v>1.0298505112E-46</c:v>
                </c:pt>
                <c:pt idx="109">
                  <c:v>2.13435321493E-46</c:v>
                </c:pt>
                <c:pt idx="110">
                  <c:v>4.4123774873E-46</c:v>
                </c:pt>
                <c:pt idx="111">
                  <c:v>9.09899217105E-46</c:v>
                </c:pt>
                <c:pt idx="112">
                  <c:v>1.87166528994E-45</c:v>
                </c:pt>
                <c:pt idx="113">
                  <c:v>3.84040781952E-45</c:v>
                </c:pt>
                <c:pt idx="114">
                  <c:v>7.86032979303E-45</c:v>
                </c:pt>
                <c:pt idx="115">
                  <c:v>1.60479090521E-44</c:v>
                </c:pt>
                <c:pt idx="116">
                  <c:v>3.26821338766E-44</c:v>
                </c:pt>
                <c:pt idx="117">
                  <c:v>6.63921325627E-44</c:v>
                </c:pt>
                <c:pt idx="118">
                  <c:v>1.34535561782E-43</c:v>
                </c:pt>
                <c:pt idx="119">
                  <c:v>2.71939214158E-43</c:v>
                </c:pt>
                <c:pt idx="120">
                  <c:v>5.48303279694E-43</c:v>
                </c:pt>
                <c:pt idx="121">
                  <c:v>1.10276789224E-42</c:v>
                </c:pt>
                <c:pt idx="122">
                  <c:v>2.21238979166E-42</c:v>
                </c:pt>
                <c:pt idx="123">
                  <c:v>4.42744773059E-42</c:v>
                </c:pt>
                <c:pt idx="124">
                  <c:v>8.83811205127E-42</c:v>
                </c:pt>
                <c:pt idx="125">
                  <c:v>1.759866919E-41</c:v>
                </c:pt>
                <c:pt idx="126">
                  <c:v>3.49554112485E-41</c:v>
                </c:pt>
                <c:pt idx="127">
                  <c:v>6.92569350361E-41</c:v>
                </c:pt>
                <c:pt idx="128">
                  <c:v>1.36875709618E-40</c:v>
                </c:pt>
                <c:pt idx="129">
                  <c:v>2.69838406391E-40</c:v>
                </c:pt>
                <c:pt idx="130">
                  <c:v>5.30634406958E-40</c:v>
                </c:pt>
                <c:pt idx="131">
                  <c:v>1.04088155797E-39</c:v>
                </c:pt>
                <c:pt idx="132">
                  <c:v>2.03667383876E-39</c:v>
                </c:pt>
                <c:pt idx="133">
                  <c:v>3.97517195384E-39</c:v>
                </c:pt>
                <c:pt idx="134">
                  <c:v>7.73935233148E-39</c:v>
                </c:pt>
                <c:pt idx="135">
                  <c:v>1.50302976305E-38</c:v>
                </c:pt>
                <c:pt idx="136">
                  <c:v>2.91168779987E-38</c:v>
                </c:pt>
                <c:pt idx="137">
                  <c:v>5.62647374566E-38</c:v>
                </c:pt>
                <c:pt idx="138">
                  <c:v>1.08453120013E-37</c:v>
                </c:pt>
                <c:pt idx="139">
                  <c:v>2.08526890886E-37</c:v>
                </c:pt>
                <c:pt idx="140">
                  <c:v>3.9994138785E-37</c:v>
                </c:pt>
                <c:pt idx="141">
                  <c:v>7.65147025837E-37</c:v>
                </c:pt>
                <c:pt idx="142">
                  <c:v>1.46018439693E-36</c:v>
                </c:pt>
                <c:pt idx="143">
                  <c:v>2.77961582864E-36</c:v>
                </c:pt>
                <c:pt idx="144">
                  <c:v>5.27808175123E-36</c:v>
                </c:pt>
                <c:pt idx="145">
                  <c:v>9.99727671109E-36</c:v>
                </c:pt>
                <c:pt idx="146">
                  <c:v>1.88886786057E-35</c:v>
                </c:pt>
                <c:pt idx="147">
                  <c:v>3.55988283933E-35</c:v>
                </c:pt>
                <c:pt idx="148">
                  <c:v>6.69243399627E-35</c:v>
                </c:pt>
                <c:pt idx="149">
                  <c:v>1.25500874543E-34</c:v>
                </c:pt>
                <c:pt idx="150">
                  <c:v>2.34759767899E-34</c:v>
                </c:pt>
                <c:pt idx="151">
                  <c:v>4.38041093615E-34</c:v>
                </c:pt>
                <c:pt idx="152">
                  <c:v>8.1530536742E-34</c:v>
                </c:pt>
                <c:pt idx="153">
                  <c:v>1.51370070122E-33</c:v>
                </c:pt>
                <c:pt idx="154">
                  <c:v>2.80332846315E-33</c:v>
                </c:pt>
                <c:pt idx="155">
                  <c:v>5.1787175481E-33</c:v>
                </c:pt>
                <c:pt idx="156">
                  <c:v>9.54299567318E-33</c:v>
                </c:pt>
                <c:pt idx="157">
                  <c:v>1.75412885548E-32</c:v>
                </c:pt>
                <c:pt idx="158">
                  <c:v>3.21627016732E-32</c:v>
                </c:pt>
                <c:pt idx="159">
                  <c:v>5.88244419545E-32</c:v>
                </c:pt>
                <c:pt idx="160">
                  <c:v>1.07319186783E-31</c:v>
                </c:pt>
                <c:pt idx="161">
                  <c:v>1.95304025204E-31</c:v>
                </c:pt>
                <c:pt idx="162">
                  <c:v>3.54535133421E-31</c:v>
                </c:pt>
                <c:pt idx="163">
                  <c:v>6.41980190974E-31</c:v>
                </c:pt>
                <c:pt idx="164">
                  <c:v>1.15957338863E-30</c:v>
                </c:pt>
                <c:pt idx="165">
                  <c:v>2.08924377227E-30</c:v>
                </c:pt>
                <c:pt idx="166">
                  <c:v>3.75486438625E-30</c:v>
                </c:pt>
                <c:pt idx="167">
                  <c:v>6.73152805435E-30</c:v>
                </c:pt>
                <c:pt idx="168">
                  <c:v>1.20378056592E-29</c:v>
                </c:pt>
                <c:pt idx="169">
                  <c:v>2.14731253397E-29</c:v>
                </c:pt>
                <c:pt idx="170">
                  <c:v>3.82082770579E-29</c:v>
                </c:pt>
                <c:pt idx="171">
                  <c:v>6.78162721967E-29</c:v>
                </c:pt>
                <c:pt idx="172">
                  <c:v>1.2006727E-28</c:v>
                </c:pt>
                <c:pt idx="173">
                  <c:v>2.12045774549E-28</c:v>
                </c:pt>
                <c:pt idx="174">
                  <c:v>3.73550113794E-28</c:v>
                </c:pt>
                <c:pt idx="175">
                  <c:v>6.56420880308E-28</c:v>
                </c:pt>
                <c:pt idx="176">
                  <c:v>1.15061535442E-27</c:v>
                </c:pt>
                <c:pt idx="177">
                  <c:v>2.01183429414E-27</c:v>
                </c:pt>
                <c:pt idx="178">
                  <c:v>3.50887997133E-27</c:v>
                </c:pt>
                <c:pt idx="179">
                  <c:v>6.10462627864E-27</c:v>
                </c:pt>
                <c:pt idx="180">
                  <c:v>1.05940962675E-26</c:v>
                </c:pt>
                <c:pt idx="181">
                  <c:v>1.83393108552E-26</c:v>
                </c:pt>
                <c:pt idx="182">
                  <c:v>3.16676891092E-26</c:v>
                </c:pt>
                <c:pt idx="183">
                  <c:v>5.45461367852E-26</c:v>
                </c:pt>
                <c:pt idx="184">
                  <c:v>9.37186201171E-26</c:v>
                </c:pt>
                <c:pt idx="185">
                  <c:v>1.60620893581E-25</c:v>
                </c:pt>
                <c:pt idx="186">
                  <c:v>2.74594891591E-25</c:v>
                </c:pt>
                <c:pt idx="187">
                  <c:v>4.68270860414E-25</c:v>
                </c:pt>
                <c:pt idx="188">
                  <c:v>7.9655556635E-25</c:v>
                </c:pt>
                <c:pt idx="189">
                  <c:v>1.35160342662E-24</c:v>
                </c:pt>
                <c:pt idx="190">
                  <c:v>2.28768779526E-24</c:v>
                </c:pt>
                <c:pt idx="191">
                  <c:v>3.86241104326E-24</c:v>
                </c:pt>
                <c:pt idx="192">
                  <c:v>6.50480809962E-24</c:v>
                </c:pt>
                <c:pt idx="193">
                  <c:v>1.092759904E-23</c:v>
                </c:pt>
                <c:pt idx="194">
                  <c:v>1.83117258428E-23</c:v>
                </c:pt>
                <c:pt idx="195">
                  <c:v>3.06089243262E-23</c:v>
                </c:pt>
                <c:pt idx="196">
                  <c:v>5.10365279715E-23</c:v>
                </c:pt>
                <c:pt idx="197">
                  <c:v>8.48845086721E-23</c:v>
                </c:pt>
                <c:pt idx="198">
                  <c:v>1.40828327214E-22</c:v>
                </c:pt>
                <c:pt idx="199">
                  <c:v>2.33058993169E-22</c:v>
                </c:pt>
                <c:pt idx="200">
                  <c:v>3.84729931335E-22</c:v>
                </c:pt>
                <c:pt idx="201">
                  <c:v>6.33520026091E-22</c:v>
                </c:pt>
                <c:pt idx="202">
                  <c:v>1.0405884101E-21</c:v>
                </c:pt>
                <c:pt idx="203">
                  <c:v>1.70495093314E-21</c:v>
                </c:pt>
                <c:pt idx="204">
                  <c:v>2.78650001136E-21</c:v>
                </c:pt>
                <c:pt idx="205">
                  <c:v>4.54276715599E-21</c:v>
                </c:pt>
                <c:pt idx="206">
                  <c:v>7.38747746352E-21</c:v>
                </c:pt>
                <c:pt idx="207">
                  <c:v>1.19835674493E-20</c:v>
                </c:pt>
                <c:pt idx="208">
                  <c:v>1.93905596587E-20</c:v>
                </c:pt>
                <c:pt idx="209">
                  <c:v>3.12974408463E-20</c:v>
                </c:pt>
                <c:pt idx="210">
                  <c:v>5.03896769715E-20</c:v>
                </c:pt>
                <c:pt idx="211">
                  <c:v>8.09260951081E-20</c:v>
                </c:pt>
                <c:pt idx="212">
                  <c:v>1.29643235055E-19</c:v>
                </c:pt>
                <c:pt idx="213">
                  <c:v>2.07169299735E-19</c:v>
                </c:pt>
                <c:pt idx="214">
                  <c:v>3.30228993037E-19</c:v>
                </c:pt>
                <c:pt idx="215">
                  <c:v>5.25072491499E-19</c:v>
                </c:pt>
                <c:pt idx="216">
                  <c:v>8.3279401619E-19</c:v>
                </c:pt>
                <c:pt idx="217">
                  <c:v>1.31755935694E-18</c:v>
                </c:pt>
                <c:pt idx="218">
                  <c:v>2.07929948956E-18</c:v>
                </c:pt>
                <c:pt idx="219">
                  <c:v>3.27324239951E-18</c:v>
                </c:pt>
                <c:pt idx="220">
                  <c:v>5.13988678583E-18</c:v>
                </c:pt>
                <c:pt idx="221">
                  <c:v>8.05087718941E-18</c:v>
                </c:pt>
                <c:pt idx="222">
                  <c:v>1.25790288848E-17</c:v>
                </c:pt>
                <c:pt idx="223">
                  <c:v>1.96049297628E-17</c:v>
                </c:pt>
                <c:pt idx="224">
                  <c:v>3.04787906478E-17</c:v>
                </c:pt>
                <c:pt idx="225">
                  <c:v>4.72655194095E-17</c:v>
                </c:pt>
                <c:pt idx="226">
                  <c:v>7.3114817875E-17</c:v>
                </c:pt>
                <c:pt idx="227">
                  <c:v>1.12818581276E-16</c:v>
                </c:pt>
                <c:pt idx="228">
                  <c:v>1.73648137428E-16</c:v>
                </c:pt>
                <c:pt idx="229">
                  <c:v>2.66608436791E-16</c:v>
                </c:pt>
                <c:pt idx="230">
                  <c:v>4.08311781583E-16</c:v>
                </c:pt>
                <c:pt idx="231">
                  <c:v>6.23769589835E-16</c:v>
                </c:pt>
                <c:pt idx="232">
                  <c:v>9.50540768954E-16</c:v>
                </c:pt>
                <c:pt idx="233">
                  <c:v>1.44487927901E-15</c:v>
                </c:pt>
                <c:pt idx="234">
                  <c:v>2.19081971775E-15</c:v>
                </c:pt>
                <c:pt idx="235">
                  <c:v>3.31356872798E-15</c:v>
                </c:pt>
                <c:pt idx="236">
                  <c:v>4.99918937425E-15</c:v>
                </c:pt>
                <c:pt idx="237">
                  <c:v>7.52345725854E-15</c:v>
                </c:pt>
                <c:pt idx="238">
                  <c:v>1.12940470158E-14</c:v>
                </c:pt>
                <c:pt idx="239">
                  <c:v>1.69120396589E-14</c:v>
                </c:pt>
                <c:pt idx="240">
                  <c:v>2.52613554177E-14</c:v>
                </c:pt>
                <c:pt idx="241">
                  <c:v>3.76384364452E-14</c:v>
                </c:pt>
                <c:pt idx="242">
                  <c:v>5.59397810718E-14</c:v>
                </c:pt>
                <c:pt idx="243">
                  <c:v>8.29323963531E-14</c:v>
                </c:pt>
                <c:pt idx="244">
                  <c:v>1.22642764285E-13</c:v>
                </c:pt>
                <c:pt idx="245">
                  <c:v>1.80914722556E-13</c:v>
                </c:pt>
                <c:pt idx="246">
                  <c:v>2.66207418613E-13</c:v>
                </c:pt>
                <c:pt idx="247">
                  <c:v>3.90733512589E-13</c:v>
                </c:pt>
                <c:pt idx="248">
                  <c:v>5.7207824509E-13</c:v>
                </c:pt>
                <c:pt idx="249">
                  <c:v>8.35496178519E-13</c:v>
                </c:pt>
                <c:pt idx="250">
                  <c:v>1.21716026651E-12</c:v>
                </c:pt>
                <c:pt idx="251">
                  <c:v>1.7687454238E-12</c:v>
                </c:pt>
                <c:pt idx="252">
                  <c:v>2.5638768184E-12</c:v>
                </c:pt>
                <c:pt idx="253">
                  <c:v>3.70717634985E-12</c:v>
                </c:pt>
                <c:pt idx="254">
                  <c:v>5.34691893577E-12</c:v>
                </c:pt>
                <c:pt idx="255">
                  <c:v>7.69268975281E-12</c:v>
                </c:pt>
                <c:pt idx="256">
                  <c:v>1.10399498157E-11</c:v>
                </c:pt>
                <c:pt idx="257">
                  <c:v>1.58041173073E-11</c:v>
                </c:pt>
                <c:pt idx="258">
                  <c:v>2.2567718386E-11</c:v>
                </c:pt>
                <c:pt idx="259">
                  <c:v>3.21454364538E-11</c:v>
                </c:pt>
                <c:pt idx="260">
                  <c:v>4.56736020418E-11</c:v>
                </c:pt>
                <c:pt idx="261">
                  <c:v>6.47329596916E-11</c:v>
                </c:pt>
                <c:pt idx="262">
                  <c:v>9.15166108508E-11</c:v>
                </c:pt>
                <c:pt idx="263">
                  <c:v>1.2905910725E-10</c:v>
                </c:pt>
                <c:pt idx="264">
                  <c:v>1.8154807509E-10</c:v>
                </c:pt>
                <c:pt idx="265">
                  <c:v>2.54746897942E-10</c:v>
                </c:pt>
                <c:pt idx="266">
                  <c:v>3.565664062E-10</c:v>
                </c:pt>
                <c:pt idx="267">
                  <c:v>4.97835895275E-10</c:v>
                </c:pt>
                <c:pt idx="268">
                  <c:v>6.93339997083E-10</c:v>
                </c:pt>
                <c:pt idx="269">
                  <c:v>9.63209073968E-10</c:v>
                </c:pt>
                <c:pt idx="270">
                  <c:v>1.33477830738E-09</c:v>
                </c:pt>
                <c:pt idx="271">
                  <c:v>1.84506630806E-09</c:v>
                </c:pt>
                <c:pt idx="272">
                  <c:v>2.54407014082E-09</c:v>
                </c:pt>
                <c:pt idx="273">
                  <c:v>3.49913297429E-09</c:v>
                </c:pt>
                <c:pt idx="274">
                  <c:v>4.80071668516E-09</c:v>
                </c:pt>
                <c:pt idx="275">
                  <c:v>6.57000909078E-09</c:v>
                </c:pt>
                <c:pt idx="276">
                  <c:v>8.96891953982E-09</c:v>
                </c:pt>
                <c:pt idx="277">
                  <c:v>1.2213174134E-08</c:v>
                </c:pt>
                <c:pt idx="278">
                  <c:v>1.65894212177E-08</c:v>
                </c:pt>
                <c:pt idx="279">
                  <c:v>2.24775091551E-08</c:v>
                </c:pt>
                <c:pt idx="280">
                  <c:v>3.03794142491E-08</c:v>
                </c:pt>
                <c:pt idx="281">
                  <c:v>4.09566920174E-08</c:v>
                </c:pt>
                <c:pt idx="282">
                  <c:v>5.50788181234E-08</c:v>
                </c:pt>
                <c:pt idx="283">
                  <c:v>7.38853979324E-08</c:v>
                </c:pt>
                <c:pt idx="284">
                  <c:v>9.88659820312E-08</c:v>
                </c:pt>
                <c:pt idx="285">
                  <c:v>1.31962160179E-07</c:v>
                </c:pt>
                <c:pt idx="286">
                  <c:v>1.75697754741E-07</c:v>
                </c:pt>
                <c:pt idx="287">
                  <c:v>2.3334433988E-07</c:v>
                </c:pt>
                <c:pt idx="288">
                  <c:v>3.09131025008E-07</c:v>
                </c:pt>
                <c:pt idx="289">
                  <c:v>4.08509518927E-07</c:v>
                </c:pt>
                <c:pt idx="290">
                  <c:v>5.38488002127E-07</c:v>
                </c:pt>
                <c:pt idx="291">
                  <c:v>7.08050356508E-07</c:v>
                </c:pt>
                <c:pt idx="292">
                  <c:v>9.28680922278E-07</c:v>
                </c:pt>
                <c:pt idx="293">
                  <c:v>1.21501927054E-06</c:v>
                </c:pt>
                <c:pt idx="294">
                  <c:v>1.58567460836E-06</c:v>
                </c:pt>
                <c:pt idx="295">
                  <c:v>2.06423549431E-06</c:v>
                </c:pt>
                <c:pt idx="296">
                  <c:v>2.68051767235E-06</c:v>
                </c:pt>
                <c:pt idx="297">
                  <c:v>3.47210117693E-06</c:v>
                </c:pt>
                <c:pt idx="298">
                  <c:v>4.48621758119E-06</c:v>
                </c:pt>
                <c:pt idx="299">
                  <c:v>5.7820595179E-06</c:v>
                </c:pt>
                <c:pt idx="300">
                  <c:v>7.43359757367E-06</c:v>
                </c:pt>
                <c:pt idx="301">
                  <c:v>9.53300451561E-06</c:v>
                </c:pt>
                <c:pt idx="302">
                  <c:v>1.21948037295E-05</c:v>
                </c:pt>
                <c:pt idx="303">
                  <c:v>1.55608778957E-05</c:v>
                </c:pt>
                <c:pt idx="304">
                  <c:v>1.98064954552E-05</c:v>
                </c:pt>
                <c:pt idx="305">
                  <c:v>2.5147536443E-05</c:v>
                </c:pt>
                <c:pt idx="306">
                  <c:v>3.18491258943E-05</c:v>
                </c:pt>
                <c:pt idx="307">
                  <c:v>4.02359122825E-05</c:v>
                </c:pt>
                <c:pt idx="308">
                  <c:v>5.07042603274E-05</c:v>
                </c:pt>
                <c:pt idx="309">
                  <c:v>6.37366619092E-05</c:v>
                </c:pt>
                <c:pt idx="310">
                  <c:v>7.99187055345E-05</c:v>
                </c:pt>
                <c:pt idx="311">
                  <c:v>9.99589835346E-05</c:v>
                </c:pt>
                <c:pt idx="312">
                  <c:v>0.00012471235645</c:v>
                </c:pt>
                <c:pt idx="313">
                  <c:v>0.000155207035289</c:v>
                </c:pt>
                <c:pt idx="314">
                  <c:v>0.00019267598371</c:v>
                </c:pt>
                <c:pt idx="315">
                  <c:v>0.000238593182706</c:v>
                </c:pt>
                <c:pt idx="316">
                  <c:v>0.000294715338783</c:v>
                </c:pt>
                <c:pt idx="317">
                  <c:v>0.000363129651511</c:v>
                </c:pt>
                <c:pt idx="318">
                  <c:v>0.000446308285886</c:v>
                </c:pt>
                <c:pt idx="319">
                  <c:v>0.000547170217199</c:v>
                </c:pt>
                <c:pt idx="320">
                  <c:v>0.000669151128824</c:v>
                </c:pt>
                <c:pt idx="321">
                  <c:v>0.000816282043831</c:v>
                </c:pt>
                <c:pt idx="322">
                  <c:v>0.000993277356964</c:v>
                </c:pt>
                <c:pt idx="323">
                  <c:v>0.00120563290113</c:v>
                </c:pt>
                <c:pt idx="324">
                  <c:v>0.00145973462896</c:v>
                </c:pt>
                <c:pt idx="325">
                  <c:v>0.00176297841184</c:v>
                </c:pt>
                <c:pt idx="326">
                  <c:v>0.00212390135275</c:v>
                </c:pt>
                <c:pt idx="327">
                  <c:v>0.00255232487172</c:v>
                </c:pt>
                <c:pt idx="328">
                  <c:v>0.00305950965057</c:v>
                </c:pt>
                <c:pt idx="329">
                  <c:v>0.00365832231415</c:v>
                </c:pt>
                <c:pt idx="330">
                  <c:v>0.00436341347523</c:v>
                </c:pt>
                <c:pt idx="331">
                  <c:v>0.00519140647831</c:v>
                </c:pt>
                <c:pt idx="332">
                  <c:v>0.00616109584237</c:v>
                </c:pt>
                <c:pt idx="333">
                  <c:v>0.00729365402333</c:v>
                </c:pt>
                <c:pt idx="334">
                  <c:v>0.00861284469527</c:v>
                </c:pt>
                <c:pt idx="335">
                  <c:v>0.0101452402865</c:v>
                </c:pt>
                <c:pt idx="336">
                  <c:v>0.0119204410073</c:v>
                </c:pt>
                <c:pt idx="337">
                  <c:v>0.0139712920744</c:v>
                </c:pt>
                <c:pt idx="338">
                  <c:v>0.016334095281</c:v>
                </c:pt>
                <c:pt idx="339">
                  <c:v>0.0190488104911</c:v>
                </c:pt>
                <c:pt idx="340">
                  <c:v>0.0221592420597</c:v>
                </c:pt>
                <c:pt idx="341">
                  <c:v>0.0257132046153</c:v>
                </c:pt>
                <c:pt idx="342">
                  <c:v>0.0297626620989</c:v>
                </c:pt>
                <c:pt idx="343">
                  <c:v>0.0343638334531</c:v>
                </c:pt>
                <c:pt idx="344">
                  <c:v>0.0395772579149</c:v>
                </c:pt>
                <c:pt idx="345">
                  <c:v>0.045467812508</c:v>
                </c:pt>
                <c:pt idx="346">
                  <c:v>0.0521046740721</c:v>
                </c:pt>
                <c:pt idx="347">
                  <c:v>0.059561218038</c:v>
                </c:pt>
                <c:pt idx="348">
                  <c:v>0.0679148461684</c:v>
                </c:pt>
                <c:pt idx="349">
                  <c:v>0.077246735672</c:v>
                </c:pt>
                <c:pt idx="350">
                  <c:v>0.0876415024678</c:v>
                </c:pt>
                <c:pt idx="351">
                  <c:v>0.099186771959</c:v>
                </c:pt>
                <c:pt idx="352">
                  <c:v>0.111972651474</c:v>
                </c:pt>
                <c:pt idx="353">
                  <c:v>0.126091099576</c:v>
                </c:pt>
                <c:pt idx="354">
                  <c:v>0.141635188708</c:v>
                </c:pt>
                <c:pt idx="355">
                  <c:v>0.158698259178</c:v>
                </c:pt>
                <c:pt idx="356">
                  <c:v>0.177372964231</c:v>
                </c:pt>
                <c:pt idx="357">
                  <c:v>0.197750207947</c:v>
                </c:pt>
                <c:pt idx="358">
                  <c:v>0.219917979902</c:v>
                </c:pt>
                <c:pt idx="359">
                  <c:v>0.243960092896</c:v>
                </c:pt>
                <c:pt idx="360">
                  <c:v>0.269954832566</c:v>
                </c:pt>
                <c:pt idx="361">
                  <c:v>0.297973530344</c:v>
                </c:pt>
                <c:pt idx="362">
                  <c:v>0.328079073873</c:v>
                </c:pt>
                <c:pt idx="363">
                  <c:v>0.360324371681</c:v>
                </c:pt>
                <c:pt idx="364">
                  <c:v>0.394750791504</c:v>
                </c:pt>
                <c:pt idx="365">
                  <c:v>0.431386594133</c:v>
                </c:pt>
                <c:pt idx="366">
                  <c:v>0.470245386884</c:v>
                </c:pt>
                <c:pt idx="367">
                  <c:v>0.51132462282</c:v>
                </c:pt>
                <c:pt idx="368">
                  <c:v>0.554604173397</c:v>
                </c:pt>
                <c:pt idx="369">
                  <c:v>0.600045003485</c:v>
                </c:pt>
                <c:pt idx="370">
                  <c:v>0.647587978329</c:v>
                </c:pt>
                <c:pt idx="371">
                  <c:v>0.697152832227</c:v>
                </c:pt>
                <c:pt idx="372">
                  <c:v>0.748637328179</c:v>
                </c:pt>
                <c:pt idx="373">
                  <c:v>0.80191663671</c:v>
                </c:pt>
                <c:pt idx="374">
                  <c:v>0.856842960239</c:v>
                </c:pt>
                <c:pt idx="375">
                  <c:v>0.913245426945</c:v>
                </c:pt>
                <c:pt idx="376">
                  <c:v>0.970930274916</c:v>
                </c:pt>
                <c:pt idx="377">
                  <c:v>1.0296813436</c:v>
                </c:pt>
                <c:pt idx="378">
                  <c:v>1.08926088516</c:v>
                </c:pt>
                <c:pt idx="379">
                  <c:v>1.14941070342</c:v>
                </c:pt>
                <c:pt idx="380">
                  <c:v>1.2098536226</c:v>
                </c:pt>
                <c:pt idx="381">
                  <c:v>1.27029528235</c:v>
                </c:pt>
                <c:pt idx="382">
                  <c:v>1.33042624949</c:v>
                </c:pt>
                <c:pt idx="383">
                  <c:v>1.38992443065</c:v>
                </c:pt>
                <c:pt idx="384">
                  <c:v>1.44845776381</c:v>
                </c:pt>
                <c:pt idx="385">
                  <c:v>1.50568716077</c:v>
                </c:pt>
                <c:pt idx="386">
                  <c:v>1.56126966683</c:v>
                </c:pt>
                <c:pt idx="387">
                  <c:v>1.61486179834</c:v>
                </c:pt>
                <c:pt idx="388">
                  <c:v>1.66612301446</c:v>
                </c:pt>
                <c:pt idx="389">
                  <c:v>1.7147192751</c:v>
                </c:pt>
                <c:pt idx="390">
                  <c:v>1.76032663382</c:v>
                </c:pt>
                <c:pt idx="391">
                  <c:v>1.80263481231</c:v>
                </c:pt>
                <c:pt idx="392">
                  <c:v>1.84135070152</c:v>
                </c:pt>
                <c:pt idx="393">
                  <c:v>1.87620173458</c:v>
                </c:pt>
                <c:pt idx="394">
                  <c:v>1.9069390773</c:v>
                </c:pt>
                <c:pt idx="395">
                  <c:v>1.93334058401</c:v>
                </c:pt>
                <c:pt idx="396">
                  <c:v>1.95521346988</c:v>
                </c:pt>
                <c:pt idx="397">
                  <c:v>1.97239665454</c:v>
                </c:pt>
                <c:pt idx="398">
                  <c:v>1.98476273739</c:v>
                </c:pt>
                <c:pt idx="399">
                  <c:v>1.99221957047</c:v>
                </c:pt>
                <c:pt idx="400">
                  <c:v>1.99471140201</c:v>
                </c:pt>
                <c:pt idx="401">
                  <c:v>1.99221957047</c:v>
                </c:pt>
                <c:pt idx="402">
                  <c:v>1.98476273739</c:v>
                </c:pt>
                <c:pt idx="403">
                  <c:v>1.97239665454</c:v>
                </c:pt>
                <c:pt idx="404">
                  <c:v>1.95521346988</c:v>
                </c:pt>
                <c:pt idx="405">
                  <c:v>1.93334058401</c:v>
                </c:pt>
                <c:pt idx="406">
                  <c:v>1.9069390773</c:v>
                </c:pt>
                <c:pt idx="407">
                  <c:v>1.87620173458</c:v>
                </c:pt>
                <c:pt idx="408">
                  <c:v>1.84135070152</c:v>
                </c:pt>
                <c:pt idx="409">
                  <c:v>1.80263481231</c:v>
                </c:pt>
                <c:pt idx="410">
                  <c:v>1.76032663382</c:v>
                </c:pt>
                <c:pt idx="411">
                  <c:v>1.7147192751</c:v>
                </c:pt>
                <c:pt idx="412">
                  <c:v>1.66612301446</c:v>
                </c:pt>
                <c:pt idx="413">
                  <c:v>1.61486179834</c:v>
                </c:pt>
                <c:pt idx="414">
                  <c:v>1.56126966683</c:v>
                </c:pt>
                <c:pt idx="415">
                  <c:v>1.50568716077</c:v>
                </c:pt>
                <c:pt idx="416">
                  <c:v>1.44845776381</c:v>
                </c:pt>
                <c:pt idx="417">
                  <c:v>1.38992443065</c:v>
                </c:pt>
                <c:pt idx="418">
                  <c:v>1.33042624949</c:v>
                </c:pt>
                <c:pt idx="419">
                  <c:v>1.27029528235</c:v>
                </c:pt>
                <c:pt idx="420">
                  <c:v>1.2098536226</c:v>
                </c:pt>
                <c:pt idx="421">
                  <c:v>1.14941070342</c:v>
                </c:pt>
                <c:pt idx="422">
                  <c:v>1.08926088516</c:v>
                </c:pt>
                <c:pt idx="423">
                  <c:v>1.0296813436</c:v>
                </c:pt>
                <c:pt idx="424">
                  <c:v>0.970930274916</c:v>
                </c:pt>
                <c:pt idx="425">
                  <c:v>0.913245426945</c:v>
                </c:pt>
                <c:pt idx="426">
                  <c:v>0.856842960239</c:v>
                </c:pt>
                <c:pt idx="427">
                  <c:v>0.80191663671</c:v>
                </c:pt>
                <c:pt idx="428">
                  <c:v>0.748637328179</c:v>
                </c:pt>
                <c:pt idx="429">
                  <c:v>0.697152832227</c:v>
                </c:pt>
                <c:pt idx="430">
                  <c:v>0.647587978329</c:v>
                </c:pt>
                <c:pt idx="431">
                  <c:v>0.600045003485</c:v>
                </c:pt>
                <c:pt idx="432">
                  <c:v>0.554604173397</c:v>
                </c:pt>
                <c:pt idx="433">
                  <c:v>0.51132462282</c:v>
                </c:pt>
                <c:pt idx="434">
                  <c:v>0.470245386884</c:v>
                </c:pt>
                <c:pt idx="435">
                  <c:v>0.431386594133</c:v>
                </c:pt>
                <c:pt idx="436">
                  <c:v>0.394750791504</c:v>
                </c:pt>
                <c:pt idx="437">
                  <c:v>0.360324371681</c:v>
                </c:pt>
                <c:pt idx="438">
                  <c:v>0.328079073873</c:v>
                </c:pt>
                <c:pt idx="439">
                  <c:v>0.297973530344</c:v>
                </c:pt>
                <c:pt idx="440">
                  <c:v>0.269954832566</c:v>
                </c:pt>
                <c:pt idx="441">
                  <c:v>0.243960092896</c:v>
                </c:pt>
                <c:pt idx="442">
                  <c:v>0.219917979902</c:v>
                </c:pt>
                <c:pt idx="443">
                  <c:v>0.197750207947</c:v>
                </c:pt>
                <c:pt idx="444">
                  <c:v>0.177372964231</c:v>
                </c:pt>
                <c:pt idx="445">
                  <c:v>0.158698259178</c:v>
                </c:pt>
                <c:pt idx="446">
                  <c:v>0.141635188708</c:v>
                </c:pt>
                <c:pt idx="447">
                  <c:v>0.126091099576</c:v>
                </c:pt>
                <c:pt idx="448">
                  <c:v>0.111972651474</c:v>
                </c:pt>
                <c:pt idx="449">
                  <c:v>0.099186771959</c:v>
                </c:pt>
                <c:pt idx="450">
                  <c:v>0.0876415024678</c:v>
                </c:pt>
                <c:pt idx="451">
                  <c:v>0.077246735672</c:v>
                </c:pt>
                <c:pt idx="452">
                  <c:v>0.0679148461684</c:v>
                </c:pt>
                <c:pt idx="453">
                  <c:v>0.059561218038</c:v>
                </c:pt>
                <c:pt idx="454">
                  <c:v>0.0521046740721</c:v>
                </c:pt>
                <c:pt idx="455">
                  <c:v>0.045467812508</c:v>
                </c:pt>
                <c:pt idx="456">
                  <c:v>0.0395772579149</c:v>
                </c:pt>
                <c:pt idx="457">
                  <c:v>0.0343638334531</c:v>
                </c:pt>
                <c:pt idx="458">
                  <c:v>0.0297626620989</c:v>
                </c:pt>
                <c:pt idx="459">
                  <c:v>0.0257132046153</c:v>
                </c:pt>
                <c:pt idx="460">
                  <c:v>0.0221592420597</c:v>
                </c:pt>
                <c:pt idx="461">
                  <c:v>0.0190488104911</c:v>
                </c:pt>
                <c:pt idx="462">
                  <c:v>0.016334095281</c:v>
                </c:pt>
                <c:pt idx="463">
                  <c:v>0.0139712920744</c:v>
                </c:pt>
                <c:pt idx="464">
                  <c:v>0.0119204410073</c:v>
                </c:pt>
                <c:pt idx="465">
                  <c:v>0.0101452402865</c:v>
                </c:pt>
                <c:pt idx="466">
                  <c:v>0.00861284469527</c:v>
                </c:pt>
                <c:pt idx="467">
                  <c:v>0.00729365402333</c:v>
                </c:pt>
                <c:pt idx="468">
                  <c:v>0.00616109584237</c:v>
                </c:pt>
                <c:pt idx="469">
                  <c:v>0.00519140647831</c:v>
                </c:pt>
                <c:pt idx="470">
                  <c:v>0.00436341347523</c:v>
                </c:pt>
                <c:pt idx="471">
                  <c:v>0.00365832231415</c:v>
                </c:pt>
                <c:pt idx="472">
                  <c:v>0.00305950965057</c:v>
                </c:pt>
                <c:pt idx="473">
                  <c:v>0.00255232487172</c:v>
                </c:pt>
                <c:pt idx="474">
                  <c:v>0.00212390135275</c:v>
                </c:pt>
                <c:pt idx="475">
                  <c:v>0.00176297841184</c:v>
                </c:pt>
                <c:pt idx="476">
                  <c:v>0.00145973462896</c:v>
                </c:pt>
                <c:pt idx="477">
                  <c:v>0.00120563290113</c:v>
                </c:pt>
                <c:pt idx="478">
                  <c:v>0.000993277356964</c:v>
                </c:pt>
                <c:pt idx="479">
                  <c:v>0.000816282043831</c:v>
                </c:pt>
                <c:pt idx="480">
                  <c:v>0.000669151128824</c:v>
                </c:pt>
                <c:pt idx="481">
                  <c:v>0.000547170217199</c:v>
                </c:pt>
                <c:pt idx="482">
                  <c:v>0.000446308285886</c:v>
                </c:pt>
                <c:pt idx="483">
                  <c:v>0.000363129651511</c:v>
                </c:pt>
                <c:pt idx="484">
                  <c:v>0.000294715338783</c:v>
                </c:pt>
                <c:pt idx="485">
                  <c:v>0.000238593182706</c:v>
                </c:pt>
                <c:pt idx="486">
                  <c:v>0.00019267598371</c:v>
                </c:pt>
                <c:pt idx="487">
                  <c:v>0.000155207035289</c:v>
                </c:pt>
                <c:pt idx="488">
                  <c:v>0.00012471235645</c:v>
                </c:pt>
                <c:pt idx="489">
                  <c:v>9.99589835346E-05</c:v>
                </c:pt>
                <c:pt idx="490">
                  <c:v>7.99187055345E-05</c:v>
                </c:pt>
                <c:pt idx="491">
                  <c:v>6.37366619092E-05</c:v>
                </c:pt>
                <c:pt idx="492">
                  <c:v>5.07042603274E-05</c:v>
                </c:pt>
                <c:pt idx="493">
                  <c:v>4.02359122825E-05</c:v>
                </c:pt>
                <c:pt idx="494">
                  <c:v>3.18491258943E-05</c:v>
                </c:pt>
                <c:pt idx="495">
                  <c:v>2.5147536443E-05</c:v>
                </c:pt>
                <c:pt idx="496">
                  <c:v>1.98064954552E-05</c:v>
                </c:pt>
                <c:pt idx="497">
                  <c:v>1.55608778957E-05</c:v>
                </c:pt>
                <c:pt idx="498">
                  <c:v>1.21948037295E-05</c:v>
                </c:pt>
                <c:pt idx="499">
                  <c:v>9.53300451561E-06</c:v>
                </c:pt>
                <c:pt idx="500">
                  <c:v>7.43359757367E-06</c:v>
                </c:pt>
                <c:pt idx="501">
                  <c:v>5.7820595179E-06</c:v>
                </c:pt>
                <c:pt idx="502">
                  <c:v>4.48621758119E-06</c:v>
                </c:pt>
                <c:pt idx="503">
                  <c:v>3.47210117693E-06</c:v>
                </c:pt>
                <c:pt idx="504">
                  <c:v>2.68051767235E-06</c:v>
                </c:pt>
                <c:pt idx="505">
                  <c:v>2.06423549431E-06</c:v>
                </c:pt>
                <c:pt idx="506">
                  <c:v>1.58567460836E-06</c:v>
                </c:pt>
                <c:pt idx="507">
                  <c:v>1.21501927054E-06</c:v>
                </c:pt>
                <c:pt idx="508">
                  <c:v>9.28680922278E-07</c:v>
                </c:pt>
                <c:pt idx="509">
                  <c:v>7.08050356508E-07</c:v>
                </c:pt>
                <c:pt idx="510">
                  <c:v>5.38488002127E-07</c:v>
                </c:pt>
                <c:pt idx="511">
                  <c:v>4.08509518927E-07</c:v>
                </c:pt>
                <c:pt idx="512">
                  <c:v>3.09131025008E-07</c:v>
                </c:pt>
                <c:pt idx="513">
                  <c:v>2.3334433988E-07</c:v>
                </c:pt>
                <c:pt idx="514">
                  <c:v>1.75697754741E-07</c:v>
                </c:pt>
                <c:pt idx="515">
                  <c:v>1.31962160179E-07</c:v>
                </c:pt>
                <c:pt idx="516">
                  <c:v>9.88659820312E-08</c:v>
                </c:pt>
                <c:pt idx="517">
                  <c:v>7.38853979324E-08</c:v>
                </c:pt>
                <c:pt idx="518">
                  <c:v>5.50788181234E-08</c:v>
                </c:pt>
                <c:pt idx="519">
                  <c:v>4.09566920174E-08</c:v>
                </c:pt>
                <c:pt idx="520">
                  <c:v>3.03794142491E-08</c:v>
                </c:pt>
                <c:pt idx="521">
                  <c:v>2.24775091551E-08</c:v>
                </c:pt>
                <c:pt idx="522">
                  <c:v>1.65894212177E-08</c:v>
                </c:pt>
                <c:pt idx="523">
                  <c:v>1.2213174134E-08</c:v>
                </c:pt>
                <c:pt idx="524">
                  <c:v>8.96891953982E-09</c:v>
                </c:pt>
                <c:pt idx="525">
                  <c:v>6.57000909078E-09</c:v>
                </c:pt>
                <c:pt idx="526">
                  <c:v>4.80071668516E-09</c:v>
                </c:pt>
                <c:pt idx="527">
                  <c:v>3.49913297429E-09</c:v>
                </c:pt>
                <c:pt idx="528">
                  <c:v>2.54407014082E-09</c:v>
                </c:pt>
                <c:pt idx="529">
                  <c:v>1.84506630806E-09</c:v>
                </c:pt>
                <c:pt idx="530">
                  <c:v>1.33477830738E-09</c:v>
                </c:pt>
                <c:pt idx="531">
                  <c:v>9.63209073968E-10</c:v>
                </c:pt>
                <c:pt idx="532">
                  <c:v>6.93339997083E-10</c:v>
                </c:pt>
                <c:pt idx="533">
                  <c:v>4.97835895275E-10</c:v>
                </c:pt>
                <c:pt idx="534">
                  <c:v>3.565664062E-10</c:v>
                </c:pt>
                <c:pt idx="535">
                  <c:v>2.54746897942E-10</c:v>
                </c:pt>
                <c:pt idx="536">
                  <c:v>1.8154807509E-10</c:v>
                </c:pt>
                <c:pt idx="537">
                  <c:v>1.2905910725E-10</c:v>
                </c:pt>
                <c:pt idx="538">
                  <c:v>9.15166108508E-11</c:v>
                </c:pt>
                <c:pt idx="539">
                  <c:v>6.47329596916E-11</c:v>
                </c:pt>
                <c:pt idx="540">
                  <c:v>4.56736020418E-11</c:v>
                </c:pt>
                <c:pt idx="541">
                  <c:v>3.21454364538E-11</c:v>
                </c:pt>
                <c:pt idx="542">
                  <c:v>2.2567718386E-11</c:v>
                </c:pt>
                <c:pt idx="543">
                  <c:v>1.58041173073E-11</c:v>
                </c:pt>
                <c:pt idx="544">
                  <c:v>1.10399498157E-11</c:v>
                </c:pt>
                <c:pt idx="545">
                  <c:v>7.69268975281E-12</c:v>
                </c:pt>
                <c:pt idx="546">
                  <c:v>5.34691893577E-12</c:v>
                </c:pt>
                <c:pt idx="547">
                  <c:v>3.70717634985E-12</c:v>
                </c:pt>
                <c:pt idx="548">
                  <c:v>2.5638768184E-12</c:v>
                </c:pt>
                <c:pt idx="549">
                  <c:v>1.7687454238E-12</c:v>
                </c:pt>
                <c:pt idx="550">
                  <c:v>1.21716026651E-12</c:v>
                </c:pt>
                <c:pt idx="551">
                  <c:v>8.35496178519E-13</c:v>
                </c:pt>
                <c:pt idx="552">
                  <c:v>5.7207824509E-13</c:v>
                </c:pt>
                <c:pt idx="553">
                  <c:v>3.90733512589E-13</c:v>
                </c:pt>
                <c:pt idx="554">
                  <c:v>2.66207418613E-13</c:v>
                </c:pt>
                <c:pt idx="555">
                  <c:v>1.80914722556E-13</c:v>
                </c:pt>
                <c:pt idx="556">
                  <c:v>1.22642764285E-13</c:v>
                </c:pt>
                <c:pt idx="557">
                  <c:v>8.29323963531E-14</c:v>
                </c:pt>
                <c:pt idx="558">
                  <c:v>5.59397810718E-14</c:v>
                </c:pt>
                <c:pt idx="559">
                  <c:v>3.76384364452E-14</c:v>
                </c:pt>
                <c:pt idx="560">
                  <c:v>2.52613554177E-14</c:v>
                </c:pt>
                <c:pt idx="561">
                  <c:v>1.69120396589E-14</c:v>
                </c:pt>
                <c:pt idx="562">
                  <c:v>1.12940470158E-14</c:v>
                </c:pt>
                <c:pt idx="563">
                  <c:v>7.52345725854E-15</c:v>
                </c:pt>
                <c:pt idx="564">
                  <c:v>4.99918937425E-15</c:v>
                </c:pt>
                <c:pt idx="565">
                  <c:v>3.31356872798E-15</c:v>
                </c:pt>
                <c:pt idx="566">
                  <c:v>2.19081971775E-15</c:v>
                </c:pt>
                <c:pt idx="567">
                  <c:v>1.44487927901E-15</c:v>
                </c:pt>
                <c:pt idx="568">
                  <c:v>9.50540768954E-16</c:v>
                </c:pt>
                <c:pt idx="569">
                  <c:v>6.23769589835E-16</c:v>
                </c:pt>
                <c:pt idx="570">
                  <c:v>4.08311781583E-16</c:v>
                </c:pt>
                <c:pt idx="571">
                  <c:v>2.66608436791E-16</c:v>
                </c:pt>
                <c:pt idx="572">
                  <c:v>1.73648137428E-16</c:v>
                </c:pt>
                <c:pt idx="573">
                  <c:v>1.12818581276E-16</c:v>
                </c:pt>
                <c:pt idx="574">
                  <c:v>7.3114817875E-17</c:v>
                </c:pt>
                <c:pt idx="575">
                  <c:v>4.72655194095E-17</c:v>
                </c:pt>
                <c:pt idx="576">
                  <c:v>3.04787906478E-17</c:v>
                </c:pt>
                <c:pt idx="577">
                  <c:v>1.96049297628E-17</c:v>
                </c:pt>
                <c:pt idx="578">
                  <c:v>1.25790288848E-17</c:v>
                </c:pt>
                <c:pt idx="579">
                  <c:v>8.05087718941E-18</c:v>
                </c:pt>
                <c:pt idx="580">
                  <c:v>5.13988678583E-18</c:v>
                </c:pt>
                <c:pt idx="581">
                  <c:v>3.27324239951E-18</c:v>
                </c:pt>
                <c:pt idx="582">
                  <c:v>2.07929948956E-18</c:v>
                </c:pt>
                <c:pt idx="583">
                  <c:v>1.31755935694E-18</c:v>
                </c:pt>
                <c:pt idx="584">
                  <c:v>8.3279401619E-19</c:v>
                </c:pt>
                <c:pt idx="585">
                  <c:v>5.25072491499E-19</c:v>
                </c:pt>
                <c:pt idx="586">
                  <c:v>3.30228993037E-19</c:v>
                </c:pt>
                <c:pt idx="587">
                  <c:v>2.07169299735E-19</c:v>
                </c:pt>
                <c:pt idx="588">
                  <c:v>1.29643235055E-19</c:v>
                </c:pt>
                <c:pt idx="589">
                  <c:v>8.09260951081E-20</c:v>
                </c:pt>
                <c:pt idx="590">
                  <c:v>5.03896769715E-20</c:v>
                </c:pt>
                <c:pt idx="591">
                  <c:v>3.12974408463E-20</c:v>
                </c:pt>
                <c:pt idx="592">
                  <c:v>1.93905596587E-20</c:v>
                </c:pt>
                <c:pt idx="593">
                  <c:v>1.19835674493E-20</c:v>
                </c:pt>
                <c:pt idx="594">
                  <c:v>7.38747746352E-21</c:v>
                </c:pt>
                <c:pt idx="595">
                  <c:v>4.54276715599E-21</c:v>
                </c:pt>
                <c:pt idx="596">
                  <c:v>2.78650001136E-21</c:v>
                </c:pt>
                <c:pt idx="597">
                  <c:v>1.70495093314E-21</c:v>
                </c:pt>
                <c:pt idx="598">
                  <c:v>1.0405884101E-21</c:v>
                </c:pt>
                <c:pt idx="599">
                  <c:v>6.33520026091E-22</c:v>
                </c:pt>
                <c:pt idx="600">
                  <c:v>3.84729931335E-22</c:v>
                </c:pt>
                <c:pt idx="601">
                  <c:v>2.33058993169E-22</c:v>
                </c:pt>
                <c:pt idx="602">
                  <c:v>1.40828327214E-22</c:v>
                </c:pt>
                <c:pt idx="603">
                  <c:v>8.48845086721E-23</c:v>
                </c:pt>
                <c:pt idx="604">
                  <c:v>5.10365279715E-23</c:v>
                </c:pt>
                <c:pt idx="605">
                  <c:v>3.06089243262E-23</c:v>
                </c:pt>
                <c:pt idx="606">
                  <c:v>1.83117258428E-23</c:v>
                </c:pt>
                <c:pt idx="607">
                  <c:v>1.092759904E-23</c:v>
                </c:pt>
                <c:pt idx="608">
                  <c:v>6.50480809962E-24</c:v>
                </c:pt>
                <c:pt idx="609">
                  <c:v>3.86241104326E-24</c:v>
                </c:pt>
                <c:pt idx="610">
                  <c:v>2.28768779526E-24</c:v>
                </c:pt>
                <c:pt idx="611">
                  <c:v>1.35160342662E-24</c:v>
                </c:pt>
                <c:pt idx="612">
                  <c:v>7.9655556635E-25</c:v>
                </c:pt>
                <c:pt idx="613">
                  <c:v>4.68270860414E-25</c:v>
                </c:pt>
                <c:pt idx="614">
                  <c:v>2.74594891591E-25</c:v>
                </c:pt>
                <c:pt idx="615">
                  <c:v>1.60620893581E-25</c:v>
                </c:pt>
                <c:pt idx="616">
                  <c:v>9.37186201171E-26</c:v>
                </c:pt>
                <c:pt idx="617">
                  <c:v>5.45461367852E-26</c:v>
                </c:pt>
                <c:pt idx="618">
                  <c:v>3.16676891092E-26</c:v>
                </c:pt>
                <c:pt idx="619">
                  <c:v>1.83393108552E-26</c:v>
                </c:pt>
                <c:pt idx="620">
                  <c:v>1.05940962675E-26</c:v>
                </c:pt>
                <c:pt idx="621">
                  <c:v>6.10462627864E-27</c:v>
                </c:pt>
                <c:pt idx="622">
                  <c:v>3.50887997133E-27</c:v>
                </c:pt>
                <c:pt idx="623">
                  <c:v>2.01183429414E-27</c:v>
                </c:pt>
                <c:pt idx="624">
                  <c:v>1.15061535442E-27</c:v>
                </c:pt>
                <c:pt idx="625">
                  <c:v>6.56420880308E-28</c:v>
                </c:pt>
                <c:pt idx="626">
                  <c:v>3.73550113794E-28</c:v>
                </c:pt>
                <c:pt idx="627">
                  <c:v>2.12045774549E-28</c:v>
                </c:pt>
                <c:pt idx="628">
                  <c:v>1.2006727E-28</c:v>
                </c:pt>
                <c:pt idx="629">
                  <c:v>6.78162721967E-29</c:v>
                </c:pt>
                <c:pt idx="630">
                  <c:v>3.82082770579E-29</c:v>
                </c:pt>
                <c:pt idx="631">
                  <c:v>2.14731253397E-29</c:v>
                </c:pt>
                <c:pt idx="632">
                  <c:v>1.20378056592E-29</c:v>
                </c:pt>
                <c:pt idx="633">
                  <c:v>6.73152805435E-30</c:v>
                </c:pt>
                <c:pt idx="634">
                  <c:v>3.75486438625E-30</c:v>
                </c:pt>
                <c:pt idx="635">
                  <c:v>2.08924377227E-30</c:v>
                </c:pt>
                <c:pt idx="636">
                  <c:v>1.15957338863E-30</c:v>
                </c:pt>
                <c:pt idx="637">
                  <c:v>6.41980190974E-31</c:v>
                </c:pt>
                <c:pt idx="638">
                  <c:v>3.54535133421E-31</c:v>
                </c:pt>
                <c:pt idx="639">
                  <c:v>1.95304025204E-31</c:v>
                </c:pt>
                <c:pt idx="640">
                  <c:v>1.07319186783E-31</c:v>
                </c:pt>
                <c:pt idx="641">
                  <c:v>5.88244419545E-32</c:v>
                </c:pt>
                <c:pt idx="642">
                  <c:v>3.21627016732E-32</c:v>
                </c:pt>
                <c:pt idx="643">
                  <c:v>1.75412885548E-32</c:v>
                </c:pt>
                <c:pt idx="644">
                  <c:v>9.54299567318E-33</c:v>
                </c:pt>
                <c:pt idx="645">
                  <c:v>5.1787175481E-33</c:v>
                </c:pt>
                <c:pt idx="646">
                  <c:v>2.80332846315E-33</c:v>
                </c:pt>
                <c:pt idx="647">
                  <c:v>1.51370070122E-33</c:v>
                </c:pt>
                <c:pt idx="648">
                  <c:v>8.1530536742E-34</c:v>
                </c:pt>
                <c:pt idx="649">
                  <c:v>4.38041093615E-34</c:v>
                </c:pt>
                <c:pt idx="650">
                  <c:v>2.34759767899E-34</c:v>
                </c:pt>
                <c:pt idx="651">
                  <c:v>1.25500874543E-34</c:v>
                </c:pt>
                <c:pt idx="652">
                  <c:v>6.69243399627E-35</c:v>
                </c:pt>
                <c:pt idx="653">
                  <c:v>3.55988283933E-35</c:v>
                </c:pt>
                <c:pt idx="654">
                  <c:v>1.88886786057E-35</c:v>
                </c:pt>
                <c:pt idx="655">
                  <c:v>9.99727671109E-36</c:v>
                </c:pt>
                <c:pt idx="656">
                  <c:v>5.27808175123E-36</c:v>
                </c:pt>
                <c:pt idx="657">
                  <c:v>2.77961582864E-36</c:v>
                </c:pt>
                <c:pt idx="658">
                  <c:v>1.46018439693E-36</c:v>
                </c:pt>
                <c:pt idx="659">
                  <c:v>7.65147025837E-37</c:v>
                </c:pt>
                <c:pt idx="660">
                  <c:v>3.9994138785E-37</c:v>
                </c:pt>
                <c:pt idx="661">
                  <c:v>2.08526890886E-37</c:v>
                </c:pt>
                <c:pt idx="662">
                  <c:v>1.08453120013E-37</c:v>
                </c:pt>
                <c:pt idx="663">
                  <c:v>5.62647374566E-38</c:v>
                </c:pt>
                <c:pt idx="664">
                  <c:v>2.91168779987E-38</c:v>
                </c:pt>
                <c:pt idx="665">
                  <c:v>1.50302976305E-38</c:v>
                </c:pt>
                <c:pt idx="666">
                  <c:v>7.73935233148E-39</c:v>
                </c:pt>
                <c:pt idx="667">
                  <c:v>3.97517195384E-39</c:v>
                </c:pt>
                <c:pt idx="668">
                  <c:v>2.03667383876E-39</c:v>
                </c:pt>
                <c:pt idx="669">
                  <c:v>1.04088155797E-39</c:v>
                </c:pt>
                <c:pt idx="670">
                  <c:v>5.30634406958E-40</c:v>
                </c:pt>
                <c:pt idx="671">
                  <c:v>2.69838406391E-40</c:v>
                </c:pt>
                <c:pt idx="672">
                  <c:v>1.36875709618E-40</c:v>
                </c:pt>
                <c:pt idx="673">
                  <c:v>6.92569350361E-41</c:v>
                </c:pt>
                <c:pt idx="674">
                  <c:v>3.49554112485E-41</c:v>
                </c:pt>
                <c:pt idx="675">
                  <c:v>1.759866919E-41</c:v>
                </c:pt>
                <c:pt idx="676">
                  <c:v>8.83811205127E-42</c:v>
                </c:pt>
                <c:pt idx="677">
                  <c:v>4.42744773059E-42</c:v>
                </c:pt>
                <c:pt idx="678">
                  <c:v>2.21238979166E-42</c:v>
                </c:pt>
                <c:pt idx="679">
                  <c:v>1.10276789224E-42</c:v>
                </c:pt>
                <c:pt idx="680">
                  <c:v>5.48303279694E-43</c:v>
                </c:pt>
                <c:pt idx="681">
                  <c:v>2.71939214158E-43</c:v>
                </c:pt>
                <c:pt idx="682">
                  <c:v>1.34535561782E-43</c:v>
                </c:pt>
                <c:pt idx="683">
                  <c:v>6.63921325627E-44</c:v>
                </c:pt>
                <c:pt idx="684">
                  <c:v>3.26821338766E-44</c:v>
                </c:pt>
                <c:pt idx="685">
                  <c:v>1.60479090521E-44</c:v>
                </c:pt>
                <c:pt idx="686">
                  <c:v>7.86032979303E-45</c:v>
                </c:pt>
                <c:pt idx="687">
                  <c:v>3.84040781952E-45</c:v>
                </c:pt>
                <c:pt idx="688">
                  <c:v>1.87166528994E-45</c:v>
                </c:pt>
                <c:pt idx="689">
                  <c:v>9.09899217105E-46</c:v>
                </c:pt>
                <c:pt idx="690">
                  <c:v>4.4123774873E-46</c:v>
                </c:pt>
                <c:pt idx="691">
                  <c:v>2.13435321493E-46</c:v>
                </c:pt>
                <c:pt idx="692">
                  <c:v>1.0298505112E-46</c:v>
                </c:pt>
                <c:pt idx="693">
                  <c:v>4.95674239592E-47</c:v>
                </c:pt>
                <c:pt idx="694">
                  <c:v>2.37975787651E-47</c:v>
                </c:pt>
                <c:pt idx="695">
                  <c:v>1.13968140033E-47</c:v>
                </c:pt>
                <c:pt idx="696">
                  <c:v>5.44437977664E-48</c:v>
                </c:pt>
                <c:pt idx="697">
                  <c:v>2.59434439465E-48</c:v>
                </c:pt>
                <c:pt idx="698">
                  <c:v>1.23316476294E-48</c:v>
                </c:pt>
                <c:pt idx="699">
                  <c:v>5.84694285605E-49</c:v>
                </c:pt>
                <c:pt idx="700">
                  <c:v>2.76535477492E-49</c:v>
                </c:pt>
                <c:pt idx="701">
                  <c:v>1.30462929585E-49</c:v>
                </c:pt>
                <c:pt idx="702">
                  <c:v>6.13956583613E-50</c:v>
                </c:pt>
                <c:pt idx="703">
                  <c:v>2.88205628991E-50</c:v>
                </c:pt>
                <c:pt idx="704">
                  <c:v>1.34952682219E-50</c:v>
                </c:pt>
                <c:pt idx="705">
                  <c:v>6.30339969469E-51</c:v>
                </c:pt>
                <c:pt idx="706">
                  <c:v>2.93685453314E-51</c:v>
                </c:pt>
                <c:pt idx="707">
                  <c:v>1.36491085925E-51</c:v>
                </c:pt>
                <c:pt idx="708">
                  <c:v>6.32762023302E-52</c:v>
                </c:pt>
                <c:pt idx="709">
                  <c:v>2.92611093356E-52</c:v>
                </c:pt>
                <c:pt idx="710">
                  <c:v>1.34975651229E-52</c:v>
                </c:pt>
                <c:pt idx="711">
                  <c:v>6.2106111684E-53</c:v>
                </c:pt>
                <c:pt idx="712">
                  <c:v>2.85054244547E-53</c:v>
                </c:pt>
                <c:pt idx="713">
                  <c:v>1.30507343068E-53</c:v>
                </c:pt>
                <c:pt idx="714">
                  <c:v>5.9601425639E-54</c:v>
                </c:pt>
                <c:pt idx="715">
                  <c:v>2.71514239876E-54</c:v>
                </c:pt>
                <c:pt idx="716">
                  <c:v>1.23379452578E-54</c:v>
                </c:pt>
                <c:pt idx="717">
                  <c:v>5.59251722224E-55</c:v>
                </c:pt>
                <c:pt idx="718">
                  <c:v>2.52863465219E-55</c:v>
                </c:pt>
                <c:pt idx="719">
                  <c:v>1.14045749568E-55</c:v>
                </c:pt>
                <c:pt idx="720">
                  <c:v>5.13081536396E-56</c:v>
                </c:pt>
                <c:pt idx="721">
                  <c:v>2.30254397299E-56</c:v>
                </c:pt>
                <c:pt idx="722">
                  <c:v>1.03072721479E-56</c:v>
                </c:pt>
                <c:pt idx="723">
                  <c:v>4.60250021063E-57</c:v>
                </c:pt>
                <c:pt idx="724">
                  <c:v>2.05002026792E-57</c:v>
                </c:pt>
                <c:pt idx="725">
                  <c:v>9.10828804216E-58</c:v>
                </c:pt>
                <c:pt idx="726">
                  <c:v>4.03672925158E-58</c:v>
                </c:pt>
                <c:pt idx="727">
                  <c:v>1.78458299713E-58</c:v>
                </c:pt>
                <c:pt idx="728">
                  <c:v>7.86969939888E-59</c:v>
                </c:pt>
                <c:pt idx="729">
                  <c:v>3.46173485254E-59</c:v>
                </c:pt>
                <c:pt idx="730">
                  <c:v>1.5189508494E-59</c:v>
                </c:pt>
                <c:pt idx="731">
                  <c:v>6.648258621E-60</c:v>
                </c:pt>
                <c:pt idx="732">
                  <c:v>2.90259440326E-60</c:v>
                </c:pt>
                <c:pt idx="733">
                  <c:v>1.26409311365E-60</c:v>
                </c:pt>
                <c:pt idx="734">
                  <c:v>5.49143745008E-61</c:v>
                </c:pt>
                <c:pt idx="735">
                  <c:v>2.37961819338E-61</c:v>
                </c:pt>
                <c:pt idx="736">
                  <c:v>1.02859115151E-61</c:v>
                </c:pt>
                <c:pt idx="737">
                  <c:v>4.43498904157E-62</c:v>
                </c:pt>
                <c:pt idx="738">
                  <c:v>1.90746501808E-62</c:v>
                </c:pt>
                <c:pt idx="739">
                  <c:v>8.18342066864E-63</c:v>
                </c:pt>
                <c:pt idx="740">
                  <c:v>3.50209106716E-63</c:v>
                </c:pt>
                <c:pt idx="741">
                  <c:v>1.49497612655E-63</c:v>
                </c:pt>
                <c:pt idx="742">
                  <c:v>6.36583449881E-64</c:v>
                </c:pt>
                <c:pt idx="743">
                  <c:v>2.70390042073E-64</c:v>
                </c:pt>
                <c:pt idx="744">
                  <c:v>1.14561926185E-64</c:v>
                </c:pt>
                <c:pt idx="745">
                  <c:v>4.84177032676E-65</c:v>
                </c:pt>
                <c:pt idx="746">
                  <c:v>2.04118480054E-65</c:v>
                </c:pt>
                <c:pt idx="747">
                  <c:v>8.58370395589E-66</c:v>
                </c:pt>
                <c:pt idx="748">
                  <c:v>3.60065407636E-66</c:v>
                </c:pt>
                <c:pt idx="749">
                  <c:v>1.50661515712E-66</c:v>
                </c:pt>
                <c:pt idx="750">
                  <c:v>6.28836191439E-67</c:v>
                </c:pt>
                <c:pt idx="751">
                  <c:v>2.61810457114E-67</c:v>
                </c:pt>
                <c:pt idx="752">
                  <c:v>1.08730331715E-67</c:v>
                </c:pt>
                <c:pt idx="753">
                  <c:v>4.50431444417E-68</c:v>
                </c:pt>
                <c:pt idx="754">
                  <c:v>1.86131960797E-68</c:v>
                </c:pt>
                <c:pt idx="755">
                  <c:v>7.67233341884E-69</c:v>
                </c:pt>
                <c:pt idx="756">
                  <c:v>3.1546286778E-69</c:v>
                </c:pt>
                <c:pt idx="757">
                  <c:v>1.29384809298E-69</c:v>
                </c:pt>
                <c:pt idx="758">
                  <c:v>5.29337420682E-70</c:v>
                </c:pt>
                <c:pt idx="759">
                  <c:v>2.16021097127E-70</c:v>
                </c:pt>
                <c:pt idx="760">
                  <c:v>8.79374771298E-71</c:v>
                </c:pt>
                <c:pt idx="761">
                  <c:v>3.57080471876E-71</c:v>
                </c:pt>
                <c:pt idx="762">
                  <c:v>1.44634687637E-71</c:v>
                </c:pt>
                <c:pt idx="763">
                  <c:v>5.84376963939E-72</c:v>
                </c:pt>
                <c:pt idx="764">
                  <c:v>2.35520100154E-72</c:v>
                </c:pt>
                <c:pt idx="765">
                  <c:v>9.46841164107E-73</c:v>
                </c:pt>
                <c:pt idx="766">
                  <c:v>3.79699956921E-73</c:v>
                </c:pt>
                <c:pt idx="767">
                  <c:v>1.51886169251E-73</c:v>
                </c:pt>
                <c:pt idx="768">
                  <c:v>6.06052397454E-74</c:v>
                </c:pt>
                <c:pt idx="769">
                  <c:v>2.41221704617E-74</c:v>
                </c:pt>
                <c:pt idx="770">
                  <c:v>9.57716245836E-75</c:v>
                </c:pt>
                <c:pt idx="771">
                  <c:v>3.79290172872E-75</c:v>
                </c:pt>
                <c:pt idx="772">
                  <c:v>1.49837524909E-75</c:v>
                </c:pt>
                <c:pt idx="773">
                  <c:v>5.90450988838E-76</c:v>
                </c:pt>
                <c:pt idx="774">
                  <c:v>2.32092647069E-76</c:v>
                </c:pt>
                <c:pt idx="775">
                  <c:v>9.10024685221E-77</c:v>
                </c:pt>
                <c:pt idx="776">
                  <c:v>3.55925601962E-77</c:v>
                </c:pt>
                <c:pt idx="777">
                  <c:v>1.38860762959E-77</c:v>
                </c:pt>
                <c:pt idx="778">
                  <c:v>5.40398493727E-78</c:v>
                </c:pt>
                <c:pt idx="779">
                  <c:v>2.09779466366E-78</c:v>
                </c:pt>
                <c:pt idx="780">
                  <c:v>8.12318018387E-79</c:v>
                </c:pt>
                <c:pt idx="781">
                  <c:v>3.13764251257E-79</c:v>
                </c:pt>
                <c:pt idx="782">
                  <c:v>1.20891314146E-79</c:v>
                </c:pt>
                <c:pt idx="783">
                  <c:v>4.6462331626E-80</c:v>
                </c:pt>
                <c:pt idx="784">
                  <c:v>1.781234777E-80</c:v>
                </c:pt>
                <c:pt idx="785">
                  <c:v>6.81170129317E-81</c:v>
                </c:pt>
                <c:pt idx="786">
                  <c:v>2.59838971234E-81</c:v>
                </c:pt>
                <c:pt idx="787">
                  <c:v>9.88706171313E-82</c:v>
                </c:pt>
                <c:pt idx="788">
                  <c:v>3.75270534323E-82</c:v>
                </c:pt>
                <c:pt idx="789">
                  <c:v>1.42080981987E-82</c:v>
                </c:pt>
                <c:pt idx="790">
                  <c:v>5.36588917034E-83</c:v>
                </c:pt>
                <c:pt idx="791">
                  <c:v>2.02144398023E-83</c:v>
                </c:pt>
                <c:pt idx="792">
                  <c:v>7.59619292398E-84</c:v>
                </c:pt>
                <c:pt idx="793">
                  <c:v>2.84737407036E-84</c:v>
                </c:pt>
                <c:pt idx="794">
                  <c:v>1.06465115417E-84</c:v>
                </c:pt>
                <c:pt idx="795">
                  <c:v>3.97085836321E-85</c:v>
                </c:pt>
                <c:pt idx="796">
                  <c:v>1.47732391233E-85</c:v>
                </c:pt>
                <c:pt idx="797">
                  <c:v>5.48253385678E-86</c:v>
                </c:pt>
                <c:pt idx="798">
                  <c:v>2.02955666325E-86</c:v>
                </c:pt>
                <c:pt idx="799">
                  <c:v>7.49437298071E-87</c:v>
                </c:pt>
                <c:pt idx="800">
                  <c:v>2.76047418108E-87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5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Sample average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Standard Cauchy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Every n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Data'!$A$2:$A$802</c:f>
              <c:numCache>
                <c:formatCode>General</c:formatCode>
                <c:ptCount val="801"/>
                <c:pt idx="0">
                  <c:v>-4</c:v>
                </c:pt>
                <c:pt idx="1">
                  <c:v>-3.99</c:v>
                </c:pt>
                <c:pt idx="2">
                  <c:v>-3.98</c:v>
                </c:pt>
                <c:pt idx="3">
                  <c:v>-3.97</c:v>
                </c:pt>
                <c:pt idx="4">
                  <c:v>-3.96</c:v>
                </c:pt>
                <c:pt idx="5">
                  <c:v>-3.95</c:v>
                </c:pt>
                <c:pt idx="6">
                  <c:v>-3.94</c:v>
                </c:pt>
                <c:pt idx="7">
                  <c:v>-3.93</c:v>
                </c:pt>
                <c:pt idx="8">
                  <c:v>-3.92</c:v>
                </c:pt>
                <c:pt idx="9">
                  <c:v>-3.91</c:v>
                </c:pt>
                <c:pt idx="10">
                  <c:v>-3.9</c:v>
                </c:pt>
                <c:pt idx="11">
                  <c:v>-3.89</c:v>
                </c:pt>
                <c:pt idx="12">
                  <c:v>-3.88</c:v>
                </c:pt>
                <c:pt idx="13">
                  <c:v>-3.87</c:v>
                </c:pt>
                <c:pt idx="14">
                  <c:v>-3.86</c:v>
                </c:pt>
                <c:pt idx="15">
                  <c:v>-3.85</c:v>
                </c:pt>
                <c:pt idx="16">
                  <c:v>-3.84</c:v>
                </c:pt>
                <c:pt idx="17">
                  <c:v>-3.83</c:v>
                </c:pt>
                <c:pt idx="18">
                  <c:v>-3.82</c:v>
                </c:pt>
                <c:pt idx="19">
                  <c:v>-3.81</c:v>
                </c:pt>
                <c:pt idx="20">
                  <c:v>-3.8</c:v>
                </c:pt>
                <c:pt idx="21">
                  <c:v>-3.79</c:v>
                </c:pt>
                <c:pt idx="22">
                  <c:v>-3.78</c:v>
                </c:pt>
                <c:pt idx="23">
                  <c:v>-3.77</c:v>
                </c:pt>
                <c:pt idx="24">
                  <c:v>-3.76</c:v>
                </c:pt>
                <c:pt idx="25">
                  <c:v>-3.75</c:v>
                </c:pt>
                <c:pt idx="26">
                  <c:v>-3.74</c:v>
                </c:pt>
                <c:pt idx="27">
                  <c:v>-3.73</c:v>
                </c:pt>
                <c:pt idx="28">
                  <c:v>-3.72</c:v>
                </c:pt>
                <c:pt idx="29">
                  <c:v>-3.71</c:v>
                </c:pt>
                <c:pt idx="30">
                  <c:v>-3.7</c:v>
                </c:pt>
                <c:pt idx="31">
                  <c:v>-3.69</c:v>
                </c:pt>
                <c:pt idx="32">
                  <c:v>-3.68</c:v>
                </c:pt>
                <c:pt idx="33">
                  <c:v>-3.67</c:v>
                </c:pt>
                <c:pt idx="34">
                  <c:v>-3.66</c:v>
                </c:pt>
                <c:pt idx="35">
                  <c:v>-3.65</c:v>
                </c:pt>
                <c:pt idx="36">
                  <c:v>-3.64</c:v>
                </c:pt>
                <c:pt idx="37">
                  <c:v>-3.63</c:v>
                </c:pt>
                <c:pt idx="38">
                  <c:v>-3.62</c:v>
                </c:pt>
                <c:pt idx="39">
                  <c:v>-3.61</c:v>
                </c:pt>
                <c:pt idx="40">
                  <c:v>-3.6</c:v>
                </c:pt>
                <c:pt idx="41">
                  <c:v>-3.59</c:v>
                </c:pt>
                <c:pt idx="42">
                  <c:v>-3.58</c:v>
                </c:pt>
                <c:pt idx="43">
                  <c:v>-3.57</c:v>
                </c:pt>
                <c:pt idx="44">
                  <c:v>-3.56</c:v>
                </c:pt>
                <c:pt idx="45">
                  <c:v>-3.55</c:v>
                </c:pt>
                <c:pt idx="46">
                  <c:v>-3.54</c:v>
                </c:pt>
                <c:pt idx="47">
                  <c:v>-3.53</c:v>
                </c:pt>
                <c:pt idx="48">
                  <c:v>-3.52</c:v>
                </c:pt>
                <c:pt idx="49">
                  <c:v>-3.51</c:v>
                </c:pt>
                <c:pt idx="50">
                  <c:v>-3.5</c:v>
                </c:pt>
                <c:pt idx="51">
                  <c:v>-3.49</c:v>
                </c:pt>
                <c:pt idx="52">
                  <c:v>-3.48</c:v>
                </c:pt>
                <c:pt idx="53">
                  <c:v>-3.47</c:v>
                </c:pt>
                <c:pt idx="54">
                  <c:v>-3.46</c:v>
                </c:pt>
                <c:pt idx="55">
                  <c:v>-3.45</c:v>
                </c:pt>
                <c:pt idx="56">
                  <c:v>-3.44</c:v>
                </c:pt>
                <c:pt idx="57">
                  <c:v>-3.43</c:v>
                </c:pt>
                <c:pt idx="58">
                  <c:v>-3.42</c:v>
                </c:pt>
                <c:pt idx="59">
                  <c:v>-3.41</c:v>
                </c:pt>
                <c:pt idx="60">
                  <c:v>-3.4</c:v>
                </c:pt>
                <c:pt idx="61">
                  <c:v>-3.39</c:v>
                </c:pt>
                <c:pt idx="62">
                  <c:v>-3.38</c:v>
                </c:pt>
                <c:pt idx="63">
                  <c:v>-3.37</c:v>
                </c:pt>
                <c:pt idx="64">
                  <c:v>-3.36</c:v>
                </c:pt>
                <c:pt idx="65">
                  <c:v>-3.35</c:v>
                </c:pt>
                <c:pt idx="66">
                  <c:v>-3.34</c:v>
                </c:pt>
                <c:pt idx="67">
                  <c:v>-3.33</c:v>
                </c:pt>
                <c:pt idx="68">
                  <c:v>-3.32</c:v>
                </c:pt>
                <c:pt idx="69">
                  <c:v>-3.31</c:v>
                </c:pt>
                <c:pt idx="70">
                  <c:v>-3.3</c:v>
                </c:pt>
                <c:pt idx="71">
                  <c:v>-3.29</c:v>
                </c:pt>
                <c:pt idx="72">
                  <c:v>-3.28</c:v>
                </c:pt>
                <c:pt idx="73">
                  <c:v>-3.27</c:v>
                </c:pt>
                <c:pt idx="74">
                  <c:v>-3.26</c:v>
                </c:pt>
                <c:pt idx="75">
                  <c:v>-3.25</c:v>
                </c:pt>
                <c:pt idx="76">
                  <c:v>-3.24</c:v>
                </c:pt>
                <c:pt idx="77">
                  <c:v>-3.23</c:v>
                </c:pt>
                <c:pt idx="78">
                  <c:v>-3.22</c:v>
                </c:pt>
                <c:pt idx="79">
                  <c:v>-3.21</c:v>
                </c:pt>
                <c:pt idx="80">
                  <c:v>-3.2</c:v>
                </c:pt>
                <c:pt idx="81">
                  <c:v>-3.19</c:v>
                </c:pt>
                <c:pt idx="82">
                  <c:v>-3.18</c:v>
                </c:pt>
                <c:pt idx="83">
                  <c:v>-3.17</c:v>
                </c:pt>
                <c:pt idx="84">
                  <c:v>-3.16</c:v>
                </c:pt>
                <c:pt idx="85">
                  <c:v>-3.15</c:v>
                </c:pt>
                <c:pt idx="86">
                  <c:v>-3.14</c:v>
                </c:pt>
                <c:pt idx="87">
                  <c:v>-3.13</c:v>
                </c:pt>
                <c:pt idx="88">
                  <c:v>-3.12</c:v>
                </c:pt>
                <c:pt idx="89">
                  <c:v>-3.11</c:v>
                </c:pt>
                <c:pt idx="90">
                  <c:v>-3.1</c:v>
                </c:pt>
                <c:pt idx="91">
                  <c:v>-3.09</c:v>
                </c:pt>
                <c:pt idx="92">
                  <c:v>-3.08</c:v>
                </c:pt>
                <c:pt idx="93">
                  <c:v>-3.07</c:v>
                </c:pt>
                <c:pt idx="94">
                  <c:v>-3.06</c:v>
                </c:pt>
                <c:pt idx="95">
                  <c:v>-3.05</c:v>
                </c:pt>
                <c:pt idx="96">
                  <c:v>-3.04</c:v>
                </c:pt>
                <c:pt idx="97">
                  <c:v>-3.03</c:v>
                </c:pt>
                <c:pt idx="98">
                  <c:v>-3.02</c:v>
                </c:pt>
                <c:pt idx="99">
                  <c:v>-3.01</c:v>
                </c:pt>
                <c:pt idx="100">
                  <c:v>-3</c:v>
                </c:pt>
                <c:pt idx="101">
                  <c:v>-2.99</c:v>
                </c:pt>
                <c:pt idx="102">
                  <c:v>-2.98</c:v>
                </c:pt>
                <c:pt idx="103">
                  <c:v>-2.97</c:v>
                </c:pt>
                <c:pt idx="104">
                  <c:v>-2.96</c:v>
                </c:pt>
                <c:pt idx="105">
                  <c:v>-2.95</c:v>
                </c:pt>
                <c:pt idx="106">
                  <c:v>-2.94</c:v>
                </c:pt>
                <c:pt idx="107">
                  <c:v>-2.93</c:v>
                </c:pt>
                <c:pt idx="108">
                  <c:v>-2.92</c:v>
                </c:pt>
                <c:pt idx="109">
                  <c:v>-2.91</c:v>
                </c:pt>
                <c:pt idx="110">
                  <c:v>-2.9</c:v>
                </c:pt>
                <c:pt idx="111">
                  <c:v>-2.89</c:v>
                </c:pt>
                <c:pt idx="112">
                  <c:v>-2.88</c:v>
                </c:pt>
                <c:pt idx="113">
                  <c:v>-2.87</c:v>
                </c:pt>
                <c:pt idx="114">
                  <c:v>-2.86</c:v>
                </c:pt>
                <c:pt idx="115">
                  <c:v>-2.85</c:v>
                </c:pt>
                <c:pt idx="116">
                  <c:v>-2.84</c:v>
                </c:pt>
                <c:pt idx="117">
                  <c:v>-2.83</c:v>
                </c:pt>
                <c:pt idx="118">
                  <c:v>-2.82</c:v>
                </c:pt>
                <c:pt idx="119">
                  <c:v>-2.81</c:v>
                </c:pt>
                <c:pt idx="120">
                  <c:v>-2.8</c:v>
                </c:pt>
                <c:pt idx="121">
                  <c:v>-2.79</c:v>
                </c:pt>
                <c:pt idx="122">
                  <c:v>-2.78</c:v>
                </c:pt>
                <c:pt idx="123">
                  <c:v>-2.77</c:v>
                </c:pt>
                <c:pt idx="124">
                  <c:v>-2.76</c:v>
                </c:pt>
                <c:pt idx="125">
                  <c:v>-2.75</c:v>
                </c:pt>
                <c:pt idx="126">
                  <c:v>-2.74</c:v>
                </c:pt>
                <c:pt idx="127">
                  <c:v>-2.73</c:v>
                </c:pt>
                <c:pt idx="128">
                  <c:v>-2.72</c:v>
                </c:pt>
                <c:pt idx="129">
                  <c:v>-2.71</c:v>
                </c:pt>
                <c:pt idx="130">
                  <c:v>-2.7</c:v>
                </c:pt>
                <c:pt idx="131">
                  <c:v>-2.69</c:v>
                </c:pt>
                <c:pt idx="132">
                  <c:v>-2.68</c:v>
                </c:pt>
                <c:pt idx="133">
                  <c:v>-2.67</c:v>
                </c:pt>
                <c:pt idx="134">
                  <c:v>-2.66</c:v>
                </c:pt>
                <c:pt idx="135">
                  <c:v>-2.65</c:v>
                </c:pt>
                <c:pt idx="136">
                  <c:v>-2.64</c:v>
                </c:pt>
                <c:pt idx="137">
                  <c:v>-2.63</c:v>
                </c:pt>
                <c:pt idx="138">
                  <c:v>-2.62</c:v>
                </c:pt>
                <c:pt idx="139">
                  <c:v>-2.61</c:v>
                </c:pt>
                <c:pt idx="140">
                  <c:v>-2.6</c:v>
                </c:pt>
                <c:pt idx="141">
                  <c:v>-2.59</c:v>
                </c:pt>
                <c:pt idx="142">
                  <c:v>-2.58</c:v>
                </c:pt>
                <c:pt idx="143">
                  <c:v>-2.57</c:v>
                </c:pt>
                <c:pt idx="144">
                  <c:v>-2.56</c:v>
                </c:pt>
                <c:pt idx="145">
                  <c:v>-2.55</c:v>
                </c:pt>
                <c:pt idx="146">
                  <c:v>-2.54</c:v>
                </c:pt>
                <c:pt idx="147">
                  <c:v>-2.53</c:v>
                </c:pt>
                <c:pt idx="148">
                  <c:v>-2.52</c:v>
                </c:pt>
                <c:pt idx="149">
                  <c:v>-2.51</c:v>
                </c:pt>
                <c:pt idx="150">
                  <c:v>-2.5</c:v>
                </c:pt>
                <c:pt idx="151">
                  <c:v>-2.49</c:v>
                </c:pt>
                <c:pt idx="152">
                  <c:v>-2.48</c:v>
                </c:pt>
                <c:pt idx="153">
                  <c:v>-2.47</c:v>
                </c:pt>
                <c:pt idx="154">
                  <c:v>-2.46</c:v>
                </c:pt>
                <c:pt idx="155">
                  <c:v>-2.45</c:v>
                </c:pt>
                <c:pt idx="156">
                  <c:v>-2.44</c:v>
                </c:pt>
                <c:pt idx="157">
                  <c:v>-2.43</c:v>
                </c:pt>
                <c:pt idx="158">
                  <c:v>-2.42</c:v>
                </c:pt>
                <c:pt idx="159">
                  <c:v>-2.41</c:v>
                </c:pt>
                <c:pt idx="160">
                  <c:v>-2.4</c:v>
                </c:pt>
                <c:pt idx="161">
                  <c:v>-2.39</c:v>
                </c:pt>
                <c:pt idx="162">
                  <c:v>-2.38</c:v>
                </c:pt>
                <c:pt idx="163">
                  <c:v>-2.37</c:v>
                </c:pt>
                <c:pt idx="164">
                  <c:v>-2.36</c:v>
                </c:pt>
                <c:pt idx="165">
                  <c:v>-2.35</c:v>
                </c:pt>
                <c:pt idx="166">
                  <c:v>-2.34</c:v>
                </c:pt>
                <c:pt idx="167">
                  <c:v>-2.33</c:v>
                </c:pt>
                <c:pt idx="168">
                  <c:v>-2.32</c:v>
                </c:pt>
                <c:pt idx="169">
                  <c:v>-2.31</c:v>
                </c:pt>
                <c:pt idx="170">
                  <c:v>-2.3</c:v>
                </c:pt>
                <c:pt idx="171">
                  <c:v>-2.29</c:v>
                </c:pt>
                <c:pt idx="172">
                  <c:v>-2.28</c:v>
                </c:pt>
                <c:pt idx="173">
                  <c:v>-2.27</c:v>
                </c:pt>
                <c:pt idx="174">
                  <c:v>-2.26</c:v>
                </c:pt>
                <c:pt idx="175">
                  <c:v>-2.25</c:v>
                </c:pt>
                <c:pt idx="176">
                  <c:v>-2.24</c:v>
                </c:pt>
                <c:pt idx="177">
                  <c:v>-2.23</c:v>
                </c:pt>
                <c:pt idx="178">
                  <c:v>-2.22</c:v>
                </c:pt>
                <c:pt idx="179">
                  <c:v>-2.21</c:v>
                </c:pt>
                <c:pt idx="180">
                  <c:v>-2.2</c:v>
                </c:pt>
                <c:pt idx="181">
                  <c:v>-2.19</c:v>
                </c:pt>
                <c:pt idx="182">
                  <c:v>-2.18</c:v>
                </c:pt>
                <c:pt idx="183">
                  <c:v>-2.17</c:v>
                </c:pt>
                <c:pt idx="184">
                  <c:v>-2.16</c:v>
                </c:pt>
                <c:pt idx="185">
                  <c:v>-2.15</c:v>
                </c:pt>
                <c:pt idx="186">
                  <c:v>-2.14</c:v>
                </c:pt>
                <c:pt idx="187">
                  <c:v>-2.13</c:v>
                </c:pt>
                <c:pt idx="188">
                  <c:v>-2.12</c:v>
                </c:pt>
                <c:pt idx="189">
                  <c:v>-2.11</c:v>
                </c:pt>
                <c:pt idx="190">
                  <c:v>-2.1</c:v>
                </c:pt>
                <c:pt idx="191">
                  <c:v>-2.09</c:v>
                </c:pt>
                <c:pt idx="192">
                  <c:v>-2.08</c:v>
                </c:pt>
                <c:pt idx="193">
                  <c:v>-2.07</c:v>
                </c:pt>
                <c:pt idx="194">
                  <c:v>-2.06</c:v>
                </c:pt>
                <c:pt idx="195">
                  <c:v>-2.05</c:v>
                </c:pt>
                <c:pt idx="196">
                  <c:v>-2.04</c:v>
                </c:pt>
                <c:pt idx="197">
                  <c:v>-2.03</c:v>
                </c:pt>
                <c:pt idx="198">
                  <c:v>-2.02</c:v>
                </c:pt>
                <c:pt idx="199">
                  <c:v>-2.01</c:v>
                </c:pt>
                <c:pt idx="200">
                  <c:v>-2</c:v>
                </c:pt>
                <c:pt idx="201">
                  <c:v>-1.99</c:v>
                </c:pt>
                <c:pt idx="202">
                  <c:v>-1.98</c:v>
                </c:pt>
                <c:pt idx="203">
                  <c:v>-1.97</c:v>
                </c:pt>
                <c:pt idx="204">
                  <c:v>-1.96</c:v>
                </c:pt>
                <c:pt idx="205">
                  <c:v>-1.95</c:v>
                </c:pt>
                <c:pt idx="206">
                  <c:v>-1.94</c:v>
                </c:pt>
                <c:pt idx="207">
                  <c:v>-1.93</c:v>
                </c:pt>
                <c:pt idx="208">
                  <c:v>-1.92</c:v>
                </c:pt>
                <c:pt idx="209">
                  <c:v>-1.91</c:v>
                </c:pt>
                <c:pt idx="210">
                  <c:v>-1.9</c:v>
                </c:pt>
                <c:pt idx="211">
                  <c:v>-1.89</c:v>
                </c:pt>
                <c:pt idx="212">
                  <c:v>-1.88</c:v>
                </c:pt>
                <c:pt idx="213">
                  <c:v>-1.87</c:v>
                </c:pt>
                <c:pt idx="214">
                  <c:v>-1.86</c:v>
                </c:pt>
                <c:pt idx="215">
                  <c:v>-1.85</c:v>
                </c:pt>
                <c:pt idx="216">
                  <c:v>-1.84</c:v>
                </c:pt>
                <c:pt idx="217">
                  <c:v>-1.83</c:v>
                </c:pt>
                <c:pt idx="218">
                  <c:v>-1.82</c:v>
                </c:pt>
                <c:pt idx="219">
                  <c:v>-1.81</c:v>
                </c:pt>
                <c:pt idx="220">
                  <c:v>-1.8</c:v>
                </c:pt>
                <c:pt idx="221">
                  <c:v>-1.79</c:v>
                </c:pt>
                <c:pt idx="222">
                  <c:v>-1.78</c:v>
                </c:pt>
                <c:pt idx="223">
                  <c:v>-1.77</c:v>
                </c:pt>
                <c:pt idx="224">
                  <c:v>-1.76</c:v>
                </c:pt>
                <c:pt idx="225">
                  <c:v>-1.75</c:v>
                </c:pt>
                <c:pt idx="226">
                  <c:v>-1.74</c:v>
                </c:pt>
                <c:pt idx="227">
                  <c:v>-1.73</c:v>
                </c:pt>
                <c:pt idx="228">
                  <c:v>-1.72</c:v>
                </c:pt>
                <c:pt idx="229">
                  <c:v>-1.71</c:v>
                </c:pt>
                <c:pt idx="230">
                  <c:v>-1.7</c:v>
                </c:pt>
                <c:pt idx="231">
                  <c:v>-1.69</c:v>
                </c:pt>
                <c:pt idx="232">
                  <c:v>-1.68</c:v>
                </c:pt>
                <c:pt idx="233">
                  <c:v>-1.67</c:v>
                </c:pt>
                <c:pt idx="234">
                  <c:v>-1.66</c:v>
                </c:pt>
                <c:pt idx="235">
                  <c:v>-1.65</c:v>
                </c:pt>
                <c:pt idx="236">
                  <c:v>-1.64</c:v>
                </c:pt>
                <c:pt idx="237">
                  <c:v>-1.63</c:v>
                </c:pt>
                <c:pt idx="238">
                  <c:v>-1.62</c:v>
                </c:pt>
                <c:pt idx="239">
                  <c:v>-1.61</c:v>
                </c:pt>
                <c:pt idx="240">
                  <c:v>-1.6</c:v>
                </c:pt>
                <c:pt idx="241">
                  <c:v>-1.59</c:v>
                </c:pt>
                <c:pt idx="242">
                  <c:v>-1.58</c:v>
                </c:pt>
                <c:pt idx="243">
                  <c:v>-1.57</c:v>
                </c:pt>
                <c:pt idx="244">
                  <c:v>-1.56</c:v>
                </c:pt>
                <c:pt idx="245">
                  <c:v>-1.55</c:v>
                </c:pt>
                <c:pt idx="246">
                  <c:v>-1.54</c:v>
                </c:pt>
                <c:pt idx="247">
                  <c:v>-1.53</c:v>
                </c:pt>
                <c:pt idx="248">
                  <c:v>-1.52</c:v>
                </c:pt>
                <c:pt idx="249">
                  <c:v>-1.51</c:v>
                </c:pt>
                <c:pt idx="250">
                  <c:v>-1.5</c:v>
                </c:pt>
                <c:pt idx="251">
                  <c:v>-1.49</c:v>
                </c:pt>
                <c:pt idx="252">
                  <c:v>-1.48</c:v>
                </c:pt>
                <c:pt idx="253">
                  <c:v>-1.47</c:v>
                </c:pt>
                <c:pt idx="254">
                  <c:v>-1.46</c:v>
                </c:pt>
                <c:pt idx="255">
                  <c:v>-1.45</c:v>
                </c:pt>
                <c:pt idx="256">
                  <c:v>-1.44</c:v>
                </c:pt>
                <c:pt idx="257">
                  <c:v>-1.43</c:v>
                </c:pt>
                <c:pt idx="258">
                  <c:v>-1.42</c:v>
                </c:pt>
                <c:pt idx="259">
                  <c:v>-1.41</c:v>
                </c:pt>
                <c:pt idx="260">
                  <c:v>-1.4</c:v>
                </c:pt>
                <c:pt idx="261">
                  <c:v>-1.39</c:v>
                </c:pt>
                <c:pt idx="262">
                  <c:v>-1.38</c:v>
                </c:pt>
                <c:pt idx="263">
                  <c:v>-1.37</c:v>
                </c:pt>
                <c:pt idx="264">
                  <c:v>-1.36</c:v>
                </c:pt>
                <c:pt idx="265">
                  <c:v>-1.35</c:v>
                </c:pt>
                <c:pt idx="266">
                  <c:v>-1.34</c:v>
                </c:pt>
                <c:pt idx="267">
                  <c:v>-1.33</c:v>
                </c:pt>
                <c:pt idx="268">
                  <c:v>-1.32</c:v>
                </c:pt>
                <c:pt idx="269">
                  <c:v>-1.31</c:v>
                </c:pt>
                <c:pt idx="270">
                  <c:v>-1.3</c:v>
                </c:pt>
                <c:pt idx="271">
                  <c:v>-1.29</c:v>
                </c:pt>
                <c:pt idx="272">
                  <c:v>-1.28</c:v>
                </c:pt>
                <c:pt idx="273">
                  <c:v>-1.27</c:v>
                </c:pt>
                <c:pt idx="274">
                  <c:v>-1.26</c:v>
                </c:pt>
                <c:pt idx="275">
                  <c:v>-1.25</c:v>
                </c:pt>
                <c:pt idx="276">
                  <c:v>-1.24</c:v>
                </c:pt>
                <c:pt idx="277">
                  <c:v>-1.23</c:v>
                </c:pt>
                <c:pt idx="278">
                  <c:v>-1.22</c:v>
                </c:pt>
                <c:pt idx="279">
                  <c:v>-1.21</c:v>
                </c:pt>
                <c:pt idx="280">
                  <c:v>-1.2</c:v>
                </c:pt>
                <c:pt idx="281">
                  <c:v>-1.19</c:v>
                </c:pt>
                <c:pt idx="282">
                  <c:v>-1.18</c:v>
                </c:pt>
                <c:pt idx="283">
                  <c:v>-1.17</c:v>
                </c:pt>
                <c:pt idx="284">
                  <c:v>-1.16</c:v>
                </c:pt>
                <c:pt idx="285">
                  <c:v>-1.15</c:v>
                </c:pt>
                <c:pt idx="286">
                  <c:v>-1.14</c:v>
                </c:pt>
                <c:pt idx="287">
                  <c:v>-1.13</c:v>
                </c:pt>
                <c:pt idx="288">
                  <c:v>-1.12</c:v>
                </c:pt>
                <c:pt idx="289">
                  <c:v>-1.11</c:v>
                </c:pt>
                <c:pt idx="290">
                  <c:v>-1.1</c:v>
                </c:pt>
                <c:pt idx="291">
                  <c:v>-1.09</c:v>
                </c:pt>
                <c:pt idx="292">
                  <c:v>-1.08</c:v>
                </c:pt>
                <c:pt idx="293">
                  <c:v>-1.07</c:v>
                </c:pt>
                <c:pt idx="294">
                  <c:v>-1.06</c:v>
                </c:pt>
                <c:pt idx="295">
                  <c:v>-1.05</c:v>
                </c:pt>
                <c:pt idx="296">
                  <c:v>-1.04</c:v>
                </c:pt>
                <c:pt idx="297">
                  <c:v>-1.03</c:v>
                </c:pt>
                <c:pt idx="298">
                  <c:v>-1.02</c:v>
                </c:pt>
                <c:pt idx="299">
                  <c:v>-1.01</c:v>
                </c:pt>
                <c:pt idx="300">
                  <c:v>-1</c:v>
                </c:pt>
                <c:pt idx="301">
                  <c:v>-0.99</c:v>
                </c:pt>
                <c:pt idx="302">
                  <c:v>-0.98</c:v>
                </c:pt>
                <c:pt idx="303">
                  <c:v>-0.97</c:v>
                </c:pt>
                <c:pt idx="304">
                  <c:v>-0.96</c:v>
                </c:pt>
                <c:pt idx="305">
                  <c:v>-0.95</c:v>
                </c:pt>
                <c:pt idx="306">
                  <c:v>-0.94</c:v>
                </c:pt>
                <c:pt idx="307">
                  <c:v>-0.93</c:v>
                </c:pt>
                <c:pt idx="308">
                  <c:v>-0.92</c:v>
                </c:pt>
                <c:pt idx="309">
                  <c:v>-0.91</c:v>
                </c:pt>
                <c:pt idx="310">
                  <c:v>-0.9</c:v>
                </c:pt>
                <c:pt idx="311">
                  <c:v>-0.89</c:v>
                </c:pt>
                <c:pt idx="312">
                  <c:v>-0.88</c:v>
                </c:pt>
                <c:pt idx="313">
                  <c:v>-0.87</c:v>
                </c:pt>
                <c:pt idx="314">
                  <c:v>-0.86</c:v>
                </c:pt>
                <c:pt idx="315">
                  <c:v>-0.85</c:v>
                </c:pt>
                <c:pt idx="316">
                  <c:v>-0.84</c:v>
                </c:pt>
                <c:pt idx="317">
                  <c:v>-0.83</c:v>
                </c:pt>
                <c:pt idx="318">
                  <c:v>-0.82</c:v>
                </c:pt>
                <c:pt idx="319">
                  <c:v>-0.81</c:v>
                </c:pt>
                <c:pt idx="320">
                  <c:v>-0.8</c:v>
                </c:pt>
                <c:pt idx="321">
                  <c:v>-0.79</c:v>
                </c:pt>
                <c:pt idx="322">
                  <c:v>-0.78</c:v>
                </c:pt>
                <c:pt idx="323">
                  <c:v>-0.77</c:v>
                </c:pt>
                <c:pt idx="324">
                  <c:v>-0.76</c:v>
                </c:pt>
                <c:pt idx="325">
                  <c:v>-0.75</c:v>
                </c:pt>
                <c:pt idx="326">
                  <c:v>-0.74</c:v>
                </c:pt>
                <c:pt idx="327">
                  <c:v>-0.73</c:v>
                </c:pt>
                <c:pt idx="328">
                  <c:v>-0.72</c:v>
                </c:pt>
                <c:pt idx="329">
                  <c:v>-0.71</c:v>
                </c:pt>
                <c:pt idx="330">
                  <c:v>-0.7</c:v>
                </c:pt>
                <c:pt idx="331">
                  <c:v>-0.69</c:v>
                </c:pt>
                <c:pt idx="332">
                  <c:v>-0.68</c:v>
                </c:pt>
                <c:pt idx="333">
                  <c:v>-0.67</c:v>
                </c:pt>
                <c:pt idx="334">
                  <c:v>-0.66</c:v>
                </c:pt>
                <c:pt idx="335">
                  <c:v>-0.65</c:v>
                </c:pt>
                <c:pt idx="336">
                  <c:v>-0.64</c:v>
                </c:pt>
                <c:pt idx="337">
                  <c:v>-0.63</c:v>
                </c:pt>
                <c:pt idx="338">
                  <c:v>-0.62</c:v>
                </c:pt>
                <c:pt idx="339">
                  <c:v>-0.61</c:v>
                </c:pt>
                <c:pt idx="340">
                  <c:v>-0.6</c:v>
                </c:pt>
                <c:pt idx="341">
                  <c:v>-0.59</c:v>
                </c:pt>
                <c:pt idx="342">
                  <c:v>-0.58</c:v>
                </c:pt>
                <c:pt idx="343">
                  <c:v>-0.57</c:v>
                </c:pt>
                <c:pt idx="344">
                  <c:v>-0.56</c:v>
                </c:pt>
                <c:pt idx="345">
                  <c:v>-0.55</c:v>
                </c:pt>
                <c:pt idx="346">
                  <c:v>-0.54</c:v>
                </c:pt>
                <c:pt idx="347">
                  <c:v>-0.53</c:v>
                </c:pt>
                <c:pt idx="348">
                  <c:v>-0.52</c:v>
                </c:pt>
                <c:pt idx="349">
                  <c:v>-0.51</c:v>
                </c:pt>
                <c:pt idx="350">
                  <c:v>-0.5</c:v>
                </c:pt>
                <c:pt idx="351">
                  <c:v>-0.49</c:v>
                </c:pt>
                <c:pt idx="352">
                  <c:v>-0.48</c:v>
                </c:pt>
                <c:pt idx="353">
                  <c:v>-0.47</c:v>
                </c:pt>
                <c:pt idx="354">
                  <c:v>-0.46</c:v>
                </c:pt>
                <c:pt idx="355">
                  <c:v>-0.45</c:v>
                </c:pt>
                <c:pt idx="356">
                  <c:v>-0.44</c:v>
                </c:pt>
                <c:pt idx="357">
                  <c:v>-0.43</c:v>
                </c:pt>
                <c:pt idx="358">
                  <c:v>-0.42</c:v>
                </c:pt>
                <c:pt idx="359">
                  <c:v>-0.41</c:v>
                </c:pt>
                <c:pt idx="360">
                  <c:v>-0.4</c:v>
                </c:pt>
                <c:pt idx="361">
                  <c:v>-0.39</c:v>
                </c:pt>
                <c:pt idx="362">
                  <c:v>-0.38</c:v>
                </c:pt>
                <c:pt idx="363">
                  <c:v>-0.37</c:v>
                </c:pt>
                <c:pt idx="364">
                  <c:v>-0.36</c:v>
                </c:pt>
                <c:pt idx="365">
                  <c:v>-0.35</c:v>
                </c:pt>
                <c:pt idx="366">
                  <c:v>-0.34</c:v>
                </c:pt>
                <c:pt idx="367">
                  <c:v>-0.33</c:v>
                </c:pt>
                <c:pt idx="368">
                  <c:v>-0.32</c:v>
                </c:pt>
                <c:pt idx="369">
                  <c:v>-0.31</c:v>
                </c:pt>
                <c:pt idx="370">
                  <c:v>-0.3</c:v>
                </c:pt>
                <c:pt idx="371">
                  <c:v>-0.29</c:v>
                </c:pt>
                <c:pt idx="372">
                  <c:v>-0.28</c:v>
                </c:pt>
                <c:pt idx="373">
                  <c:v>-0.27</c:v>
                </c:pt>
                <c:pt idx="374">
                  <c:v>-0.26</c:v>
                </c:pt>
                <c:pt idx="375">
                  <c:v>-0.25</c:v>
                </c:pt>
                <c:pt idx="376">
                  <c:v>-0.24</c:v>
                </c:pt>
                <c:pt idx="377">
                  <c:v>-0.23</c:v>
                </c:pt>
                <c:pt idx="378">
                  <c:v>-0.22</c:v>
                </c:pt>
                <c:pt idx="379">
                  <c:v>-0.21</c:v>
                </c:pt>
                <c:pt idx="380">
                  <c:v>-0.2</c:v>
                </c:pt>
                <c:pt idx="381">
                  <c:v>-0.19</c:v>
                </c:pt>
                <c:pt idx="382">
                  <c:v>-0.18</c:v>
                </c:pt>
                <c:pt idx="383">
                  <c:v>-0.17</c:v>
                </c:pt>
                <c:pt idx="384">
                  <c:v>-0.16</c:v>
                </c:pt>
                <c:pt idx="385">
                  <c:v>-0.15</c:v>
                </c:pt>
                <c:pt idx="386">
                  <c:v>-0.14</c:v>
                </c:pt>
                <c:pt idx="387">
                  <c:v>-0.13</c:v>
                </c:pt>
                <c:pt idx="388">
                  <c:v>-0.12</c:v>
                </c:pt>
                <c:pt idx="389">
                  <c:v>-0.11</c:v>
                </c:pt>
                <c:pt idx="390">
                  <c:v>-0.1</c:v>
                </c:pt>
                <c:pt idx="391">
                  <c:v>-0.09</c:v>
                </c:pt>
                <c:pt idx="392">
                  <c:v>-0.08</c:v>
                </c:pt>
                <c:pt idx="393">
                  <c:v>-0.07</c:v>
                </c:pt>
                <c:pt idx="394">
                  <c:v>-0.06</c:v>
                </c:pt>
                <c:pt idx="395">
                  <c:v>-0.05</c:v>
                </c:pt>
                <c:pt idx="396">
                  <c:v>-0.04</c:v>
                </c:pt>
                <c:pt idx="397">
                  <c:v>-0.03</c:v>
                </c:pt>
                <c:pt idx="398">
                  <c:v>-0.02</c:v>
                </c:pt>
                <c:pt idx="399">
                  <c:v>-0.01</c:v>
                </c:pt>
                <c:pt idx="400">
                  <c:v>0</c:v>
                </c:pt>
                <c:pt idx="401">
                  <c:v>0.01</c:v>
                </c:pt>
                <c:pt idx="402">
                  <c:v>0.02</c:v>
                </c:pt>
                <c:pt idx="403">
                  <c:v>0.03</c:v>
                </c:pt>
                <c:pt idx="404">
                  <c:v>0.04</c:v>
                </c:pt>
                <c:pt idx="405">
                  <c:v>0.05</c:v>
                </c:pt>
                <c:pt idx="406">
                  <c:v>0.06</c:v>
                </c:pt>
                <c:pt idx="407">
                  <c:v>0.07</c:v>
                </c:pt>
                <c:pt idx="408">
                  <c:v>0.08</c:v>
                </c:pt>
                <c:pt idx="409">
                  <c:v>0.09</c:v>
                </c:pt>
                <c:pt idx="410">
                  <c:v>0.1</c:v>
                </c:pt>
                <c:pt idx="411">
                  <c:v>0.11</c:v>
                </c:pt>
                <c:pt idx="412">
                  <c:v>0.12</c:v>
                </c:pt>
                <c:pt idx="413">
                  <c:v>0.13</c:v>
                </c:pt>
                <c:pt idx="414">
                  <c:v>0.14</c:v>
                </c:pt>
                <c:pt idx="415">
                  <c:v>0.15</c:v>
                </c:pt>
                <c:pt idx="416">
                  <c:v>0.16</c:v>
                </c:pt>
                <c:pt idx="417">
                  <c:v>0.17</c:v>
                </c:pt>
                <c:pt idx="418">
                  <c:v>0.18</c:v>
                </c:pt>
                <c:pt idx="419">
                  <c:v>0.19</c:v>
                </c:pt>
                <c:pt idx="420">
                  <c:v>0.2</c:v>
                </c:pt>
                <c:pt idx="421">
                  <c:v>0.21</c:v>
                </c:pt>
                <c:pt idx="422">
                  <c:v>0.22</c:v>
                </c:pt>
                <c:pt idx="423">
                  <c:v>0.23</c:v>
                </c:pt>
                <c:pt idx="424">
                  <c:v>0.24</c:v>
                </c:pt>
                <c:pt idx="425">
                  <c:v>0.25</c:v>
                </c:pt>
                <c:pt idx="426">
                  <c:v>0.26</c:v>
                </c:pt>
                <c:pt idx="427">
                  <c:v>0.27</c:v>
                </c:pt>
                <c:pt idx="428">
                  <c:v>0.28</c:v>
                </c:pt>
                <c:pt idx="429">
                  <c:v>0.29</c:v>
                </c:pt>
                <c:pt idx="430">
                  <c:v>0.3</c:v>
                </c:pt>
                <c:pt idx="431">
                  <c:v>0.31</c:v>
                </c:pt>
                <c:pt idx="432">
                  <c:v>0.32</c:v>
                </c:pt>
                <c:pt idx="433">
                  <c:v>0.33</c:v>
                </c:pt>
                <c:pt idx="434">
                  <c:v>0.34</c:v>
                </c:pt>
                <c:pt idx="435">
                  <c:v>0.35</c:v>
                </c:pt>
                <c:pt idx="436">
                  <c:v>0.36</c:v>
                </c:pt>
                <c:pt idx="437">
                  <c:v>0.37</c:v>
                </c:pt>
                <c:pt idx="438">
                  <c:v>0.38</c:v>
                </c:pt>
                <c:pt idx="439">
                  <c:v>0.39</c:v>
                </c:pt>
                <c:pt idx="440">
                  <c:v>0.4</c:v>
                </c:pt>
                <c:pt idx="441">
                  <c:v>0.41</c:v>
                </c:pt>
                <c:pt idx="442">
                  <c:v>0.42</c:v>
                </c:pt>
                <c:pt idx="443">
                  <c:v>0.43</c:v>
                </c:pt>
                <c:pt idx="444">
                  <c:v>0.44</c:v>
                </c:pt>
                <c:pt idx="445">
                  <c:v>0.45</c:v>
                </c:pt>
                <c:pt idx="446">
                  <c:v>0.46</c:v>
                </c:pt>
                <c:pt idx="447">
                  <c:v>0.47</c:v>
                </c:pt>
                <c:pt idx="448">
                  <c:v>0.48</c:v>
                </c:pt>
                <c:pt idx="449">
                  <c:v>0.49</c:v>
                </c:pt>
                <c:pt idx="450">
                  <c:v>0.5</c:v>
                </c:pt>
                <c:pt idx="451">
                  <c:v>0.51</c:v>
                </c:pt>
                <c:pt idx="452">
                  <c:v>0.52</c:v>
                </c:pt>
                <c:pt idx="453">
                  <c:v>0.53</c:v>
                </c:pt>
                <c:pt idx="454">
                  <c:v>0.54</c:v>
                </c:pt>
                <c:pt idx="455">
                  <c:v>0.55</c:v>
                </c:pt>
                <c:pt idx="456">
                  <c:v>0.56</c:v>
                </c:pt>
                <c:pt idx="457">
                  <c:v>0.57</c:v>
                </c:pt>
                <c:pt idx="458">
                  <c:v>0.58</c:v>
                </c:pt>
                <c:pt idx="459">
                  <c:v>0.59</c:v>
                </c:pt>
                <c:pt idx="460">
                  <c:v>0.6</c:v>
                </c:pt>
                <c:pt idx="461">
                  <c:v>0.61</c:v>
                </c:pt>
                <c:pt idx="462">
                  <c:v>0.62</c:v>
                </c:pt>
                <c:pt idx="463">
                  <c:v>0.63</c:v>
                </c:pt>
                <c:pt idx="464">
                  <c:v>0.64</c:v>
                </c:pt>
                <c:pt idx="465">
                  <c:v>0.65</c:v>
                </c:pt>
                <c:pt idx="466">
                  <c:v>0.66</c:v>
                </c:pt>
                <c:pt idx="467">
                  <c:v>0.67</c:v>
                </c:pt>
                <c:pt idx="468">
                  <c:v>0.68</c:v>
                </c:pt>
                <c:pt idx="469">
                  <c:v>0.69</c:v>
                </c:pt>
                <c:pt idx="470">
                  <c:v>0.7</c:v>
                </c:pt>
                <c:pt idx="471">
                  <c:v>0.71</c:v>
                </c:pt>
                <c:pt idx="472">
                  <c:v>0.72</c:v>
                </c:pt>
                <c:pt idx="473">
                  <c:v>0.73</c:v>
                </c:pt>
                <c:pt idx="474">
                  <c:v>0.74</c:v>
                </c:pt>
                <c:pt idx="475">
                  <c:v>0.75</c:v>
                </c:pt>
                <c:pt idx="476">
                  <c:v>0.76</c:v>
                </c:pt>
                <c:pt idx="477">
                  <c:v>0.77</c:v>
                </c:pt>
                <c:pt idx="478">
                  <c:v>0.78</c:v>
                </c:pt>
                <c:pt idx="479">
                  <c:v>0.79</c:v>
                </c:pt>
                <c:pt idx="480">
                  <c:v>0.8</c:v>
                </c:pt>
                <c:pt idx="481">
                  <c:v>0.81</c:v>
                </c:pt>
                <c:pt idx="482">
                  <c:v>0.82</c:v>
                </c:pt>
                <c:pt idx="483">
                  <c:v>0.83</c:v>
                </c:pt>
                <c:pt idx="484">
                  <c:v>0.84</c:v>
                </c:pt>
                <c:pt idx="485">
                  <c:v>0.85</c:v>
                </c:pt>
                <c:pt idx="486">
                  <c:v>0.86</c:v>
                </c:pt>
                <c:pt idx="487">
                  <c:v>0.87</c:v>
                </c:pt>
                <c:pt idx="488">
                  <c:v>0.88</c:v>
                </c:pt>
                <c:pt idx="489">
                  <c:v>0.89</c:v>
                </c:pt>
                <c:pt idx="490">
                  <c:v>0.9</c:v>
                </c:pt>
                <c:pt idx="491">
                  <c:v>0.91</c:v>
                </c:pt>
                <c:pt idx="492">
                  <c:v>0.92</c:v>
                </c:pt>
                <c:pt idx="493">
                  <c:v>0.93</c:v>
                </c:pt>
                <c:pt idx="494">
                  <c:v>0.94</c:v>
                </c:pt>
                <c:pt idx="495">
                  <c:v>0.95</c:v>
                </c:pt>
                <c:pt idx="496">
                  <c:v>0.96</c:v>
                </c:pt>
                <c:pt idx="497">
                  <c:v>0.97</c:v>
                </c:pt>
                <c:pt idx="498">
                  <c:v>0.98</c:v>
                </c:pt>
                <c:pt idx="499">
                  <c:v>0.99</c:v>
                </c:pt>
                <c:pt idx="500">
                  <c:v>1</c:v>
                </c:pt>
                <c:pt idx="501">
                  <c:v>1.01</c:v>
                </c:pt>
                <c:pt idx="502">
                  <c:v>1.02</c:v>
                </c:pt>
                <c:pt idx="503">
                  <c:v>1.03</c:v>
                </c:pt>
                <c:pt idx="504">
                  <c:v>1.04</c:v>
                </c:pt>
                <c:pt idx="505">
                  <c:v>1.05</c:v>
                </c:pt>
                <c:pt idx="506">
                  <c:v>1.06</c:v>
                </c:pt>
                <c:pt idx="507">
                  <c:v>1.07</c:v>
                </c:pt>
                <c:pt idx="508">
                  <c:v>1.08</c:v>
                </c:pt>
                <c:pt idx="509">
                  <c:v>1.09</c:v>
                </c:pt>
                <c:pt idx="510">
                  <c:v>1.1</c:v>
                </c:pt>
                <c:pt idx="511">
                  <c:v>1.11</c:v>
                </c:pt>
                <c:pt idx="512">
                  <c:v>1.12</c:v>
                </c:pt>
                <c:pt idx="513">
                  <c:v>1.13</c:v>
                </c:pt>
                <c:pt idx="514">
                  <c:v>1.14</c:v>
                </c:pt>
                <c:pt idx="515">
                  <c:v>1.15</c:v>
                </c:pt>
                <c:pt idx="516">
                  <c:v>1.16</c:v>
                </c:pt>
                <c:pt idx="517">
                  <c:v>1.17</c:v>
                </c:pt>
                <c:pt idx="518">
                  <c:v>1.18</c:v>
                </c:pt>
                <c:pt idx="519">
                  <c:v>1.19</c:v>
                </c:pt>
                <c:pt idx="520">
                  <c:v>1.2</c:v>
                </c:pt>
                <c:pt idx="521">
                  <c:v>1.21</c:v>
                </c:pt>
                <c:pt idx="522">
                  <c:v>1.22</c:v>
                </c:pt>
                <c:pt idx="523">
                  <c:v>1.23</c:v>
                </c:pt>
                <c:pt idx="524">
                  <c:v>1.24</c:v>
                </c:pt>
                <c:pt idx="525">
                  <c:v>1.25</c:v>
                </c:pt>
                <c:pt idx="526">
                  <c:v>1.26</c:v>
                </c:pt>
                <c:pt idx="527">
                  <c:v>1.27</c:v>
                </c:pt>
                <c:pt idx="528">
                  <c:v>1.28</c:v>
                </c:pt>
                <c:pt idx="529">
                  <c:v>1.29</c:v>
                </c:pt>
                <c:pt idx="530">
                  <c:v>1.3</c:v>
                </c:pt>
                <c:pt idx="531">
                  <c:v>1.31</c:v>
                </c:pt>
                <c:pt idx="532">
                  <c:v>1.32</c:v>
                </c:pt>
                <c:pt idx="533">
                  <c:v>1.33</c:v>
                </c:pt>
                <c:pt idx="534">
                  <c:v>1.34</c:v>
                </c:pt>
                <c:pt idx="535">
                  <c:v>1.35</c:v>
                </c:pt>
                <c:pt idx="536">
                  <c:v>1.36</c:v>
                </c:pt>
                <c:pt idx="537">
                  <c:v>1.37</c:v>
                </c:pt>
                <c:pt idx="538">
                  <c:v>1.38</c:v>
                </c:pt>
                <c:pt idx="539">
                  <c:v>1.39</c:v>
                </c:pt>
                <c:pt idx="540">
                  <c:v>1.4</c:v>
                </c:pt>
                <c:pt idx="541">
                  <c:v>1.41</c:v>
                </c:pt>
                <c:pt idx="542">
                  <c:v>1.42</c:v>
                </c:pt>
                <c:pt idx="543">
                  <c:v>1.43</c:v>
                </c:pt>
                <c:pt idx="544">
                  <c:v>1.44</c:v>
                </c:pt>
                <c:pt idx="545">
                  <c:v>1.45</c:v>
                </c:pt>
                <c:pt idx="546">
                  <c:v>1.46</c:v>
                </c:pt>
                <c:pt idx="547">
                  <c:v>1.47</c:v>
                </c:pt>
                <c:pt idx="548">
                  <c:v>1.48</c:v>
                </c:pt>
                <c:pt idx="549">
                  <c:v>1.49</c:v>
                </c:pt>
                <c:pt idx="550">
                  <c:v>1.5</c:v>
                </c:pt>
                <c:pt idx="551">
                  <c:v>1.51</c:v>
                </c:pt>
                <c:pt idx="552">
                  <c:v>1.52</c:v>
                </c:pt>
                <c:pt idx="553">
                  <c:v>1.53</c:v>
                </c:pt>
                <c:pt idx="554">
                  <c:v>1.54</c:v>
                </c:pt>
                <c:pt idx="555">
                  <c:v>1.55</c:v>
                </c:pt>
                <c:pt idx="556">
                  <c:v>1.56</c:v>
                </c:pt>
                <c:pt idx="557">
                  <c:v>1.57</c:v>
                </c:pt>
                <c:pt idx="558">
                  <c:v>1.58</c:v>
                </c:pt>
                <c:pt idx="559">
                  <c:v>1.59</c:v>
                </c:pt>
                <c:pt idx="560">
                  <c:v>1.6</c:v>
                </c:pt>
                <c:pt idx="561">
                  <c:v>1.61</c:v>
                </c:pt>
                <c:pt idx="562">
                  <c:v>1.62</c:v>
                </c:pt>
                <c:pt idx="563">
                  <c:v>1.63</c:v>
                </c:pt>
                <c:pt idx="564">
                  <c:v>1.64</c:v>
                </c:pt>
                <c:pt idx="565">
                  <c:v>1.65</c:v>
                </c:pt>
                <c:pt idx="566">
                  <c:v>1.66</c:v>
                </c:pt>
                <c:pt idx="567">
                  <c:v>1.67</c:v>
                </c:pt>
                <c:pt idx="568">
                  <c:v>1.68</c:v>
                </c:pt>
                <c:pt idx="569">
                  <c:v>1.69</c:v>
                </c:pt>
                <c:pt idx="570">
                  <c:v>1.7</c:v>
                </c:pt>
                <c:pt idx="571">
                  <c:v>1.71</c:v>
                </c:pt>
                <c:pt idx="572">
                  <c:v>1.72</c:v>
                </c:pt>
                <c:pt idx="573">
                  <c:v>1.73</c:v>
                </c:pt>
                <c:pt idx="574">
                  <c:v>1.74</c:v>
                </c:pt>
                <c:pt idx="575">
                  <c:v>1.75</c:v>
                </c:pt>
                <c:pt idx="576">
                  <c:v>1.76</c:v>
                </c:pt>
                <c:pt idx="577">
                  <c:v>1.77</c:v>
                </c:pt>
                <c:pt idx="578">
                  <c:v>1.78</c:v>
                </c:pt>
                <c:pt idx="579">
                  <c:v>1.79</c:v>
                </c:pt>
                <c:pt idx="580">
                  <c:v>1.8</c:v>
                </c:pt>
                <c:pt idx="581">
                  <c:v>1.81</c:v>
                </c:pt>
                <c:pt idx="582">
                  <c:v>1.82</c:v>
                </c:pt>
                <c:pt idx="583">
                  <c:v>1.83</c:v>
                </c:pt>
                <c:pt idx="584">
                  <c:v>1.84</c:v>
                </c:pt>
                <c:pt idx="585">
                  <c:v>1.85</c:v>
                </c:pt>
                <c:pt idx="586">
                  <c:v>1.86</c:v>
                </c:pt>
                <c:pt idx="587">
                  <c:v>1.87</c:v>
                </c:pt>
                <c:pt idx="588">
                  <c:v>1.88</c:v>
                </c:pt>
                <c:pt idx="589">
                  <c:v>1.89</c:v>
                </c:pt>
                <c:pt idx="590">
                  <c:v>1.9</c:v>
                </c:pt>
                <c:pt idx="591">
                  <c:v>1.91</c:v>
                </c:pt>
                <c:pt idx="592">
                  <c:v>1.92</c:v>
                </c:pt>
                <c:pt idx="593">
                  <c:v>1.93</c:v>
                </c:pt>
                <c:pt idx="594">
                  <c:v>1.94</c:v>
                </c:pt>
                <c:pt idx="595">
                  <c:v>1.95</c:v>
                </c:pt>
                <c:pt idx="596">
                  <c:v>1.96</c:v>
                </c:pt>
                <c:pt idx="597">
                  <c:v>1.97</c:v>
                </c:pt>
                <c:pt idx="598">
                  <c:v>1.98</c:v>
                </c:pt>
                <c:pt idx="599">
                  <c:v>1.99</c:v>
                </c:pt>
                <c:pt idx="600">
                  <c:v>2</c:v>
                </c:pt>
                <c:pt idx="601">
                  <c:v>2.01</c:v>
                </c:pt>
                <c:pt idx="602">
                  <c:v>2.02</c:v>
                </c:pt>
                <c:pt idx="603">
                  <c:v>2.03</c:v>
                </c:pt>
                <c:pt idx="604">
                  <c:v>2.04</c:v>
                </c:pt>
                <c:pt idx="605">
                  <c:v>2.05</c:v>
                </c:pt>
                <c:pt idx="606">
                  <c:v>2.06</c:v>
                </c:pt>
                <c:pt idx="607">
                  <c:v>2.07</c:v>
                </c:pt>
                <c:pt idx="608">
                  <c:v>2.08</c:v>
                </c:pt>
                <c:pt idx="609">
                  <c:v>2.09</c:v>
                </c:pt>
                <c:pt idx="610">
                  <c:v>2.1</c:v>
                </c:pt>
                <c:pt idx="611">
                  <c:v>2.11</c:v>
                </c:pt>
                <c:pt idx="612">
                  <c:v>2.12</c:v>
                </c:pt>
                <c:pt idx="613">
                  <c:v>2.13</c:v>
                </c:pt>
                <c:pt idx="614">
                  <c:v>2.14</c:v>
                </c:pt>
                <c:pt idx="615">
                  <c:v>2.15</c:v>
                </c:pt>
                <c:pt idx="616">
                  <c:v>2.16</c:v>
                </c:pt>
                <c:pt idx="617">
                  <c:v>2.17</c:v>
                </c:pt>
                <c:pt idx="618">
                  <c:v>2.18</c:v>
                </c:pt>
                <c:pt idx="619">
                  <c:v>2.19</c:v>
                </c:pt>
                <c:pt idx="620">
                  <c:v>2.2</c:v>
                </c:pt>
                <c:pt idx="621">
                  <c:v>2.21</c:v>
                </c:pt>
                <c:pt idx="622">
                  <c:v>2.22</c:v>
                </c:pt>
                <c:pt idx="623">
                  <c:v>2.23</c:v>
                </c:pt>
                <c:pt idx="624">
                  <c:v>2.24</c:v>
                </c:pt>
                <c:pt idx="625">
                  <c:v>2.25</c:v>
                </c:pt>
                <c:pt idx="626">
                  <c:v>2.26</c:v>
                </c:pt>
                <c:pt idx="627">
                  <c:v>2.27</c:v>
                </c:pt>
                <c:pt idx="628">
                  <c:v>2.28</c:v>
                </c:pt>
                <c:pt idx="629">
                  <c:v>2.29</c:v>
                </c:pt>
                <c:pt idx="630">
                  <c:v>2.3</c:v>
                </c:pt>
                <c:pt idx="631">
                  <c:v>2.31</c:v>
                </c:pt>
                <c:pt idx="632">
                  <c:v>2.32</c:v>
                </c:pt>
                <c:pt idx="633">
                  <c:v>2.33</c:v>
                </c:pt>
                <c:pt idx="634">
                  <c:v>2.34</c:v>
                </c:pt>
                <c:pt idx="635">
                  <c:v>2.35</c:v>
                </c:pt>
                <c:pt idx="636">
                  <c:v>2.36</c:v>
                </c:pt>
                <c:pt idx="637">
                  <c:v>2.37</c:v>
                </c:pt>
                <c:pt idx="638">
                  <c:v>2.38</c:v>
                </c:pt>
                <c:pt idx="639">
                  <c:v>2.39</c:v>
                </c:pt>
                <c:pt idx="640">
                  <c:v>2.4</c:v>
                </c:pt>
                <c:pt idx="641">
                  <c:v>2.41</c:v>
                </c:pt>
                <c:pt idx="642">
                  <c:v>2.42</c:v>
                </c:pt>
                <c:pt idx="643">
                  <c:v>2.43</c:v>
                </c:pt>
                <c:pt idx="644">
                  <c:v>2.44</c:v>
                </c:pt>
                <c:pt idx="645">
                  <c:v>2.45</c:v>
                </c:pt>
                <c:pt idx="646">
                  <c:v>2.46</c:v>
                </c:pt>
                <c:pt idx="647">
                  <c:v>2.47</c:v>
                </c:pt>
                <c:pt idx="648">
                  <c:v>2.48</c:v>
                </c:pt>
                <c:pt idx="649">
                  <c:v>2.49</c:v>
                </c:pt>
                <c:pt idx="650">
                  <c:v>2.5</c:v>
                </c:pt>
                <c:pt idx="651">
                  <c:v>2.51</c:v>
                </c:pt>
                <c:pt idx="652">
                  <c:v>2.52</c:v>
                </c:pt>
                <c:pt idx="653">
                  <c:v>2.53</c:v>
                </c:pt>
                <c:pt idx="654">
                  <c:v>2.54</c:v>
                </c:pt>
                <c:pt idx="655">
                  <c:v>2.55</c:v>
                </c:pt>
                <c:pt idx="656">
                  <c:v>2.56</c:v>
                </c:pt>
                <c:pt idx="657">
                  <c:v>2.57</c:v>
                </c:pt>
                <c:pt idx="658">
                  <c:v>2.58</c:v>
                </c:pt>
                <c:pt idx="659">
                  <c:v>2.59</c:v>
                </c:pt>
                <c:pt idx="660">
                  <c:v>2.6</c:v>
                </c:pt>
                <c:pt idx="661">
                  <c:v>2.61</c:v>
                </c:pt>
                <c:pt idx="662">
                  <c:v>2.62</c:v>
                </c:pt>
                <c:pt idx="663">
                  <c:v>2.63</c:v>
                </c:pt>
                <c:pt idx="664">
                  <c:v>2.64</c:v>
                </c:pt>
                <c:pt idx="665">
                  <c:v>2.65</c:v>
                </c:pt>
                <c:pt idx="666">
                  <c:v>2.66</c:v>
                </c:pt>
                <c:pt idx="667">
                  <c:v>2.67</c:v>
                </c:pt>
                <c:pt idx="668">
                  <c:v>2.68</c:v>
                </c:pt>
                <c:pt idx="669">
                  <c:v>2.69</c:v>
                </c:pt>
                <c:pt idx="670">
                  <c:v>2.7</c:v>
                </c:pt>
                <c:pt idx="671">
                  <c:v>2.71</c:v>
                </c:pt>
                <c:pt idx="672">
                  <c:v>2.72</c:v>
                </c:pt>
                <c:pt idx="673">
                  <c:v>2.73</c:v>
                </c:pt>
                <c:pt idx="674">
                  <c:v>2.74</c:v>
                </c:pt>
                <c:pt idx="675">
                  <c:v>2.75</c:v>
                </c:pt>
                <c:pt idx="676">
                  <c:v>2.76</c:v>
                </c:pt>
                <c:pt idx="677">
                  <c:v>2.77</c:v>
                </c:pt>
                <c:pt idx="678">
                  <c:v>2.78</c:v>
                </c:pt>
                <c:pt idx="679">
                  <c:v>2.79</c:v>
                </c:pt>
                <c:pt idx="680">
                  <c:v>2.8</c:v>
                </c:pt>
                <c:pt idx="681">
                  <c:v>2.81</c:v>
                </c:pt>
                <c:pt idx="682">
                  <c:v>2.82</c:v>
                </c:pt>
                <c:pt idx="683">
                  <c:v>2.83</c:v>
                </c:pt>
                <c:pt idx="684">
                  <c:v>2.84</c:v>
                </c:pt>
                <c:pt idx="685">
                  <c:v>2.85</c:v>
                </c:pt>
                <c:pt idx="686">
                  <c:v>2.86</c:v>
                </c:pt>
                <c:pt idx="687">
                  <c:v>2.87</c:v>
                </c:pt>
                <c:pt idx="688">
                  <c:v>2.88</c:v>
                </c:pt>
                <c:pt idx="689">
                  <c:v>2.89</c:v>
                </c:pt>
                <c:pt idx="690">
                  <c:v>2.9</c:v>
                </c:pt>
                <c:pt idx="691">
                  <c:v>2.91</c:v>
                </c:pt>
                <c:pt idx="692">
                  <c:v>2.92</c:v>
                </c:pt>
                <c:pt idx="693">
                  <c:v>2.93</c:v>
                </c:pt>
                <c:pt idx="694">
                  <c:v>2.94</c:v>
                </c:pt>
                <c:pt idx="695">
                  <c:v>2.95</c:v>
                </c:pt>
                <c:pt idx="696">
                  <c:v>2.96</c:v>
                </c:pt>
                <c:pt idx="697">
                  <c:v>2.97</c:v>
                </c:pt>
                <c:pt idx="698">
                  <c:v>2.98</c:v>
                </c:pt>
                <c:pt idx="699">
                  <c:v>2.99</c:v>
                </c:pt>
                <c:pt idx="700">
                  <c:v>3</c:v>
                </c:pt>
                <c:pt idx="701">
                  <c:v>3.01</c:v>
                </c:pt>
                <c:pt idx="702">
                  <c:v>3.02</c:v>
                </c:pt>
                <c:pt idx="703">
                  <c:v>3.03</c:v>
                </c:pt>
                <c:pt idx="704">
                  <c:v>3.04</c:v>
                </c:pt>
                <c:pt idx="705">
                  <c:v>3.05</c:v>
                </c:pt>
                <c:pt idx="706">
                  <c:v>3.06</c:v>
                </c:pt>
                <c:pt idx="707">
                  <c:v>3.07</c:v>
                </c:pt>
                <c:pt idx="708">
                  <c:v>3.08</c:v>
                </c:pt>
                <c:pt idx="709">
                  <c:v>3.09</c:v>
                </c:pt>
                <c:pt idx="710">
                  <c:v>3.1</c:v>
                </c:pt>
                <c:pt idx="711">
                  <c:v>3.11</c:v>
                </c:pt>
                <c:pt idx="712">
                  <c:v>3.12</c:v>
                </c:pt>
                <c:pt idx="713">
                  <c:v>3.13</c:v>
                </c:pt>
                <c:pt idx="714">
                  <c:v>3.14</c:v>
                </c:pt>
                <c:pt idx="715">
                  <c:v>3.15</c:v>
                </c:pt>
                <c:pt idx="716">
                  <c:v>3.16</c:v>
                </c:pt>
                <c:pt idx="717">
                  <c:v>3.17</c:v>
                </c:pt>
                <c:pt idx="718">
                  <c:v>3.18</c:v>
                </c:pt>
                <c:pt idx="719">
                  <c:v>3.19</c:v>
                </c:pt>
                <c:pt idx="720">
                  <c:v>3.2</c:v>
                </c:pt>
                <c:pt idx="721">
                  <c:v>3.21</c:v>
                </c:pt>
                <c:pt idx="722">
                  <c:v>3.22</c:v>
                </c:pt>
                <c:pt idx="723">
                  <c:v>3.23</c:v>
                </c:pt>
                <c:pt idx="724">
                  <c:v>3.24</c:v>
                </c:pt>
                <c:pt idx="725">
                  <c:v>3.25</c:v>
                </c:pt>
                <c:pt idx="726">
                  <c:v>3.26</c:v>
                </c:pt>
                <c:pt idx="727">
                  <c:v>3.27</c:v>
                </c:pt>
                <c:pt idx="728">
                  <c:v>3.28</c:v>
                </c:pt>
                <c:pt idx="729">
                  <c:v>3.29</c:v>
                </c:pt>
                <c:pt idx="730">
                  <c:v>3.3</c:v>
                </c:pt>
                <c:pt idx="731">
                  <c:v>3.31</c:v>
                </c:pt>
                <c:pt idx="732">
                  <c:v>3.32</c:v>
                </c:pt>
                <c:pt idx="733">
                  <c:v>3.33</c:v>
                </c:pt>
                <c:pt idx="734">
                  <c:v>3.34</c:v>
                </c:pt>
                <c:pt idx="735">
                  <c:v>3.35</c:v>
                </c:pt>
                <c:pt idx="736">
                  <c:v>3.36</c:v>
                </c:pt>
                <c:pt idx="737">
                  <c:v>3.37</c:v>
                </c:pt>
                <c:pt idx="738">
                  <c:v>3.38</c:v>
                </c:pt>
                <c:pt idx="739">
                  <c:v>3.39</c:v>
                </c:pt>
                <c:pt idx="740">
                  <c:v>3.4</c:v>
                </c:pt>
                <c:pt idx="741">
                  <c:v>3.41</c:v>
                </c:pt>
                <c:pt idx="742">
                  <c:v>3.42</c:v>
                </c:pt>
                <c:pt idx="743">
                  <c:v>3.43</c:v>
                </c:pt>
                <c:pt idx="744">
                  <c:v>3.44</c:v>
                </c:pt>
                <c:pt idx="745">
                  <c:v>3.45</c:v>
                </c:pt>
                <c:pt idx="746">
                  <c:v>3.46</c:v>
                </c:pt>
                <c:pt idx="747">
                  <c:v>3.47</c:v>
                </c:pt>
                <c:pt idx="748">
                  <c:v>3.48</c:v>
                </c:pt>
                <c:pt idx="749">
                  <c:v>3.49</c:v>
                </c:pt>
                <c:pt idx="750">
                  <c:v>3.5</c:v>
                </c:pt>
                <c:pt idx="751">
                  <c:v>3.51</c:v>
                </c:pt>
                <c:pt idx="752">
                  <c:v>3.52</c:v>
                </c:pt>
                <c:pt idx="753">
                  <c:v>3.53</c:v>
                </c:pt>
                <c:pt idx="754">
                  <c:v>3.54</c:v>
                </c:pt>
                <c:pt idx="755">
                  <c:v>3.55</c:v>
                </c:pt>
                <c:pt idx="756">
                  <c:v>3.56</c:v>
                </c:pt>
                <c:pt idx="757">
                  <c:v>3.57</c:v>
                </c:pt>
                <c:pt idx="758">
                  <c:v>3.58</c:v>
                </c:pt>
                <c:pt idx="759">
                  <c:v>3.59</c:v>
                </c:pt>
                <c:pt idx="760">
                  <c:v>3.6</c:v>
                </c:pt>
                <c:pt idx="761">
                  <c:v>3.61</c:v>
                </c:pt>
                <c:pt idx="762">
                  <c:v>3.62</c:v>
                </c:pt>
                <c:pt idx="763">
                  <c:v>3.63</c:v>
                </c:pt>
                <c:pt idx="764">
                  <c:v>3.64</c:v>
                </c:pt>
                <c:pt idx="765">
                  <c:v>3.65</c:v>
                </c:pt>
                <c:pt idx="766">
                  <c:v>3.66</c:v>
                </c:pt>
                <c:pt idx="767">
                  <c:v>3.67</c:v>
                </c:pt>
                <c:pt idx="768">
                  <c:v>3.68</c:v>
                </c:pt>
                <c:pt idx="769">
                  <c:v>3.69</c:v>
                </c:pt>
                <c:pt idx="770">
                  <c:v>3.7</c:v>
                </c:pt>
                <c:pt idx="771">
                  <c:v>3.71</c:v>
                </c:pt>
                <c:pt idx="772">
                  <c:v>3.72</c:v>
                </c:pt>
                <c:pt idx="773">
                  <c:v>3.73</c:v>
                </c:pt>
                <c:pt idx="774">
                  <c:v>3.74</c:v>
                </c:pt>
                <c:pt idx="775">
                  <c:v>3.75</c:v>
                </c:pt>
                <c:pt idx="776">
                  <c:v>3.76</c:v>
                </c:pt>
                <c:pt idx="777">
                  <c:v>3.77</c:v>
                </c:pt>
                <c:pt idx="778">
                  <c:v>3.78</c:v>
                </c:pt>
                <c:pt idx="779">
                  <c:v>3.79</c:v>
                </c:pt>
                <c:pt idx="780">
                  <c:v>3.8</c:v>
                </c:pt>
                <c:pt idx="781">
                  <c:v>3.81</c:v>
                </c:pt>
                <c:pt idx="782">
                  <c:v>3.82</c:v>
                </c:pt>
                <c:pt idx="783">
                  <c:v>3.83</c:v>
                </c:pt>
                <c:pt idx="784">
                  <c:v>3.84</c:v>
                </c:pt>
                <c:pt idx="785">
                  <c:v>3.85</c:v>
                </c:pt>
                <c:pt idx="786">
                  <c:v>3.86</c:v>
                </c:pt>
                <c:pt idx="787">
                  <c:v>3.87</c:v>
                </c:pt>
                <c:pt idx="788">
                  <c:v>3.88</c:v>
                </c:pt>
                <c:pt idx="789">
                  <c:v>3.89</c:v>
                </c:pt>
                <c:pt idx="790">
                  <c:v>3.9</c:v>
                </c:pt>
                <c:pt idx="791">
                  <c:v>3.91</c:v>
                </c:pt>
                <c:pt idx="792">
                  <c:v>3.92</c:v>
                </c:pt>
                <c:pt idx="793">
                  <c:v>3.93</c:v>
                </c:pt>
                <c:pt idx="794">
                  <c:v>3.94</c:v>
                </c:pt>
                <c:pt idx="795">
                  <c:v>3.95</c:v>
                </c:pt>
                <c:pt idx="796">
                  <c:v>3.96</c:v>
                </c:pt>
                <c:pt idx="797">
                  <c:v>3.97</c:v>
                </c:pt>
                <c:pt idx="798">
                  <c:v>3.98</c:v>
                </c:pt>
                <c:pt idx="799">
                  <c:v>3.99</c:v>
                </c:pt>
                <c:pt idx="800">
                  <c:v>4</c:v>
                </c:pt>
              </c:numCache>
            </c:numRef>
          </c:xVal>
          <c:yVal>
            <c:numRef>
              <c:f>'Chart Data'!$B$2:$B$802</c:f>
              <c:numCache>
                <c:formatCode>0.0</c:formatCode>
                <c:ptCount val="801"/>
                <c:pt idx="0">
                  <c:v>0.018724110952</c:v>
                </c:pt>
                <c:pt idx="1">
                  <c:v>0.0188125298422</c:v>
                </c:pt>
                <c:pt idx="2">
                  <c:v>0.0189015632754</c:v>
                </c:pt>
                <c:pt idx="3">
                  <c:v>0.0189912168311</c:v>
                </c:pt>
                <c:pt idx="4">
                  <c:v>0.0190814961505</c:v>
                </c:pt>
                <c:pt idx="5">
                  <c:v>0.0191724069377</c:v>
                </c:pt>
                <c:pt idx="6">
                  <c:v>0.0192639549604</c:v>
                </c:pt>
                <c:pt idx="7">
                  <c:v>0.0193561460504</c:v>
                </c:pt>
                <c:pt idx="8">
                  <c:v>0.0194489861047</c:v>
                </c:pt>
                <c:pt idx="9">
                  <c:v>0.0195424810864</c:v>
                </c:pt>
                <c:pt idx="10">
                  <c:v>0.0196366370255</c:v>
                </c:pt>
                <c:pt idx="11">
                  <c:v>0.0197314600197</c:v>
                </c:pt>
                <c:pt idx="12">
                  <c:v>0.0198269562353</c:v>
                </c:pt>
                <c:pt idx="13">
                  <c:v>0.0199231319082</c:v>
                </c:pt>
                <c:pt idx="14">
                  <c:v>0.0200199933447</c:v>
                </c:pt>
                <c:pt idx="15">
                  <c:v>0.0201175469227</c:v>
                </c:pt>
                <c:pt idx="16">
                  <c:v>0.0202157990921</c:v>
                </c:pt>
                <c:pt idx="17">
                  <c:v>0.0203147563762</c:v>
                </c:pt>
                <c:pt idx="18">
                  <c:v>0.0204144253729</c:v>
                </c:pt>
                <c:pt idx="19">
                  <c:v>0.0205148127547</c:v>
                </c:pt>
                <c:pt idx="20">
                  <c:v>0.020615925271</c:v>
                </c:pt>
                <c:pt idx="21">
                  <c:v>0.0207177697479</c:v>
                </c:pt>
                <c:pt idx="22">
                  <c:v>0.0208203530902</c:v>
                </c:pt>
                <c:pt idx="23">
                  <c:v>0.0209236822817</c:v>
                </c:pt>
                <c:pt idx="24">
                  <c:v>0.0210277643869</c:v>
                </c:pt>
                <c:pt idx="25">
                  <c:v>0.0211326065516</c:v>
                </c:pt>
                <c:pt idx="26">
                  <c:v>0.0212382160041</c:v>
                </c:pt>
                <c:pt idx="27">
                  <c:v>0.0213446000566</c:v>
                </c:pt>
                <c:pt idx="28">
                  <c:v>0.0214517661058</c:v>
                </c:pt>
                <c:pt idx="29">
                  <c:v>0.0215597216345</c:v>
                </c:pt>
                <c:pt idx="30">
                  <c:v>0.0216684742126</c:v>
                </c:pt>
                <c:pt idx="31">
                  <c:v>0.0217780314984</c:v>
                </c:pt>
                <c:pt idx="32">
                  <c:v>0.0218884012394</c:v>
                </c:pt>
                <c:pt idx="33">
                  <c:v>0.021999591274</c:v>
                </c:pt>
                <c:pt idx="34">
                  <c:v>0.0221116095323</c:v>
                </c:pt>
                <c:pt idx="35">
                  <c:v>0.022224464038</c:v>
                </c:pt>
                <c:pt idx="36">
                  <c:v>0.0223381629087</c:v>
                </c:pt>
                <c:pt idx="37">
                  <c:v>0.0224527143581</c:v>
                </c:pt>
                <c:pt idx="38">
                  <c:v>0.0225681266969</c:v>
                </c:pt>
                <c:pt idx="39">
                  <c:v>0.022684408334</c:v>
                </c:pt>
                <c:pt idx="40">
                  <c:v>0.0228015677782</c:v>
                </c:pt>
                <c:pt idx="41">
                  <c:v>0.0229196136393</c:v>
                </c:pt>
                <c:pt idx="42">
                  <c:v>0.0230385546296</c:v>
                </c:pt>
                <c:pt idx="43">
                  <c:v>0.0231583995652</c:v>
                </c:pt>
                <c:pt idx="44">
                  <c:v>0.0232791573678</c:v>
                </c:pt>
                <c:pt idx="45">
                  <c:v>0.0234008370655</c:v>
                </c:pt>
                <c:pt idx="46">
                  <c:v>0.0235234477951</c:v>
                </c:pt>
                <c:pt idx="47">
                  <c:v>0.0236469988027</c:v>
                </c:pt>
                <c:pt idx="48">
                  <c:v>0.0237714994462</c:v>
                </c:pt>
                <c:pt idx="49">
                  <c:v>0.0238969591958</c:v>
                </c:pt>
                <c:pt idx="50">
                  <c:v>0.0240233876365</c:v>
                </c:pt>
                <c:pt idx="51">
                  <c:v>0.0241507944692</c:v>
                </c:pt>
                <c:pt idx="52">
                  <c:v>0.0242791895124</c:v>
                </c:pt>
                <c:pt idx="53">
                  <c:v>0.0244085827039</c:v>
                </c:pt>
                <c:pt idx="54">
                  <c:v>0.0245389841025</c:v>
                </c:pt>
                <c:pt idx="55">
                  <c:v>0.0246704038895</c:v>
                </c:pt>
                <c:pt idx="56">
                  <c:v>0.0248028523706</c:v>
                </c:pt>
                <c:pt idx="57">
                  <c:v>0.0249363399779</c:v>
                </c:pt>
                <c:pt idx="58">
                  <c:v>0.025070877271</c:v>
                </c:pt>
                <c:pt idx="59">
                  <c:v>0.0252064749395</c:v>
                </c:pt>
                <c:pt idx="60">
                  <c:v>0.0253431438044</c:v>
                </c:pt>
                <c:pt idx="61">
                  <c:v>0.0254808948202</c:v>
                </c:pt>
                <c:pt idx="62">
                  <c:v>0.0256197390766</c:v>
                </c:pt>
                <c:pt idx="63">
                  <c:v>0.0257596878006</c:v>
                </c:pt>
                <c:pt idx="64">
                  <c:v>0.0259007523584</c:v>
                </c:pt>
                <c:pt idx="65">
                  <c:v>0.0260429442572</c:v>
                </c:pt>
                <c:pt idx="66">
                  <c:v>0.0261862751476</c:v>
                </c:pt>
                <c:pt idx="67">
                  <c:v>0.0263307568252</c:v>
                </c:pt>
                <c:pt idx="68">
                  <c:v>0.026476401233</c:v>
                </c:pt>
                <c:pt idx="69">
                  <c:v>0.0266232204635</c:v>
                </c:pt>
                <c:pt idx="70">
                  <c:v>0.0267712267606</c:v>
                </c:pt>
                <c:pt idx="71">
                  <c:v>0.026920432522</c:v>
                </c:pt>
                <c:pt idx="72">
                  <c:v>0.0270708503014</c:v>
                </c:pt>
                <c:pt idx="73">
                  <c:v>0.0272224928105</c:v>
                </c:pt>
                <c:pt idx="74">
                  <c:v>0.0273753729217</c:v>
                </c:pt>
                <c:pt idx="75">
                  <c:v>0.0275295036699</c:v>
                </c:pt>
                <c:pt idx="76">
                  <c:v>0.0276848982556</c:v>
                </c:pt>
                <c:pt idx="77">
                  <c:v>0.0278415700464</c:v>
                </c:pt>
                <c:pt idx="78">
                  <c:v>0.0279995325801</c:v>
                </c:pt>
                <c:pt idx="79">
                  <c:v>0.0281587995669</c:v>
                </c:pt>
                <c:pt idx="80">
                  <c:v>0.0283193848918</c:v>
                </c:pt>
                <c:pt idx="81">
                  <c:v>0.0284813026175</c:v>
                </c:pt>
                <c:pt idx="82">
                  <c:v>0.0286445669868</c:v>
                </c:pt>
                <c:pt idx="83">
                  <c:v>0.0288091924249</c:v>
                </c:pt>
                <c:pt idx="84">
                  <c:v>0.0289751935428</c:v>
                </c:pt>
                <c:pt idx="85">
                  <c:v>0.0291425851393</c:v>
                </c:pt>
                <c:pt idx="86">
                  <c:v>0.0293113822041</c:v>
                </c:pt>
                <c:pt idx="87">
                  <c:v>0.0294815999207</c:v>
                </c:pt>
                <c:pt idx="88">
                  <c:v>0.0296532536689</c:v>
                </c:pt>
                <c:pt idx="89">
                  <c:v>0.0298263590281</c:v>
                </c:pt>
                <c:pt idx="90">
                  <c:v>0.0300009317798</c:v>
                </c:pt>
                <c:pt idx="91">
                  <c:v>0.030176987911</c:v>
                </c:pt>
                <c:pt idx="92">
                  <c:v>0.0303545436169</c:v>
                </c:pt>
                <c:pt idx="93">
                  <c:v>0.0305336153041</c:v>
                </c:pt>
                <c:pt idx="94">
                  <c:v>0.0307142195939</c:v>
                </c:pt>
                <c:pt idx="95">
                  <c:v>0.0308963733253</c:v>
                </c:pt>
                <c:pt idx="96">
                  <c:v>0.031080093558</c:v>
                </c:pt>
                <c:pt idx="97">
                  <c:v>0.0312653975762</c:v>
                </c:pt>
                <c:pt idx="98">
                  <c:v>0.0314523028916</c:v>
                </c:pt>
                <c:pt idx="99">
                  <c:v>0.0316408272466</c:v>
                </c:pt>
                <c:pt idx="100">
                  <c:v>0.0318309886184</c:v>
                </c:pt>
                <c:pt idx="101">
                  <c:v>0.0320228052217</c:v>
                </c:pt>
                <c:pt idx="102">
                  <c:v>0.0322162955127</c:v>
                </c:pt>
                <c:pt idx="103">
                  <c:v>0.0324114781928</c:v>
                </c:pt>
                <c:pt idx="104">
                  <c:v>0.0326083722119</c:v>
                </c:pt>
                <c:pt idx="105">
                  <c:v>0.0328069967724</c:v>
                </c:pt>
                <c:pt idx="106">
                  <c:v>0.0330073713327</c:v>
                </c:pt>
                <c:pt idx="107">
                  <c:v>0.0332095156114</c:v>
                </c:pt>
                <c:pt idx="108">
                  <c:v>0.033413449591</c:v>
                </c:pt>
                <c:pt idx="109">
                  <c:v>0.0336191935218</c:v>
                </c:pt>
                <c:pt idx="110">
                  <c:v>0.033826767926</c:v>
                </c:pt>
                <c:pt idx="111">
                  <c:v>0.0340361936018</c:v>
                </c:pt>
                <c:pt idx="112">
                  <c:v>0.0342474916276</c:v>
                </c:pt>
                <c:pt idx="113">
                  <c:v>0.034460683366</c:v>
                </c:pt>
                <c:pt idx="114">
                  <c:v>0.0346757904684</c:v>
                </c:pt>
                <c:pt idx="115">
                  <c:v>0.034892834879</c:v>
                </c:pt>
                <c:pt idx="116">
                  <c:v>0.0351118388395</c:v>
                </c:pt>
                <c:pt idx="117">
                  <c:v>0.0353328248936</c:v>
                </c:pt>
                <c:pt idx="118">
                  <c:v>0.0355558158911</c:v>
                </c:pt>
                <c:pt idx="119">
                  <c:v>0.0357808349933</c:v>
                </c:pt>
                <c:pt idx="120">
                  <c:v>0.0360079056769</c:v>
                </c:pt>
                <c:pt idx="121">
                  <c:v>0.0362370517394</c:v>
                </c:pt>
                <c:pt idx="122">
                  <c:v>0.0364682973035</c:v>
                </c:pt>
                <c:pt idx="123">
                  <c:v>0.0367016668224</c:v>
                </c:pt>
                <c:pt idx="124">
                  <c:v>0.0369371850845</c:v>
                </c:pt>
                <c:pt idx="125">
                  <c:v>0.0371748772185</c:v>
                </c:pt>
                <c:pt idx="126">
                  <c:v>0.037414768699</c:v>
                </c:pt>
                <c:pt idx="127">
                  <c:v>0.037656885351</c:v>
                </c:pt>
                <c:pt idx="128">
                  <c:v>0.0379012533559</c:v>
                </c:pt>
                <c:pt idx="129">
                  <c:v>0.0381478992562</c:v>
                </c:pt>
                <c:pt idx="130">
                  <c:v>0.0383968499619</c:v>
                </c:pt>
                <c:pt idx="131">
                  <c:v>0.038648132755</c:v>
                </c:pt>
                <c:pt idx="132">
                  <c:v>0.0389017752962</c:v>
                </c:pt>
                <c:pt idx="133">
                  <c:v>0.0391578056298</c:v>
                </c:pt>
                <c:pt idx="134">
                  <c:v>0.0394162521898</c:v>
                </c:pt>
                <c:pt idx="135">
                  <c:v>0.039677143806</c:v>
                </c:pt>
                <c:pt idx="136">
                  <c:v>0.0399405097099</c:v>
                </c:pt>
                <c:pt idx="137">
                  <c:v>0.0402063795405</c:v>
                </c:pt>
                <c:pt idx="138">
                  <c:v>0.0404747833508</c:v>
                </c:pt>
                <c:pt idx="139">
                  <c:v>0.040745751614</c:v>
                </c:pt>
                <c:pt idx="140">
                  <c:v>0.0410193152299</c:v>
                </c:pt>
                <c:pt idx="141">
                  <c:v>0.041295505531</c:v>
                </c:pt>
                <c:pt idx="142">
                  <c:v>0.0415743542897</c:v>
                </c:pt>
                <c:pt idx="143">
                  <c:v>0.0418558937243</c:v>
                </c:pt>
                <c:pt idx="144">
                  <c:v>0.042140156506</c:v>
                </c:pt>
                <c:pt idx="145">
                  <c:v>0.0424271757659</c:v>
                </c:pt>
                <c:pt idx="146">
                  <c:v>0.0427169851017</c:v>
                </c:pt>
                <c:pt idx="147">
                  <c:v>0.0430096185847</c:v>
                </c:pt>
                <c:pt idx="148">
                  <c:v>0.0433051107673</c:v>
                </c:pt>
                <c:pt idx="149">
                  <c:v>0.0436034966896</c:v>
                </c:pt>
                <c:pt idx="150">
                  <c:v>0.0439048118874</c:v>
                </c:pt>
                <c:pt idx="151">
                  <c:v>0.0442090923992</c:v>
                </c:pt>
                <c:pt idx="152">
                  <c:v>0.044516374774</c:v>
                </c:pt>
                <c:pt idx="153">
                  <c:v>0.0448266960785</c:v>
                </c:pt>
                <c:pt idx="154">
                  <c:v>0.0451400939055</c:v>
                </c:pt>
                <c:pt idx="155">
                  <c:v>0.0454566063811</c:v>
                </c:pt>
                <c:pt idx="156">
                  <c:v>0.0457762721732</c:v>
                </c:pt>
                <c:pt idx="157">
                  <c:v>0.0460991304992</c:v>
                </c:pt>
                <c:pt idx="158">
                  <c:v>0.0464252211341</c:v>
                </c:pt>
                <c:pt idx="159">
                  <c:v>0.0467545844191</c:v>
                </c:pt>
                <c:pt idx="160">
                  <c:v>0.0470872612698</c:v>
                </c:pt>
                <c:pt idx="161">
                  <c:v>0.0474232931845</c:v>
                </c:pt>
                <c:pt idx="162">
                  <c:v>0.0477627222531</c:v>
                </c:pt>
                <c:pt idx="163">
                  <c:v>0.0481055911656</c:v>
                </c:pt>
                <c:pt idx="164">
                  <c:v>0.0484519432209</c:v>
                </c:pt>
                <c:pt idx="165">
                  <c:v>0.0488018223356</c:v>
                </c:pt>
                <c:pt idx="166">
                  <c:v>0.0491552730533</c:v>
                </c:pt>
                <c:pt idx="167">
                  <c:v>0.0495123405534</c:v>
                </c:pt>
                <c:pt idx="168">
                  <c:v>0.0498730706605</c:v>
                </c:pt>
                <c:pt idx="169">
                  <c:v>0.0502375098537</c:v>
                </c:pt>
                <c:pt idx="170">
                  <c:v>0.0506057052756</c:v>
                </c:pt>
                <c:pt idx="171">
                  <c:v>0.0509777047427</c:v>
                </c:pt>
                <c:pt idx="172">
                  <c:v>0.051353556754</c:v>
                </c:pt>
                <c:pt idx="173">
                  <c:v>0.0517333105014</c:v>
                </c:pt>
                <c:pt idx="174">
                  <c:v>0.0521170158792</c:v>
                </c:pt>
                <c:pt idx="175">
                  <c:v>0.0525047234942</c:v>
                </c:pt>
                <c:pt idx="176">
                  <c:v>0.0528964846756</c:v>
                </c:pt>
                <c:pt idx="177">
                  <c:v>0.0532923514848</c:v>
                </c:pt>
                <c:pt idx="178">
                  <c:v>0.0536923767262</c:v>
                </c:pt>
                <c:pt idx="179">
                  <c:v>0.0540966139569</c:v>
                </c:pt>
                <c:pt idx="180">
                  <c:v>0.0545051174972</c:v>
                </c:pt>
                <c:pt idx="181">
                  <c:v>0.0549179424413</c:v>
                </c:pt>
                <c:pt idx="182">
                  <c:v>0.0553351446672</c:v>
                </c:pt>
                <c:pt idx="183">
                  <c:v>0.0557567808481</c:v>
                </c:pt>
                <c:pt idx="184">
                  <c:v>0.0561829084623</c:v>
                </c:pt>
                <c:pt idx="185">
                  <c:v>0.0566135858041</c:v>
                </c:pt>
                <c:pt idx="186">
                  <c:v>0.0570488719951</c:v>
                </c:pt>
                <c:pt idx="187">
                  <c:v>0.0574888269941</c:v>
                </c:pt>
                <c:pt idx="188">
                  <c:v>0.0579335116089</c:v>
                </c:pt>
                <c:pt idx="189">
                  <c:v>0.0583829875064</c:v>
                </c:pt>
                <c:pt idx="190">
                  <c:v>0.0588373172244</c:v>
                </c:pt>
                <c:pt idx="191">
                  <c:v>0.0592965641817</c:v>
                </c:pt>
                <c:pt idx="192">
                  <c:v>0.05976079269</c:v>
                </c:pt>
                <c:pt idx="193">
                  <c:v>0.0602300679642</c:v>
                </c:pt>
                <c:pt idx="194">
                  <c:v>0.0607044561339</c:v>
                </c:pt>
                <c:pt idx="195">
                  <c:v>0.0611840242545</c:v>
                </c:pt>
                <c:pt idx="196">
                  <c:v>0.0616688403177</c:v>
                </c:pt>
                <c:pt idx="197">
                  <c:v>0.0621589732633</c:v>
                </c:pt>
                <c:pt idx="198">
                  <c:v>0.0626544929895</c:v>
                </c:pt>
                <c:pt idx="199">
                  <c:v>0.0631554703644</c:v>
                </c:pt>
                <c:pt idx="200">
                  <c:v>0.0636619772368</c:v>
                </c:pt>
                <c:pt idx="201">
                  <c:v>0.0641740864466</c:v>
                </c:pt>
                <c:pt idx="202">
                  <c:v>0.0646918718364</c:v>
                </c:pt>
                <c:pt idx="203">
                  <c:v>0.0652154082615</c:v>
                </c:pt>
                <c:pt idx="204">
                  <c:v>0.0657447716011</c:v>
                </c:pt>
                <c:pt idx="205">
                  <c:v>0.0662800387681</c:v>
                </c:pt>
                <c:pt idx="206">
                  <c:v>0.0668212877202</c:v>
                </c:pt>
                <c:pt idx="207">
                  <c:v>0.0673685974695</c:v>
                </c:pt>
                <c:pt idx="208">
                  <c:v>0.0679220480932</c:v>
                </c:pt>
                <c:pt idx="209">
                  <c:v>0.0684817207426</c:v>
                </c:pt>
                <c:pt idx="210">
                  <c:v>0.0690476976538</c:v>
                </c:pt>
                <c:pt idx="211">
                  <c:v>0.0696200621561</c:v>
                </c:pt>
                <c:pt idx="212">
                  <c:v>0.070198898682</c:v>
                </c:pt>
                <c:pt idx="213">
                  <c:v>0.0707842927759</c:v>
                </c:pt>
                <c:pt idx="214">
                  <c:v>0.0713763311023</c:v>
                </c:pt>
                <c:pt idx="215">
                  <c:v>0.0719751014548</c:v>
                </c:pt>
                <c:pt idx="216">
                  <c:v>0.0725806927635</c:v>
                </c:pt>
                <c:pt idx="217">
                  <c:v>0.0731931951031</c:v>
                </c:pt>
                <c:pt idx="218">
                  <c:v>0.0738126996994</c:v>
                </c:pt>
                <c:pt idx="219">
                  <c:v>0.0744392989368</c:v>
                </c:pt>
                <c:pt idx="220">
                  <c:v>0.0750730863641</c:v>
                </c:pt>
                <c:pt idx="221">
                  <c:v>0.0757141567003</c:v>
                </c:pt>
                <c:pt idx="222">
                  <c:v>0.0763626058401</c:v>
                </c:pt>
                <c:pt idx="223">
                  <c:v>0.0770185308582</c:v>
                </c:pt>
                <c:pt idx="224">
                  <c:v>0.0776820300136</c:v>
                </c:pt>
                <c:pt idx="225">
                  <c:v>0.0783532027529</c:v>
                </c:pt>
                <c:pt idx="226">
                  <c:v>0.0790321497129</c:v>
                </c:pt>
                <c:pt idx="227">
                  <c:v>0.0797189727225</c:v>
                </c:pt>
                <c:pt idx="228">
                  <c:v>0.0804137748039</c:v>
                </c:pt>
                <c:pt idx="229">
                  <c:v>0.0811166601727</c:v>
                </c:pt>
                <c:pt idx="230">
                  <c:v>0.0818277342375</c:v>
                </c:pt>
                <c:pt idx="231">
                  <c:v>0.0825471035979</c:v>
                </c:pt>
                <c:pt idx="232">
                  <c:v>0.0832748760422</c:v>
                </c:pt>
                <c:pt idx="233">
                  <c:v>0.0840111605436</c:v>
                </c:pt>
                <c:pt idx="234">
                  <c:v>0.0847560672552</c:v>
                </c:pt>
                <c:pt idx="235">
                  <c:v>0.085509707504</c:v>
                </c:pt>
                <c:pt idx="236">
                  <c:v>0.0862721937836</c:v>
                </c:pt>
                <c:pt idx="237">
                  <c:v>0.0870436397451</c:v>
                </c:pt>
                <c:pt idx="238">
                  <c:v>0.0878241601876</c:v>
                </c:pt>
                <c:pt idx="239">
                  <c:v>0.0886138710458</c:v>
                </c:pt>
                <c:pt idx="240">
                  <c:v>0.0894128893775</c:v>
                </c:pt>
                <c:pt idx="241">
                  <c:v>0.0902213333476</c:v>
                </c:pt>
                <c:pt idx="242">
                  <c:v>0.0910393222125</c:v>
                </c:pt>
                <c:pt idx="243">
                  <c:v>0.0918669763006</c:v>
                </c:pt>
                <c:pt idx="244">
                  <c:v>0.092704416992</c:v>
                </c:pt>
                <c:pt idx="245">
                  <c:v>0.0935517666962</c:v>
                </c:pt>
                <c:pt idx="246">
                  <c:v>0.0944091488266</c:v>
                </c:pt>
                <c:pt idx="247">
                  <c:v>0.0952766877739</c:v>
                </c:pt>
                <c:pt idx="248">
                  <c:v>0.0961545088762</c:v>
                </c:pt>
                <c:pt idx="249">
                  <c:v>0.0970427383872</c:v>
                </c:pt>
                <c:pt idx="250">
                  <c:v>0.0979415034412</c:v>
                </c:pt>
                <c:pt idx="251">
                  <c:v>0.0988509320157</c:v>
                </c:pt>
                <c:pt idx="252">
                  <c:v>0.0997711528911</c:v>
                </c:pt>
                <c:pt idx="253">
                  <c:v>0.100702295607</c:v>
                </c:pt>
                <c:pt idx="254">
                  <c:v>0.101644490415</c:v>
                </c:pt>
                <c:pt idx="255">
                  <c:v>0.10259786823</c:v>
                </c:pt>
                <c:pt idx="256">
                  <c:v>0.103562560575</c:v>
                </c:pt>
                <c:pt idx="257">
                  <c:v>0.104538699525</c:v>
                </c:pt>
                <c:pt idx="258">
                  <c:v>0.105526417645</c:v>
                </c:pt>
                <c:pt idx="259">
                  <c:v>0.106525847925</c:v>
                </c:pt>
                <c:pt idx="260">
                  <c:v>0.107537123711</c:v>
                </c:pt>
                <c:pt idx="261">
                  <c:v>0.108560378631</c:v>
                </c:pt>
                <c:pt idx="262">
                  <c:v>0.109595746517</c:v>
                </c:pt>
                <c:pt idx="263">
                  <c:v>0.110643361321</c:v>
                </c:pt>
                <c:pt idx="264">
                  <c:v>0.111703357027</c:v>
                </c:pt>
                <c:pt idx="265">
                  <c:v>0.112775867558</c:v>
                </c:pt>
                <c:pt idx="266">
                  <c:v>0.113861026679</c:v>
                </c:pt>
                <c:pt idx="267">
                  <c:v>0.114958967888</c:v>
                </c:pt>
                <c:pt idx="268">
                  <c:v>0.116069824309</c:v>
                </c:pt>
                <c:pt idx="269">
                  <c:v>0.117193728575</c:v>
                </c:pt>
                <c:pt idx="270">
                  <c:v>0.118330812708</c:v>
                </c:pt>
                <c:pt idx="271">
                  <c:v>0.119481207982</c:v>
                </c:pt>
                <c:pt idx="272">
                  <c:v>0.120645044794</c:v>
                </c:pt>
                <c:pt idx="273">
                  <c:v>0.121822452518</c:v>
                </c:pt>
                <c:pt idx="274">
                  <c:v>0.123013559354</c:v>
                </c:pt>
                <c:pt idx="275">
                  <c:v>0.124218492169</c:v>
                </c:pt>
                <c:pt idx="276">
                  <c:v>0.125437376333</c:v>
                </c:pt>
                <c:pt idx="277">
                  <c:v>0.126670335542</c:v>
                </c:pt>
                <c:pt idx="278">
                  <c:v>0.127917491635</c:v>
                </c:pt>
                <c:pt idx="279">
                  <c:v>0.129178964402</c:v>
                </c:pt>
                <c:pt idx="280">
                  <c:v>0.130454871387</c:v>
                </c:pt>
                <c:pt idx="281">
                  <c:v>0.13174532767</c:v>
                </c:pt>
                <c:pt idx="282">
                  <c:v>0.133050445654</c:v>
                </c:pt>
                <c:pt idx="283">
                  <c:v>0.134370334832</c:v>
                </c:pt>
                <c:pt idx="284">
                  <c:v>0.135705101545</c:v>
                </c:pt>
                <c:pt idx="285">
                  <c:v>0.137054848734</c:v>
                </c:pt>
                <c:pt idx="286">
                  <c:v>0.138419675676</c:v>
                </c:pt>
                <c:pt idx="287">
                  <c:v>0.139799677713</c:v>
                </c:pt>
                <c:pt idx="288">
                  <c:v>0.141194945965</c:v>
                </c:pt>
                <c:pt idx="289">
                  <c:v>0.142605567037</c:v>
                </c:pt>
                <c:pt idx="290">
                  <c:v>0.144031622708</c:v>
                </c:pt>
                <c:pt idx="291">
                  <c:v>0.145473189609</c:v>
                </c:pt>
                <c:pt idx="292">
                  <c:v>0.146930338896</c:v>
                </c:pt>
                <c:pt idx="293">
                  <c:v>0.148403135896</c:v>
                </c:pt>
                <c:pt idx="294">
                  <c:v>0.149891639755</c:v>
                </c:pt>
                <c:pt idx="295">
                  <c:v>0.15139590306</c:v>
                </c:pt>
                <c:pt idx="296">
                  <c:v>0.152915971456</c:v>
                </c:pt>
                <c:pt idx="297">
                  <c:v>0.154451883247</c:v>
                </c:pt>
                <c:pt idx="298">
                  <c:v>0.156003668979</c:v>
                </c:pt>
                <c:pt idx="299">
                  <c:v>0.157571351014</c:v>
                </c:pt>
                <c:pt idx="300">
                  <c:v>0.159154943092</c:v>
                </c:pt>
                <c:pt idx="301">
                  <c:v>0.160754449868</c:v>
                </c:pt>
                <c:pt idx="302">
                  <c:v>0.162369866448</c:v>
                </c:pt>
                <c:pt idx="303">
                  <c:v>0.164001177899</c:v>
                </c:pt>
                <c:pt idx="304">
                  <c:v>0.165648358755</c:v>
                </c:pt>
                <c:pt idx="305">
                  <c:v>0.167311372501</c:v>
                </c:pt>
                <c:pt idx="306">
                  <c:v>0.168990171047</c:v>
                </c:pt>
                <c:pt idx="307">
                  <c:v>0.170684694184</c:v>
                </c:pt>
                <c:pt idx="308">
                  <c:v>0.172394869034</c:v>
                </c:pt>
                <c:pt idx="309">
                  <c:v>0.174120609476</c:v>
                </c:pt>
                <c:pt idx="310">
                  <c:v>0.175861815571</c:v>
                </c:pt>
                <c:pt idx="311">
                  <c:v>0.177618372961</c:v>
                </c:pt>
                <c:pt idx="312">
                  <c:v>0.179390152268</c:v>
                </c:pt>
                <c:pt idx="313">
                  <c:v>0.181177008472</c:v>
                </c:pt>
                <c:pt idx="314">
                  <c:v>0.182978780285</c:v>
                </c:pt>
                <c:pt idx="315">
                  <c:v>0.184795289512</c:v>
                </c:pt>
                <c:pt idx="316">
                  <c:v>0.186626340399</c:v>
                </c:pt>
                <c:pt idx="317">
                  <c:v>0.188471718979</c:v>
                </c:pt>
                <c:pt idx="318">
                  <c:v>0.190331192408</c:v>
                </c:pt>
                <c:pt idx="319">
                  <c:v>0.192204508293</c:v>
                </c:pt>
                <c:pt idx="320">
                  <c:v>0.194091394015</c:v>
                </c:pt>
                <c:pt idx="321">
                  <c:v>0.195991556052</c:v>
                </c:pt>
                <c:pt idx="322">
                  <c:v>0.197904679299</c:v>
                </c:pt>
                <c:pt idx="323">
                  <c:v>0.199830426382</c:v>
                </c:pt>
                <c:pt idx="324">
                  <c:v>0.201768436983</c:v>
                </c:pt>
                <c:pt idx="325">
                  <c:v>0.203718327158</c:v>
                </c:pt>
                <c:pt idx="326">
                  <c:v>0.205679688669</c:v>
                </c:pt>
                <c:pt idx="327">
                  <c:v>0.207652088319</c:v>
                </c:pt>
                <c:pt idx="328">
                  <c:v>0.209635067297</c:v>
                </c:pt>
                <c:pt idx="329">
                  <c:v>0.211628140538</c:v>
                </c:pt>
                <c:pt idx="330">
                  <c:v>0.213630796097</c:v>
                </c:pt>
                <c:pt idx="331">
                  <c:v>0.215642494535</c:v>
                </c:pt>
                <c:pt idx="332">
                  <c:v>0.217662668342</c:v>
                </c:pt>
                <c:pt idx="333">
                  <c:v>0.219690721364</c:v>
                </c:pt>
                <c:pt idx="334">
                  <c:v>0.22172602827</c:v>
                </c:pt>
                <c:pt idx="335">
                  <c:v>0.223767934048</c:v>
                </c:pt>
                <c:pt idx="336">
                  <c:v>0.225815753536</c:v>
                </c:pt>
                <c:pt idx="337">
                  <c:v>0.227868770981</c:v>
                </c:pt>
                <c:pt idx="338">
                  <c:v>0.229926239659</c:v>
                </c:pt>
                <c:pt idx="339">
                  <c:v>0.23198738152</c:v>
                </c:pt>
                <c:pt idx="340">
                  <c:v>0.2340513869</c:v>
                </c:pt>
                <c:pt idx="341">
                  <c:v>0.236117414275</c:v>
                </c:pt>
                <c:pt idx="342">
                  <c:v>0.238184590081</c:v>
                </c:pt>
                <c:pt idx="343">
                  <c:v>0.240252008592</c:v>
                </c:pt>
                <c:pt idx="344">
                  <c:v>0.24231873187</c:v>
                </c:pt>
                <c:pt idx="345">
                  <c:v>0.244383789776</c:v>
                </c:pt>
                <c:pt idx="346">
                  <c:v>0.246446180074</c:v>
                </c:pt>
                <c:pt idx="347">
                  <c:v>0.248504868595</c:v>
                </c:pt>
                <c:pt idx="348">
                  <c:v>0.250558789502</c:v>
                </c:pt>
                <c:pt idx="349">
                  <c:v>0.252606845634</c:v>
                </c:pt>
                <c:pt idx="350">
                  <c:v>0.254647908947</c:v>
                </c:pt>
                <c:pt idx="351">
                  <c:v>0.25668082105</c:v>
                </c:pt>
                <c:pt idx="352">
                  <c:v>0.258704393842</c:v>
                </c:pt>
                <c:pt idx="353">
                  <c:v>0.260717410258</c:v>
                </c:pt>
                <c:pt idx="354">
                  <c:v>0.26271862511</c:v>
                </c:pt>
                <c:pt idx="355">
                  <c:v>0.264706766057</c:v>
                </c:pt>
                <c:pt idx="356">
                  <c:v>0.266680534671</c:v>
                </c:pt>
                <c:pt idx="357">
                  <c:v>0.268638607633</c:v>
                </c:pt>
                <c:pt idx="358">
                  <c:v>0.270579638035</c:v>
                </c:pt>
                <c:pt idx="359">
                  <c:v>0.272502256813</c:v>
                </c:pt>
                <c:pt idx="360">
                  <c:v>0.274405074296</c:v>
                </c:pt>
                <c:pt idx="361">
                  <c:v>0.276286681871</c:v>
                </c:pt>
                <c:pt idx="362">
                  <c:v>0.278145653778</c:v>
                </c:pt>
                <c:pt idx="363">
                  <c:v>0.279980549023</c:v>
                </c:pt>
                <c:pt idx="364">
                  <c:v>0.281789913406</c:v>
                </c:pt>
                <c:pt idx="365">
                  <c:v>0.283572281678</c:v>
                </c:pt>
                <c:pt idx="366">
                  <c:v>0.285326179799</c:v>
                </c:pt>
                <c:pt idx="367">
                  <c:v>0.287050127319</c:v>
                </c:pt>
                <c:pt idx="368">
                  <c:v>0.288742639862</c:v>
                </c:pt>
                <c:pt idx="369">
                  <c:v>0.290402231716</c:v>
                </c:pt>
                <c:pt idx="370">
                  <c:v>0.292027418517</c:v>
                </c:pt>
                <c:pt idx="371">
                  <c:v>0.293616720029</c:v>
                </c:pt>
                <c:pt idx="372">
                  <c:v>0.295168663004</c:v>
                </c:pt>
                <c:pt idx="373">
                  <c:v>0.296681784121</c:v>
                </c:pt>
                <c:pt idx="374">
                  <c:v>0.298154632993</c:v>
                </c:pt>
                <c:pt idx="375">
                  <c:v>0.299585775232</c:v>
                </c:pt>
                <c:pt idx="376">
                  <c:v>0.30097379556</c:v>
                </c:pt>
                <c:pt idx="377">
                  <c:v>0.302317300963</c:v>
                </c:pt>
                <c:pt idx="378">
                  <c:v>0.303614923869</c:v>
                </c:pt>
                <c:pt idx="379">
                  <c:v>0.304865325336</c:v>
                </c:pt>
                <c:pt idx="380">
                  <c:v>0.306067198254</c:v>
                </c:pt>
                <c:pt idx="381">
                  <c:v>0.307219270518</c:v>
                </c:pt>
                <c:pt idx="382">
                  <c:v>0.308320308198</c:v>
                </c:pt>
                <c:pt idx="383">
                  <c:v>0.309369118655</c:v>
                </c:pt>
                <c:pt idx="384">
                  <c:v>0.310364553611</c:v>
                </c:pt>
                <c:pt idx="385">
                  <c:v>0.31130551216</c:v>
                </c:pt>
                <c:pt idx="386">
                  <c:v>0.312190943688</c:v>
                </c:pt>
                <c:pt idx="387">
                  <c:v>0.313019850707</c:v>
                </c:pt>
                <c:pt idx="388">
                  <c:v>0.313791291585</c:v>
                </c:pt>
                <c:pt idx="389">
                  <c:v>0.314504383148</c:v>
                </c:pt>
                <c:pt idx="390">
                  <c:v>0.315158303152</c:v>
                </c:pt>
                <c:pt idx="391">
                  <c:v>0.315752292614</c:v>
                </c:pt>
                <c:pt idx="392">
                  <c:v>0.316285657973</c:v>
                </c:pt>
                <c:pt idx="393">
                  <c:v>0.316757773096</c:v>
                </c:pt>
                <c:pt idx="394">
                  <c:v>0.317168081092</c:v>
                </c:pt>
                <c:pt idx="395">
                  <c:v>0.317516095944</c:v>
                </c:pt>
                <c:pt idx="396">
                  <c:v>0.317801403937</c:v>
                </c:pt>
                <c:pt idx="397">
                  <c:v>0.318023664885</c:v>
                </c:pt>
                <c:pt idx="398">
                  <c:v>0.318182613139</c:v>
                </c:pt>
                <c:pt idx="399">
                  <c:v>0.318278058378</c:v>
                </c:pt>
                <c:pt idx="400">
                  <c:v>0.318309886184</c:v>
                </c:pt>
                <c:pt idx="401">
                  <c:v>0.318278058378</c:v>
                </c:pt>
                <c:pt idx="402">
                  <c:v>0.318182613139</c:v>
                </c:pt>
                <c:pt idx="403">
                  <c:v>0.318023664885</c:v>
                </c:pt>
                <c:pt idx="404">
                  <c:v>0.317801403937</c:v>
                </c:pt>
                <c:pt idx="405">
                  <c:v>0.317516095944</c:v>
                </c:pt>
                <c:pt idx="406">
                  <c:v>0.317168081092</c:v>
                </c:pt>
                <c:pt idx="407">
                  <c:v>0.316757773096</c:v>
                </c:pt>
                <c:pt idx="408">
                  <c:v>0.316285657973</c:v>
                </c:pt>
                <c:pt idx="409">
                  <c:v>0.315752292614</c:v>
                </c:pt>
                <c:pt idx="410">
                  <c:v>0.315158303152</c:v>
                </c:pt>
                <c:pt idx="411">
                  <c:v>0.314504383148</c:v>
                </c:pt>
                <c:pt idx="412">
                  <c:v>0.313791291585</c:v>
                </c:pt>
                <c:pt idx="413">
                  <c:v>0.313019850707</c:v>
                </c:pt>
                <c:pt idx="414">
                  <c:v>0.312190943688</c:v>
                </c:pt>
                <c:pt idx="415">
                  <c:v>0.31130551216</c:v>
                </c:pt>
                <c:pt idx="416">
                  <c:v>0.310364553611</c:v>
                </c:pt>
                <c:pt idx="417">
                  <c:v>0.309369118655</c:v>
                </c:pt>
                <c:pt idx="418">
                  <c:v>0.308320308198</c:v>
                </c:pt>
                <c:pt idx="419">
                  <c:v>0.307219270518</c:v>
                </c:pt>
                <c:pt idx="420">
                  <c:v>0.306067198254</c:v>
                </c:pt>
                <c:pt idx="421">
                  <c:v>0.304865325336</c:v>
                </c:pt>
                <c:pt idx="422">
                  <c:v>0.303614923869</c:v>
                </c:pt>
                <c:pt idx="423">
                  <c:v>0.302317300963</c:v>
                </c:pt>
                <c:pt idx="424">
                  <c:v>0.30097379556</c:v>
                </c:pt>
                <c:pt idx="425">
                  <c:v>0.299585775232</c:v>
                </c:pt>
                <c:pt idx="426">
                  <c:v>0.298154632993</c:v>
                </c:pt>
                <c:pt idx="427">
                  <c:v>0.296681784121</c:v>
                </c:pt>
                <c:pt idx="428">
                  <c:v>0.295168663004</c:v>
                </c:pt>
                <c:pt idx="429">
                  <c:v>0.293616720029</c:v>
                </c:pt>
                <c:pt idx="430">
                  <c:v>0.292027418517</c:v>
                </c:pt>
                <c:pt idx="431">
                  <c:v>0.290402231716</c:v>
                </c:pt>
                <c:pt idx="432">
                  <c:v>0.288742639862</c:v>
                </c:pt>
                <c:pt idx="433">
                  <c:v>0.287050127319</c:v>
                </c:pt>
                <c:pt idx="434">
                  <c:v>0.285326179799</c:v>
                </c:pt>
                <c:pt idx="435">
                  <c:v>0.283572281678</c:v>
                </c:pt>
                <c:pt idx="436">
                  <c:v>0.281789913406</c:v>
                </c:pt>
                <c:pt idx="437">
                  <c:v>0.279980549023</c:v>
                </c:pt>
                <c:pt idx="438">
                  <c:v>0.278145653778</c:v>
                </c:pt>
                <c:pt idx="439">
                  <c:v>0.276286681871</c:v>
                </c:pt>
                <c:pt idx="440">
                  <c:v>0.274405074296</c:v>
                </c:pt>
                <c:pt idx="441">
                  <c:v>0.272502256813</c:v>
                </c:pt>
                <c:pt idx="442">
                  <c:v>0.270579638035</c:v>
                </c:pt>
                <c:pt idx="443">
                  <c:v>0.268638607633</c:v>
                </c:pt>
                <c:pt idx="444">
                  <c:v>0.266680534671</c:v>
                </c:pt>
                <c:pt idx="445">
                  <c:v>0.264706766057</c:v>
                </c:pt>
                <c:pt idx="446">
                  <c:v>0.26271862511</c:v>
                </c:pt>
                <c:pt idx="447">
                  <c:v>0.260717410258</c:v>
                </c:pt>
                <c:pt idx="448">
                  <c:v>0.258704393842</c:v>
                </c:pt>
                <c:pt idx="449">
                  <c:v>0.25668082105</c:v>
                </c:pt>
                <c:pt idx="450">
                  <c:v>0.254647908947</c:v>
                </c:pt>
                <c:pt idx="451">
                  <c:v>0.252606845634</c:v>
                </c:pt>
                <c:pt idx="452">
                  <c:v>0.250558789502</c:v>
                </c:pt>
                <c:pt idx="453">
                  <c:v>0.248504868595</c:v>
                </c:pt>
                <c:pt idx="454">
                  <c:v>0.246446180074</c:v>
                </c:pt>
                <c:pt idx="455">
                  <c:v>0.244383789776</c:v>
                </c:pt>
                <c:pt idx="456">
                  <c:v>0.24231873187</c:v>
                </c:pt>
                <c:pt idx="457">
                  <c:v>0.240252008592</c:v>
                </c:pt>
                <c:pt idx="458">
                  <c:v>0.238184590081</c:v>
                </c:pt>
                <c:pt idx="459">
                  <c:v>0.236117414275</c:v>
                </c:pt>
                <c:pt idx="460">
                  <c:v>0.2340513869</c:v>
                </c:pt>
                <c:pt idx="461">
                  <c:v>0.23198738152</c:v>
                </c:pt>
                <c:pt idx="462">
                  <c:v>0.229926239659</c:v>
                </c:pt>
                <c:pt idx="463">
                  <c:v>0.227868770981</c:v>
                </c:pt>
                <c:pt idx="464">
                  <c:v>0.225815753536</c:v>
                </c:pt>
                <c:pt idx="465">
                  <c:v>0.223767934048</c:v>
                </c:pt>
                <c:pt idx="466">
                  <c:v>0.22172602827</c:v>
                </c:pt>
                <c:pt idx="467">
                  <c:v>0.219690721364</c:v>
                </c:pt>
                <c:pt idx="468">
                  <c:v>0.217662668342</c:v>
                </c:pt>
                <c:pt idx="469">
                  <c:v>0.215642494535</c:v>
                </c:pt>
                <c:pt idx="470">
                  <c:v>0.213630796097</c:v>
                </c:pt>
                <c:pt idx="471">
                  <c:v>0.211628140538</c:v>
                </c:pt>
                <c:pt idx="472">
                  <c:v>0.209635067297</c:v>
                </c:pt>
                <c:pt idx="473">
                  <c:v>0.207652088319</c:v>
                </c:pt>
                <c:pt idx="474">
                  <c:v>0.205679688669</c:v>
                </c:pt>
                <c:pt idx="475">
                  <c:v>0.203718327158</c:v>
                </c:pt>
                <c:pt idx="476">
                  <c:v>0.201768436983</c:v>
                </c:pt>
                <c:pt idx="477">
                  <c:v>0.199830426382</c:v>
                </c:pt>
                <c:pt idx="478">
                  <c:v>0.197904679299</c:v>
                </c:pt>
                <c:pt idx="479">
                  <c:v>0.195991556052</c:v>
                </c:pt>
                <c:pt idx="480">
                  <c:v>0.194091394015</c:v>
                </c:pt>
                <c:pt idx="481">
                  <c:v>0.192204508293</c:v>
                </c:pt>
                <c:pt idx="482">
                  <c:v>0.190331192408</c:v>
                </c:pt>
                <c:pt idx="483">
                  <c:v>0.188471718979</c:v>
                </c:pt>
                <c:pt idx="484">
                  <c:v>0.186626340399</c:v>
                </c:pt>
                <c:pt idx="485">
                  <c:v>0.184795289512</c:v>
                </c:pt>
                <c:pt idx="486">
                  <c:v>0.182978780285</c:v>
                </c:pt>
                <c:pt idx="487">
                  <c:v>0.181177008472</c:v>
                </c:pt>
                <c:pt idx="488">
                  <c:v>0.179390152268</c:v>
                </c:pt>
                <c:pt idx="489">
                  <c:v>0.177618372961</c:v>
                </c:pt>
                <c:pt idx="490">
                  <c:v>0.175861815571</c:v>
                </c:pt>
                <c:pt idx="491">
                  <c:v>0.174120609476</c:v>
                </c:pt>
                <c:pt idx="492">
                  <c:v>0.172394869034</c:v>
                </c:pt>
                <c:pt idx="493">
                  <c:v>0.170684694184</c:v>
                </c:pt>
                <c:pt idx="494">
                  <c:v>0.168990171047</c:v>
                </c:pt>
                <c:pt idx="495">
                  <c:v>0.167311372501</c:v>
                </c:pt>
                <c:pt idx="496">
                  <c:v>0.165648358755</c:v>
                </c:pt>
                <c:pt idx="497">
                  <c:v>0.164001177899</c:v>
                </c:pt>
                <c:pt idx="498">
                  <c:v>0.162369866448</c:v>
                </c:pt>
                <c:pt idx="499">
                  <c:v>0.160754449868</c:v>
                </c:pt>
                <c:pt idx="500">
                  <c:v>0.159154943092</c:v>
                </c:pt>
                <c:pt idx="501">
                  <c:v>0.157571351014</c:v>
                </c:pt>
                <c:pt idx="502">
                  <c:v>0.156003668979</c:v>
                </c:pt>
                <c:pt idx="503">
                  <c:v>0.154451883247</c:v>
                </c:pt>
                <c:pt idx="504">
                  <c:v>0.152915971456</c:v>
                </c:pt>
                <c:pt idx="505">
                  <c:v>0.15139590306</c:v>
                </c:pt>
                <c:pt idx="506">
                  <c:v>0.149891639755</c:v>
                </c:pt>
                <c:pt idx="507">
                  <c:v>0.148403135896</c:v>
                </c:pt>
                <c:pt idx="508">
                  <c:v>0.146930338896</c:v>
                </c:pt>
                <c:pt idx="509">
                  <c:v>0.145473189609</c:v>
                </c:pt>
                <c:pt idx="510">
                  <c:v>0.144031622708</c:v>
                </c:pt>
                <c:pt idx="511">
                  <c:v>0.142605567037</c:v>
                </c:pt>
                <c:pt idx="512">
                  <c:v>0.141194945965</c:v>
                </c:pt>
                <c:pt idx="513">
                  <c:v>0.139799677713</c:v>
                </c:pt>
                <c:pt idx="514">
                  <c:v>0.138419675676</c:v>
                </c:pt>
                <c:pt idx="515">
                  <c:v>0.137054848734</c:v>
                </c:pt>
                <c:pt idx="516">
                  <c:v>0.135705101545</c:v>
                </c:pt>
                <c:pt idx="517">
                  <c:v>0.134370334832</c:v>
                </c:pt>
                <c:pt idx="518">
                  <c:v>0.133050445654</c:v>
                </c:pt>
                <c:pt idx="519">
                  <c:v>0.13174532767</c:v>
                </c:pt>
                <c:pt idx="520">
                  <c:v>0.130454871387</c:v>
                </c:pt>
                <c:pt idx="521">
                  <c:v>0.129178964402</c:v>
                </c:pt>
                <c:pt idx="522">
                  <c:v>0.127917491635</c:v>
                </c:pt>
                <c:pt idx="523">
                  <c:v>0.126670335542</c:v>
                </c:pt>
                <c:pt idx="524">
                  <c:v>0.125437376333</c:v>
                </c:pt>
                <c:pt idx="525">
                  <c:v>0.124218492169</c:v>
                </c:pt>
                <c:pt idx="526">
                  <c:v>0.123013559354</c:v>
                </c:pt>
                <c:pt idx="527">
                  <c:v>0.121822452518</c:v>
                </c:pt>
                <c:pt idx="528">
                  <c:v>0.120645044794</c:v>
                </c:pt>
                <c:pt idx="529">
                  <c:v>0.119481207982</c:v>
                </c:pt>
                <c:pt idx="530">
                  <c:v>0.118330812708</c:v>
                </c:pt>
                <c:pt idx="531">
                  <c:v>0.117193728575</c:v>
                </c:pt>
                <c:pt idx="532">
                  <c:v>0.116069824309</c:v>
                </c:pt>
                <c:pt idx="533">
                  <c:v>0.114958967888</c:v>
                </c:pt>
                <c:pt idx="534">
                  <c:v>0.113861026679</c:v>
                </c:pt>
                <c:pt idx="535">
                  <c:v>0.112775867558</c:v>
                </c:pt>
                <c:pt idx="536">
                  <c:v>0.111703357027</c:v>
                </c:pt>
                <c:pt idx="537">
                  <c:v>0.110643361321</c:v>
                </c:pt>
                <c:pt idx="538">
                  <c:v>0.109595746517</c:v>
                </c:pt>
                <c:pt idx="539">
                  <c:v>0.108560378631</c:v>
                </c:pt>
                <c:pt idx="540">
                  <c:v>0.107537123711</c:v>
                </c:pt>
                <c:pt idx="541">
                  <c:v>0.106525847925</c:v>
                </c:pt>
                <c:pt idx="542">
                  <c:v>0.105526417645</c:v>
                </c:pt>
                <c:pt idx="543">
                  <c:v>0.104538699525</c:v>
                </c:pt>
                <c:pt idx="544">
                  <c:v>0.103562560575</c:v>
                </c:pt>
                <c:pt idx="545">
                  <c:v>0.10259786823</c:v>
                </c:pt>
                <c:pt idx="546">
                  <c:v>0.101644490415</c:v>
                </c:pt>
                <c:pt idx="547">
                  <c:v>0.100702295607</c:v>
                </c:pt>
                <c:pt idx="548">
                  <c:v>0.0997711528911</c:v>
                </c:pt>
                <c:pt idx="549">
                  <c:v>0.0988509320157</c:v>
                </c:pt>
                <c:pt idx="550">
                  <c:v>0.0979415034412</c:v>
                </c:pt>
                <c:pt idx="551">
                  <c:v>0.0970427383872</c:v>
                </c:pt>
                <c:pt idx="552">
                  <c:v>0.0961545088762</c:v>
                </c:pt>
                <c:pt idx="553">
                  <c:v>0.0952766877739</c:v>
                </c:pt>
                <c:pt idx="554">
                  <c:v>0.0944091488266</c:v>
                </c:pt>
                <c:pt idx="555">
                  <c:v>0.0935517666962</c:v>
                </c:pt>
                <c:pt idx="556">
                  <c:v>0.092704416992</c:v>
                </c:pt>
                <c:pt idx="557">
                  <c:v>0.0918669763006</c:v>
                </c:pt>
                <c:pt idx="558">
                  <c:v>0.0910393222125</c:v>
                </c:pt>
                <c:pt idx="559">
                  <c:v>0.0902213333476</c:v>
                </c:pt>
                <c:pt idx="560">
                  <c:v>0.0894128893775</c:v>
                </c:pt>
                <c:pt idx="561">
                  <c:v>0.0886138710458</c:v>
                </c:pt>
                <c:pt idx="562">
                  <c:v>0.0878241601876</c:v>
                </c:pt>
                <c:pt idx="563">
                  <c:v>0.0870436397451</c:v>
                </c:pt>
                <c:pt idx="564">
                  <c:v>0.0862721937836</c:v>
                </c:pt>
                <c:pt idx="565">
                  <c:v>0.085509707504</c:v>
                </c:pt>
                <c:pt idx="566">
                  <c:v>0.0847560672552</c:v>
                </c:pt>
                <c:pt idx="567">
                  <c:v>0.0840111605436</c:v>
                </c:pt>
                <c:pt idx="568">
                  <c:v>0.0832748760422</c:v>
                </c:pt>
                <c:pt idx="569">
                  <c:v>0.0825471035979</c:v>
                </c:pt>
                <c:pt idx="570">
                  <c:v>0.0818277342375</c:v>
                </c:pt>
                <c:pt idx="571">
                  <c:v>0.0811166601727</c:v>
                </c:pt>
                <c:pt idx="572">
                  <c:v>0.0804137748039</c:v>
                </c:pt>
                <c:pt idx="573">
                  <c:v>0.0797189727225</c:v>
                </c:pt>
                <c:pt idx="574">
                  <c:v>0.0790321497129</c:v>
                </c:pt>
                <c:pt idx="575">
                  <c:v>0.0783532027529</c:v>
                </c:pt>
                <c:pt idx="576">
                  <c:v>0.0776820300136</c:v>
                </c:pt>
                <c:pt idx="577">
                  <c:v>0.0770185308582</c:v>
                </c:pt>
                <c:pt idx="578">
                  <c:v>0.0763626058401</c:v>
                </c:pt>
                <c:pt idx="579">
                  <c:v>0.0757141567003</c:v>
                </c:pt>
                <c:pt idx="580">
                  <c:v>0.0750730863641</c:v>
                </c:pt>
                <c:pt idx="581">
                  <c:v>0.0744392989368</c:v>
                </c:pt>
                <c:pt idx="582">
                  <c:v>0.0738126996994</c:v>
                </c:pt>
                <c:pt idx="583">
                  <c:v>0.0731931951031</c:v>
                </c:pt>
                <c:pt idx="584">
                  <c:v>0.0725806927635</c:v>
                </c:pt>
                <c:pt idx="585">
                  <c:v>0.0719751014548</c:v>
                </c:pt>
                <c:pt idx="586">
                  <c:v>0.0713763311023</c:v>
                </c:pt>
                <c:pt idx="587">
                  <c:v>0.0707842927759</c:v>
                </c:pt>
                <c:pt idx="588">
                  <c:v>0.070198898682</c:v>
                </c:pt>
                <c:pt idx="589">
                  <c:v>0.0696200621561</c:v>
                </c:pt>
                <c:pt idx="590">
                  <c:v>0.0690476976538</c:v>
                </c:pt>
                <c:pt idx="591">
                  <c:v>0.0684817207426</c:v>
                </c:pt>
                <c:pt idx="592">
                  <c:v>0.0679220480932</c:v>
                </c:pt>
                <c:pt idx="593">
                  <c:v>0.0673685974695</c:v>
                </c:pt>
                <c:pt idx="594">
                  <c:v>0.0668212877202</c:v>
                </c:pt>
                <c:pt idx="595">
                  <c:v>0.0662800387681</c:v>
                </c:pt>
                <c:pt idx="596">
                  <c:v>0.0657447716011</c:v>
                </c:pt>
                <c:pt idx="597">
                  <c:v>0.0652154082615</c:v>
                </c:pt>
                <c:pt idx="598">
                  <c:v>0.0646918718364</c:v>
                </c:pt>
                <c:pt idx="599">
                  <c:v>0.0641740864466</c:v>
                </c:pt>
                <c:pt idx="600">
                  <c:v>0.0636619772368</c:v>
                </c:pt>
                <c:pt idx="601">
                  <c:v>0.0631554703644</c:v>
                </c:pt>
                <c:pt idx="602">
                  <c:v>0.0626544929895</c:v>
                </c:pt>
                <c:pt idx="603">
                  <c:v>0.0621589732633</c:v>
                </c:pt>
                <c:pt idx="604">
                  <c:v>0.0616688403177</c:v>
                </c:pt>
                <c:pt idx="605">
                  <c:v>0.0611840242545</c:v>
                </c:pt>
                <c:pt idx="606">
                  <c:v>0.0607044561339</c:v>
                </c:pt>
                <c:pt idx="607">
                  <c:v>0.0602300679642</c:v>
                </c:pt>
                <c:pt idx="608">
                  <c:v>0.05976079269</c:v>
                </c:pt>
                <c:pt idx="609">
                  <c:v>0.0592965641817</c:v>
                </c:pt>
                <c:pt idx="610">
                  <c:v>0.0588373172244</c:v>
                </c:pt>
                <c:pt idx="611">
                  <c:v>0.0583829875064</c:v>
                </c:pt>
                <c:pt idx="612">
                  <c:v>0.0579335116089</c:v>
                </c:pt>
                <c:pt idx="613">
                  <c:v>0.0574888269941</c:v>
                </c:pt>
                <c:pt idx="614">
                  <c:v>0.0570488719951</c:v>
                </c:pt>
                <c:pt idx="615">
                  <c:v>0.0566135858041</c:v>
                </c:pt>
                <c:pt idx="616">
                  <c:v>0.0561829084623</c:v>
                </c:pt>
                <c:pt idx="617">
                  <c:v>0.0557567808481</c:v>
                </c:pt>
                <c:pt idx="618">
                  <c:v>0.0553351446672</c:v>
                </c:pt>
                <c:pt idx="619">
                  <c:v>0.0549179424413</c:v>
                </c:pt>
                <c:pt idx="620">
                  <c:v>0.0545051174972</c:v>
                </c:pt>
                <c:pt idx="621">
                  <c:v>0.0540966139569</c:v>
                </c:pt>
                <c:pt idx="622">
                  <c:v>0.0536923767262</c:v>
                </c:pt>
                <c:pt idx="623">
                  <c:v>0.0532923514848</c:v>
                </c:pt>
                <c:pt idx="624">
                  <c:v>0.0528964846756</c:v>
                </c:pt>
                <c:pt idx="625">
                  <c:v>0.0525047234942</c:v>
                </c:pt>
                <c:pt idx="626">
                  <c:v>0.0521170158792</c:v>
                </c:pt>
                <c:pt idx="627">
                  <c:v>0.0517333105014</c:v>
                </c:pt>
                <c:pt idx="628">
                  <c:v>0.051353556754</c:v>
                </c:pt>
                <c:pt idx="629">
                  <c:v>0.0509777047427</c:v>
                </c:pt>
                <c:pt idx="630">
                  <c:v>0.0506057052756</c:v>
                </c:pt>
                <c:pt idx="631">
                  <c:v>0.0502375098537</c:v>
                </c:pt>
                <c:pt idx="632">
                  <c:v>0.0498730706605</c:v>
                </c:pt>
                <c:pt idx="633">
                  <c:v>0.0495123405534</c:v>
                </c:pt>
                <c:pt idx="634">
                  <c:v>0.0491552730533</c:v>
                </c:pt>
                <c:pt idx="635">
                  <c:v>0.0488018223356</c:v>
                </c:pt>
                <c:pt idx="636">
                  <c:v>0.0484519432209</c:v>
                </c:pt>
                <c:pt idx="637">
                  <c:v>0.0481055911656</c:v>
                </c:pt>
                <c:pt idx="638">
                  <c:v>0.0477627222531</c:v>
                </c:pt>
                <c:pt idx="639">
                  <c:v>0.0474232931845</c:v>
                </c:pt>
                <c:pt idx="640">
                  <c:v>0.0470872612698</c:v>
                </c:pt>
                <c:pt idx="641">
                  <c:v>0.0467545844191</c:v>
                </c:pt>
                <c:pt idx="642">
                  <c:v>0.0464252211341</c:v>
                </c:pt>
                <c:pt idx="643">
                  <c:v>0.0460991304992</c:v>
                </c:pt>
                <c:pt idx="644">
                  <c:v>0.0457762721732</c:v>
                </c:pt>
                <c:pt idx="645">
                  <c:v>0.0454566063811</c:v>
                </c:pt>
                <c:pt idx="646">
                  <c:v>0.0451400939055</c:v>
                </c:pt>
                <c:pt idx="647">
                  <c:v>0.0448266960785</c:v>
                </c:pt>
                <c:pt idx="648">
                  <c:v>0.044516374774</c:v>
                </c:pt>
                <c:pt idx="649">
                  <c:v>0.0442090923992</c:v>
                </c:pt>
                <c:pt idx="650">
                  <c:v>0.0439048118874</c:v>
                </c:pt>
                <c:pt idx="651">
                  <c:v>0.0436034966896</c:v>
                </c:pt>
                <c:pt idx="652">
                  <c:v>0.0433051107673</c:v>
                </c:pt>
                <c:pt idx="653">
                  <c:v>0.0430096185847</c:v>
                </c:pt>
                <c:pt idx="654">
                  <c:v>0.0427169851017</c:v>
                </c:pt>
                <c:pt idx="655">
                  <c:v>0.0424271757659</c:v>
                </c:pt>
                <c:pt idx="656">
                  <c:v>0.042140156506</c:v>
                </c:pt>
                <c:pt idx="657">
                  <c:v>0.0418558937243</c:v>
                </c:pt>
                <c:pt idx="658">
                  <c:v>0.0415743542897</c:v>
                </c:pt>
                <c:pt idx="659">
                  <c:v>0.041295505531</c:v>
                </c:pt>
                <c:pt idx="660">
                  <c:v>0.0410193152299</c:v>
                </c:pt>
                <c:pt idx="661">
                  <c:v>0.040745751614</c:v>
                </c:pt>
                <c:pt idx="662">
                  <c:v>0.0404747833508</c:v>
                </c:pt>
                <c:pt idx="663">
                  <c:v>0.0402063795405</c:v>
                </c:pt>
                <c:pt idx="664">
                  <c:v>0.0399405097099</c:v>
                </c:pt>
                <c:pt idx="665">
                  <c:v>0.039677143806</c:v>
                </c:pt>
                <c:pt idx="666">
                  <c:v>0.0394162521898</c:v>
                </c:pt>
                <c:pt idx="667">
                  <c:v>0.0391578056298</c:v>
                </c:pt>
                <c:pt idx="668">
                  <c:v>0.0389017752962</c:v>
                </c:pt>
                <c:pt idx="669">
                  <c:v>0.038648132755</c:v>
                </c:pt>
                <c:pt idx="670">
                  <c:v>0.0383968499619</c:v>
                </c:pt>
                <c:pt idx="671">
                  <c:v>0.0381478992562</c:v>
                </c:pt>
                <c:pt idx="672">
                  <c:v>0.0379012533559</c:v>
                </c:pt>
                <c:pt idx="673">
                  <c:v>0.037656885351</c:v>
                </c:pt>
                <c:pt idx="674">
                  <c:v>0.037414768699</c:v>
                </c:pt>
                <c:pt idx="675">
                  <c:v>0.0371748772185</c:v>
                </c:pt>
                <c:pt idx="676">
                  <c:v>0.0369371850845</c:v>
                </c:pt>
                <c:pt idx="677">
                  <c:v>0.0367016668224</c:v>
                </c:pt>
                <c:pt idx="678">
                  <c:v>0.0364682973035</c:v>
                </c:pt>
                <c:pt idx="679">
                  <c:v>0.0362370517394</c:v>
                </c:pt>
                <c:pt idx="680">
                  <c:v>0.0360079056769</c:v>
                </c:pt>
                <c:pt idx="681">
                  <c:v>0.0357808349933</c:v>
                </c:pt>
                <c:pt idx="682">
                  <c:v>0.0355558158911</c:v>
                </c:pt>
                <c:pt idx="683">
                  <c:v>0.0353328248936</c:v>
                </c:pt>
                <c:pt idx="684">
                  <c:v>0.0351118388395</c:v>
                </c:pt>
                <c:pt idx="685">
                  <c:v>0.034892834879</c:v>
                </c:pt>
                <c:pt idx="686">
                  <c:v>0.0346757904684</c:v>
                </c:pt>
                <c:pt idx="687">
                  <c:v>0.034460683366</c:v>
                </c:pt>
                <c:pt idx="688">
                  <c:v>0.0342474916276</c:v>
                </c:pt>
                <c:pt idx="689">
                  <c:v>0.0340361936018</c:v>
                </c:pt>
                <c:pt idx="690">
                  <c:v>0.033826767926</c:v>
                </c:pt>
                <c:pt idx="691">
                  <c:v>0.0336191935218</c:v>
                </c:pt>
                <c:pt idx="692">
                  <c:v>0.033413449591</c:v>
                </c:pt>
                <c:pt idx="693">
                  <c:v>0.0332095156114</c:v>
                </c:pt>
                <c:pt idx="694">
                  <c:v>0.0330073713327</c:v>
                </c:pt>
                <c:pt idx="695">
                  <c:v>0.0328069967724</c:v>
                </c:pt>
                <c:pt idx="696">
                  <c:v>0.0326083722119</c:v>
                </c:pt>
                <c:pt idx="697">
                  <c:v>0.0324114781928</c:v>
                </c:pt>
                <c:pt idx="698">
                  <c:v>0.0322162955127</c:v>
                </c:pt>
                <c:pt idx="699">
                  <c:v>0.0320228052217</c:v>
                </c:pt>
                <c:pt idx="700">
                  <c:v>0.0318309886184</c:v>
                </c:pt>
                <c:pt idx="701">
                  <c:v>0.0316408272466</c:v>
                </c:pt>
                <c:pt idx="702">
                  <c:v>0.0314523028916</c:v>
                </c:pt>
                <c:pt idx="703">
                  <c:v>0.0312653975762</c:v>
                </c:pt>
                <c:pt idx="704">
                  <c:v>0.031080093558</c:v>
                </c:pt>
                <c:pt idx="705">
                  <c:v>0.0308963733253</c:v>
                </c:pt>
                <c:pt idx="706">
                  <c:v>0.0307142195939</c:v>
                </c:pt>
                <c:pt idx="707">
                  <c:v>0.0305336153041</c:v>
                </c:pt>
                <c:pt idx="708">
                  <c:v>0.0303545436169</c:v>
                </c:pt>
                <c:pt idx="709">
                  <c:v>0.030176987911</c:v>
                </c:pt>
                <c:pt idx="710">
                  <c:v>0.0300009317798</c:v>
                </c:pt>
                <c:pt idx="711">
                  <c:v>0.0298263590281</c:v>
                </c:pt>
                <c:pt idx="712">
                  <c:v>0.0296532536689</c:v>
                </c:pt>
                <c:pt idx="713">
                  <c:v>0.0294815999207</c:v>
                </c:pt>
                <c:pt idx="714">
                  <c:v>0.0293113822041</c:v>
                </c:pt>
                <c:pt idx="715">
                  <c:v>0.0291425851393</c:v>
                </c:pt>
                <c:pt idx="716">
                  <c:v>0.0289751935428</c:v>
                </c:pt>
                <c:pt idx="717">
                  <c:v>0.0288091924249</c:v>
                </c:pt>
                <c:pt idx="718">
                  <c:v>0.0286445669868</c:v>
                </c:pt>
                <c:pt idx="719">
                  <c:v>0.0284813026175</c:v>
                </c:pt>
                <c:pt idx="720">
                  <c:v>0.0283193848918</c:v>
                </c:pt>
                <c:pt idx="721">
                  <c:v>0.0281587995669</c:v>
                </c:pt>
                <c:pt idx="722">
                  <c:v>0.0279995325801</c:v>
                </c:pt>
                <c:pt idx="723">
                  <c:v>0.0278415700464</c:v>
                </c:pt>
                <c:pt idx="724">
                  <c:v>0.0276848982556</c:v>
                </c:pt>
                <c:pt idx="725">
                  <c:v>0.0275295036699</c:v>
                </c:pt>
                <c:pt idx="726">
                  <c:v>0.0273753729217</c:v>
                </c:pt>
                <c:pt idx="727">
                  <c:v>0.0272224928105</c:v>
                </c:pt>
                <c:pt idx="728">
                  <c:v>0.0270708503014</c:v>
                </c:pt>
                <c:pt idx="729">
                  <c:v>0.026920432522</c:v>
                </c:pt>
                <c:pt idx="730">
                  <c:v>0.0267712267606</c:v>
                </c:pt>
                <c:pt idx="731">
                  <c:v>0.0266232204635</c:v>
                </c:pt>
                <c:pt idx="732">
                  <c:v>0.026476401233</c:v>
                </c:pt>
                <c:pt idx="733">
                  <c:v>0.0263307568252</c:v>
                </c:pt>
                <c:pt idx="734">
                  <c:v>0.0261862751476</c:v>
                </c:pt>
                <c:pt idx="735">
                  <c:v>0.0260429442572</c:v>
                </c:pt>
                <c:pt idx="736">
                  <c:v>0.0259007523584</c:v>
                </c:pt>
                <c:pt idx="737">
                  <c:v>0.0257596878006</c:v>
                </c:pt>
                <c:pt idx="738">
                  <c:v>0.0256197390766</c:v>
                </c:pt>
                <c:pt idx="739">
                  <c:v>0.0254808948202</c:v>
                </c:pt>
                <c:pt idx="740">
                  <c:v>0.0253431438044</c:v>
                </c:pt>
                <c:pt idx="741">
                  <c:v>0.0252064749395</c:v>
                </c:pt>
                <c:pt idx="742">
                  <c:v>0.025070877271</c:v>
                </c:pt>
                <c:pt idx="743">
                  <c:v>0.0249363399779</c:v>
                </c:pt>
                <c:pt idx="744">
                  <c:v>0.0248028523706</c:v>
                </c:pt>
                <c:pt idx="745">
                  <c:v>0.0246704038895</c:v>
                </c:pt>
                <c:pt idx="746">
                  <c:v>0.0245389841025</c:v>
                </c:pt>
                <c:pt idx="747">
                  <c:v>0.0244085827039</c:v>
                </c:pt>
                <c:pt idx="748">
                  <c:v>0.0242791895124</c:v>
                </c:pt>
                <c:pt idx="749">
                  <c:v>0.0241507944692</c:v>
                </c:pt>
                <c:pt idx="750">
                  <c:v>0.0240233876365</c:v>
                </c:pt>
                <c:pt idx="751">
                  <c:v>0.0238969591958</c:v>
                </c:pt>
                <c:pt idx="752">
                  <c:v>0.0237714994462</c:v>
                </c:pt>
                <c:pt idx="753">
                  <c:v>0.0236469988027</c:v>
                </c:pt>
                <c:pt idx="754">
                  <c:v>0.0235234477951</c:v>
                </c:pt>
                <c:pt idx="755">
                  <c:v>0.0234008370655</c:v>
                </c:pt>
                <c:pt idx="756">
                  <c:v>0.0232791573678</c:v>
                </c:pt>
                <c:pt idx="757">
                  <c:v>0.0231583995652</c:v>
                </c:pt>
                <c:pt idx="758">
                  <c:v>0.0230385546296</c:v>
                </c:pt>
                <c:pt idx="759">
                  <c:v>0.0229196136393</c:v>
                </c:pt>
                <c:pt idx="760">
                  <c:v>0.0228015677782</c:v>
                </c:pt>
                <c:pt idx="761">
                  <c:v>0.022684408334</c:v>
                </c:pt>
                <c:pt idx="762">
                  <c:v>0.0225681266969</c:v>
                </c:pt>
                <c:pt idx="763">
                  <c:v>0.0224527143581</c:v>
                </c:pt>
                <c:pt idx="764">
                  <c:v>0.0223381629087</c:v>
                </c:pt>
                <c:pt idx="765">
                  <c:v>0.022224464038</c:v>
                </c:pt>
                <c:pt idx="766">
                  <c:v>0.0221116095323</c:v>
                </c:pt>
                <c:pt idx="767">
                  <c:v>0.021999591274</c:v>
                </c:pt>
                <c:pt idx="768">
                  <c:v>0.0218884012394</c:v>
                </c:pt>
                <c:pt idx="769">
                  <c:v>0.0217780314984</c:v>
                </c:pt>
                <c:pt idx="770">
                  <c:v>0.0216684742126</c:v>
                </c:pt>
                <c:pt idx="771">
                  <c:v>0.0215597216345</c:v>
                </c:pt>
                <c:pt idx="772">
                  <c:v>0.0214517661058</c:v>
                </c:pt>
                <c:pt idx="773">
                  <c:v>0.0213446000566</c:v>
                </c:pt>
                <c:pt idx="774">
                  <c:v>0.0212382160041</c:v>
                </c:pt>
                <c:pt idx="775">
                  <c:v>0.0211326065516</c:v>
                </c:pt>
                <c:pt idx="776">
                  <c:v>0.0210277643869</c:v>
                </c:pt>
                <c:pt idx="777">
                  <c:v>0.0209236822817</c:v>
                </c:pt>
                <c:pt idx="778">
                  <c:v>0.0208203530902</c:v>
                </c:pt>
                <c:pt idx="779">
                  <c:v>0.0207177697479</c:v>
                </c:pt>
                <c:pt idx="780">
                  <c:v>0.020615925271</c:v>
                </c:pt>
                <c:pt idx="781">
                  <c:v>0.0205148127547</c:v>
                </c:pt>
                <c:pt idx="782">
                  <c:v>0.0204144253729</c:v>
                </c:pt>
                <c:pt idx="783">
                  <c:v>0.0203147563762</c:v>
                </c:pt>
                <c:pt idx="784">
                  <c:v>0.0202157990921</c:v>
                </c:pt>
                <c:pt idx="785">
                  <c:v>0.0201175469227</c:v>
                </c:pt>
                <c:pt idx="786">
                  <c:v>0.0200199933447</c:v>
                </c:pt>
                <c:pt idx="787">
                  <c:v>0.0199231319082</c:v>
                </c:pt>
                <c:pt idx="788">
                  <c:v>0.0198269562353</c:v>
                </c:pt>
                <c:pt idx="789">
                  <c:v>0.0197314600197</c:v>
                </c:pt>
                <c:pt idx="790">
                  <c:v>0.0196366370255</c:v>
                </c:pt>
                <c:pt idx="791">
                  <c:v>0.0195424810864</c:v>
                </c:pt>
                <c:pt idx="792">
                  <c:v>0.0194489861047</c:v>
                </c:pt>
                <c:pt idx="793">
                  <c:v>0.0193561460504</c:v>
                </c:pt>
                <c:pt idx="794">
                  <c:v>0.0192639549604</c:v>
                </c:pt>
                <c:pt idx="795">
                  <c:v>0.0191724069377</c:v>
                </c:pt>
                <c:pt idx="796">
                  <c:v>0.0190814961505</c:v>
                </c:pt>
                <c:pt idx="797">
                  <c:v>0.0189912168311</c:v>
                </c:pt>
                <c:pt idx="798">
                  <c:v>0.0189015632754</c:v>
                </c:pt>
                <c:pt idx="799">
                  <c:v>0.0188125298422</c:v>
                </c:pt>
                <c:pt idx="800">
                  <c:v>0.018724110952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Density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  <c:majorUnit val="0.1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Sample average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Exact RMSE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33338">
              <a:solidFill>
                <a:srgbClr val="1F4E79"/>
              </a:solidFill>
              <a:prstDash val="solid"/>
            </a:ln>
          </c:spPr>
          <c:marker>
            <c:symbol val="none"/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  <c:pt idx="4">
                  <c:v>160</c:v>
                </c:pt>
                <c:pt idx="5">
                  <c:v>320</c:v>
                </c:pt>
                <c:pt idx="6">
                  <c:v>640</c:v>
                </c:pt>
                <c:pt idx="7">
                  <c:v>1280</c:v>
                </c:pt>
                <c:pt idx="8">
                  <c:v>2560</c:v>
                </c:pt>
                <c:pt idx="9">
                  <c:v>5120</c:v>
                </c:pt>
                <c:pt idx="10">
                  <c:v>10000</c:v>
                </c:pt>
              </c:numCache>
            </c:numRef>
          </c:xVal>
          <c:yVal>
            <c:numRef>
              <c:f>'Chart Data'!$B$2:$B$12</c:f>
              <c:numCache>
                <c:formatCode>0.000</c:formatCode>
                <c:ptCount val="11"/>
                <c:pt idx="0">
                  <c:v>0.0794552157705</c:v>
                </c:pt>
                <c:pt idx="1">
                  <c:v>0.0561833218719</c:v>
                </c:pt>
                <c:pt idx="2">
                  <c:v>0.0397276078852</c:v>
                </c:pt>
                <c:pt idx="3">
                  <c:v>0.028091660936</c:v>
                </c:pt>
                <c:pt idx="4">
                  <c:v>0.0198638039426</c:v>
                </c:pt>
                <c:pt idx="5">
                  <c:v>0.014045830468</c:v>
                </c:pt>
                <c:pt idx="6">
                  <c:v>0.00993190197131</c:v>
                </c:pt>
                <c:pt idx="7">
                  <c:v>0.00702291523399</c:v>
                </c:pt>
                <c:pt idx="8">
                  <c:v>0.00496595098565</c:v>
                </c:pt>
                <c:pt idx="9">
                  <c:v>0.003511457617</c:v>
                </c:pt>
                <c:pt idx="10">
                  <c:v>0.00251259453815</c:v>
                </c:pt>
              </c:numCache>
            </c:numRef>
          </c:yVal>
          <c:smooth val="0"/>
        </c:ser>
        <c:ser>
          <c:idx val="1"/>
          <c:order val="1"/>
          <c:tx>
            <c:v>Simulation (2,000 runs)</c:v>
          </c:tx>
          <c:spPr>
            <a:solidFill xmlns:a="http://schemas.openxmlformats.org/drawingml/2006/main">
              <a:srgbClr val="C46A1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8"/>
            <c:spPr xmlns:a="http://schemas.openxmlformats.org/drawingml/2006/main">
              <a:solidFill>
                <a:srgbClr val="C46A13"/>
              </a:solidFill>
              <a:ln w="19050">
                <a:solidFill>
                  <a:srgbClr val="C46A13"/>
                </a:solidFill>
              </a:ln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  <c:pt idx="4">
                  <c:v>160</c:v>
                </c:pt>
                <c:pt idx="5">
                  <c:v>320</c:v>
                </c:pt>
                <c:pt idx="6">
                  <c:v>640</c:v>
                </c:pt>
                <c:pt idx="7">
                  <c:v>1280</c:v>
                </c:pt>
                <c:pt idx="8">
                  <c:v>2560</c:v>
                </c:pt>
                <c:pt idx="9">
                  <c:v>5120</c:v>
                </c:pt>
                <c:pt idx="10">
                  <c:v>10000</c:v>
                </c:pt>
              </c:numCache>
            </c:numRef>
          </c:xVal>
          <c:yVal>
            <c:numRef>
              <c:f>'Chart Data'!$D$2:$D$12</c:f>
              <c:numCache>
                <c:formatCode>0.000</c:formatCode>
                <c:ptCount val="11"/>
                <c:pt idx="0">
                  <c:v>0.0778795500739</c:v>
                </c:pt>
                <c:pt idx="1">
                  <c:v>0.0552154128716</c:v>
                </c:pt>
                <c:pt idx="2">
                  <c:v>0.0386267362832</c:v>
                </c:pt>
                <c:pt idx="3">
                  <c:v>0.0279464982248</c:v>
                </c:pt>
                <c:pt idx="4">
                  <c:v>0.0197398762278</c:v>
                </c:pt>
                <c:pt idx="5">
                  <c:v>0.0140913329465</c:v>
                </c:pt>
                <c:pt idx="6">
                  <c:v>0.00997858024738</c:v>
                </c:pt>
                <c:pt idx="7">
                  <c:v>0.00709737813305</c:v>
                </c:pt>
                <c:pt idx="8">
                  <c:v>0.00514538234937</c:v>
                </c:pt>
                <c:pt idx="9">
                  <c:v>0.00352045110504</c:v>
                </c:pt>
                <c:pt idx="10">
                  <c:v>0.00252083947264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logBase val="10"/>
          <c:orientation val="minMax"/>
          <c:max val="0.1"/>
          <c:min val="0.00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Root mean squared error (log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min"/>
      </c:valAx>
      <c:valAx>
        <c:axId val="48650112"/>
        <c:scaling>
          <c:logBase val="10"/>
          <c:orientation val="minMax"/>
          <c:max val="10000"/>
          <c:min val="1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6324F"/>
                    </a:solidFill>
                    <a:latin typeface="Arial"/>
                    <a:ea typeface="Arial"/>
                    <a:cs typeface="Arial"/>
                  </a:rPr>
                  <a:t>Number of independent draws n (log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6324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BAAB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cientific Computing 2026">
            <a:extLst xmlns:a="http://schemas.openxmlformats.org/drawingml/2006/main">
              <a:ext uri="{FF2B5EF4-FFF2-40B4-BE49-F238E27FC236}">
                <a16:creationId xmlns:a16="http://schemas.microsoft.com/office/drawing/2014/main" id="{D685C122-FC4E-4965-AE67-F50AD6E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D3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3E4"/>
                </a:solidFill>
                <a:latin typeface="Arial"/>
                <a:ea typeface="Arial"/>
                <a:cs typeface="Arial"/>
              </a:rPr>
              <a:t>Scientific Computing 2026</a:t>
            </a:r>
          </a:p>
        </p:txBody>
      </p:sp>
      <p:sp>
        <p:nvSpPr>
          <p:cNvPr id="2" name="Samples, concentration,&#10;and limit theorems">
            <a:extLst xmlns:a="http://schemas.openxmlformats.org/drawingml/2006/main">
              <a:ext uri="{FF2B5EF4-FFF2-40B4-BE49-F238E27FC236}">
                <a16:creationId xmlns:a16="http://schemas.microsoft.com/office/drawing/2014/main" id="{BA361876-289B-4A82-B322-7888004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Samples, concentration,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limit theorems</a:t>
            </a:r>
          </a:p>
        </p:txBody>
      </p:sp>
      <p:sp>
        <p:nvSpPr>
          <p:cNvPr id="3" name="Lecture 4">
            <a:extLst xmlns:a="http://schemas.openxmlformats.org/drawingml/2006/main">
              <a:ext uri="{FF2B5EF4-FFF2-40B4-BE49-F238E27FC236}">
                <a16:creationId xmlns:a16="http://schemas.microsoft.com/office/drawing/2014/main" id="{678195F3-7D9B-4DBE-91B0-5FEE832D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1982843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4484AFA-511E-4773-93E6-0345C738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One hundred waiting times</a:t>
            </a:r>
          </a:p>
        </p:txBody>
      </p:sp>
      <p:sp>
        <p:nvSpPr>
          <p:cNvPr id="2" name="Conspect §4.1">
            <a:extLst xmlns:a="http://schemas.openxmlformats.org/drawingml/2006/main">
              <a:ext uri="{FF2B5EF4-FFF2-40B4-BE49-F238E27FC236}">
                <a16:creationId xmlns:a16="http://schemas.microsoft.com/office/drawing/2014/main" id="{C8FBA4F8-FBB2-4901-BF5E-816E642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§4.1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732541BD-9358-4E3A-ABED-6BDB1005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Record 100 waits. Compute their average.&#10;Repeat ">
            <a:extLst xmlns:a="http://schemas.openxmlformats.org/drawingml/2006/main">
              <a:ext uri="{FF2B5EF4-FFF2-40B4-BE49-F238E27FC236}">
                <a16:creationId xmlns:a16="http://schemas.microsoft.com/office/drawing/2014/main" id="{37BF46C2-EE15-4EFE-9C0F-AAA1558F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Record 100 waits. Compute their average.</a:t>
            </a:r>
          </a:p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Repeat with another 100 waits.</a:t>
            </a:r>
          </a:p>
        </p:txBody>
      </p:sp>
      <p:sp>
        <p:nvSpPr>
          <p:cNvPr id="5" name="Tᵢ ∼ Exp(0.2)       μ = 5 min       σ = 5 min">
            <a:extLst xmlns:a="http://schemas.openxmlformats.org/drawingml/2006/main">
              <a:ext uri="{FF2B5EF4-FFF2-40B4-BE49-F238E27FC236}">
                <a16:creationId xmlns:a16="http://schemas.microsoft.com/office/drawing/2014/main" id="{7071671A-673F-4899-9AEF-70D76872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Tᵢ ∼ Exp(0.2)       μ = 5 min       σ = 5 min</a:t>
            </a:r>
          </a:p>
        </p:txBody>
      </p:sp>
      <p:sp>
        <p:nvSpPr>
          <p:cNvPr id="6" name="How far might either average be from five minute">
            <a:extLst xmlns:a="http://schemas.openxmlformats.org/drawingml/2006/main">
              <a:ext uri="{FF2B5EF4-FFF2-40B4-BE49-F238E27FC236}">
                <a16:creationId xmlns:a16="http://schemas.microsoft.com/office/drawing/2014/main" id="{DD62DF4B-F8B1-4B67-9B48-7204CE3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How far might either average be from five minutes?</a:t>
            </a:r>
          </a:p>
        </p:txBody>
      </p:sp>
      <p:sp>
        <p:nvSpPr>
          <p:cNvPr id="7" name="The observations follow the same model as Chapte">
            <a:extLst xmlns:a="http://schemas.openxmlformats.org/drawingml/2006/main">
              <a:ext uri="{FF2B5EF4-FFF2-40B4-BE49-F238E27FC236}">
                <a16:creationId xmlns:a16="http://schemas.microsoft.com/office/drawing/2014/main" id="{98815679-CE58-417F-A7F6-0D7D08E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The observations follow the same model as Chapter 2.</a:t>
            </a:r>
          </a:p>
        </p:txBody>
      </p:sp>
    </p:spTree>
    <p:extLst>
      <p:ext uri="{BB962C8B-B14F-4D97-AF65-F5344CB8AC3E}">
        <p14:creationId xmlns:p14="http://schemas.microsoft.com/office/powerpoint/2010/main" val="760707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D8A920B-A87E-4CFF-8176-93D27B63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Samples and sampling distributions</a:t>
            </a:r>
          </a:p>
        </p:txBody>
      </p:sp>
      <p:sp>
        <p:nvSpPr>
          <p:cNvPr id="2" name="Conspect §4.1">
            <a:extLst xmlns:a="http://schemas.openxmlformats.org/drawingml/2006/main">
              <a:ext uri="{FF2B5EF4-FFF2-40B4-BE49-F238E27FC236}">
                <a16:creationId xmlns:a16="http://schemas.microsoft.com/office/drawing/2014/main" id="{B3AD4E7A-8215-415D-9D83-6FE4A58E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§4.1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C806F1AD-FDBC-445D-AD15-0EDF3833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An i.i.d. sample has mutually independent observ">
            <a:extLst xmlns:a="http://schemas.openxmlformats.org/drawingml/2006/main">
              <a:ext uri="{FF2B5EF4-FFF2-40B4-BE49-F238E27FC236}">
                <a16:creationId xmlns:a16="http://schemas.microsoft.com/office/drawing/2014/main" id="{91FEA037-CD55-4C64-995A-750CA74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An i.i.d. sample has mutually independent observations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with the same distribution.</a:t>
            </a:r>
          </a:p>
        </p:txBody>
      </p:sp>
      <p:sp>
        <p:nvSpPr>
          <p:cNvPr id="5" name="X̄ₙ = (X₁ + ⋯ + Xₙ) / n">
            <a:extLst xmlns:a="http://schemas.openxmlformats.org/drawingml/2006/main">
              <a:ext uri="{FF2B5EF4-FFF2-40B4-BE49-F238E27FC236}">
                <a16:creationId xmlns:a16="http://schemas.microsoft.com/office/drawing/2014/main" id="{7A32DCC7-0312-40C4-A30F-644B2D1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9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X̄ₙ = (X₁ + ⋯ + Xₙ) / n</a:t>
            </a:r>
          </a:p>
        </p:txBody>
      </p:sp>
      <p:sp>
        <p:nvSpPr>
          <p:cNvPr id="6" name="Before collection: random variables X₁, …, Xₙ.&#10;A">
            <a:extLst xmlns:a="http://schemas.openxmlformats.org/drawingml/2006/main">
              <a:ext uri="{FF2B5EF4-FFF2-40B4-BE49-F238E27FC236}">
                <a16:creationId xmlns:a16="http://schemas.microsoft.com/office/drawing/2014/main" id="{7A94AA71-44A7-40CC-9C20-C0FEF3E7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Before collection: random variables X₁, …, Xₙ.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After collection: recorded values x₁, …, xₙ.</a:t>
            </a:r>
          </a:p>
        </p:txBody>
      </p:sp>
      <p:sp>
        <p:nvSpPr>
          <p:cNvPr id="7" name="Repeat the whole sampling experiment. The distri">
            <a:extLst xmlns:a="http://schemas.openxmlformats.org/drawingml/2006/main">
              <a:ext uri="{FF2B5EF4-FFF2-40B4-BE49-F238E27FC236}">
                <a16:creationId xmlns:a16="http://schemas.microsoft.com/office/drawing/2014/main" id="{509000BF-8F08-43CA-8004-AC9449FE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Repeat the whole sampling experiment. The distribution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of the resulting averages is the sampling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862533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51F2B55-C176-4101-8BD8-E3E68B4D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Standard deviation and standard error</a:t>
            </a:r>
          </a:p>
        </p:txBody>
      </p:sp>
      <p:sp>
        <p:nvSpPr>
          <p:cNvPr id="2" name="Conspect §4.1">
            <a:extLst xmlns:a="http://schemas.openxmlformats.org/drawingml/2006/main">
              <a:ext uri="{FF2B5EF4-FFF2-40B4-BE49-F238E27FC236}">
                <a16:creationId xmlns:a16="http://schemas.microsoft.com/office/drawing/2014/main" id="{9EC12800-19BE-4FF9-9C6C-264787BD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§4.1</a:t>
            </a:r>
          </a:p>
        </p:txBody>
      </p:sp>
      <p:sp>
        <p:nvSpPr>
          <p:cNvPr id="3" name="4">
            <a:extLst xmlns:a="http://schemas.openxmlformats.org/drawingml/2006/main">
              <a:ext uri="{FF2B5EF4-FFF2-40B4-BE49-F238E27FC236}">
                <a16:creationId xmlns:a16="http://schemas.microsoft.com/office/drawing/2014/main" id="{6BEAB2A5-F3DD-4DDC-9A24-67D3C33C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For i.i.d. observations with finite variance:">
            <a:extLst xmlns:a="http://schemas.openxmlformats.org/drawingml/2006/main">
              <a:ext uri="{FF2B5EF4-FFF2-40B4-BE49-F238E27FC236}">
                <a16:creationId xmlns:a16="http://schemas.microsoft.com/office/drawing/2014/main" id="{168649A5-A54F-46CF-A5EA-F952A9E5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i.i.d. observations with finite variance:</a:t>
            </a:r>
          </a:p>
        </p:txBody>
      </p:sp>
      <p:sp>
        <p:nvSpPr>
          <p:cNvPr id="5" name="E[X̄ₙ] = μ       Var(X̄ₙ) = σ² / n">
            <a:extLst xmlns:a="http://schemas.openxmlformats.org/drawingml/2006/main">
              <a:ext uri="{FF2B5EF4-FFF2-40B4-BE49-F238E27FC236}">
                <a16:creationId xmlns:a16="http://schemas.microsoft.com/office/drawing/2014/main" id="{D24447B6-2239-4109-81CD-21F9FC5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7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E[X̄ₙ] = μ       Var(X̄ₙ) = σ² / n</a:t>
            </a:r>
          </a:p>
        </p:txBody>
      </p:sp>
      <p:sp>
        <p:nvSpPr>
          <p:cNvPr id="6" name="SE(X̄ₙ) = σ / √n">
            <a:extLst xmlns:a="http://schemas.openxmlformats.org/drawingml/2006/main">
              <a:ext uri="{FF2B5EF4-FFF2-40B4-BE49-F238E27FC236}">
                <a16:creationId xmlns:a16="http://schemas.microsoft.com/office/drawing/2014/main" id="{0B81C379-B69D-4C70-9C03-EC0744E3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42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SE(X̄ₙ) = σ / √n</a:t>
            </a:r>
          </a:p>
        </p:txBody>
      </p:sp>
      <p:sp>
        <p:nvSpPr>
          <p:cNvPr id="7" name="One wait: SD = 5 minutes.&#10;Average of 100 waits: ">
            <a:extLst xmlns:a="http://schemas.openxmlformats.org/drawingml/2006/main">
              <a:ext uri="{FF2B5EF4-FFF2-40B4-BE49-F238E27FC236}">
                <a16:creationId xmlns:a16="http://schemas.microsoft.com/office/drawing/2014/main" id="{CD65510C-81EF-4417-803D-CF2FCB1E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One wait: SD = 5 minutes.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Average of 100 waits: SE = 0.5 minutes.</a:t>
            </a:r>
          </a:p>
        </p:txBody>
      </p:sp>
      <p:sp>
        <p:nvSpPr>
          <p:cNvPr id="8" name="Individual waits keep their spread as the sample">
            <a:extLst xmlns:a="http://schemas.openxmlformats.org/drawingml/2006/main">
              <a:ext uri="{FF2B5EF4-FFF2-40B4-BE49-F238E27FC236}">
                <a16:creationId xmlns:a16="http://schemas.microsoft.com/office/drawing/2014/main" id="{D8E6D3F8-CFCC-4392-833A-7C135F43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Individual waits keep their spread as the sample grows.</a:t>
            </a:r>
          </a:p>
        </p:txBody>
      </p:sp>
    </p:spTree>
    <p:extLst>
      <p:ext uri="{BB962C8B-B14F-4D97-AF65-F5344CB8AC3E}">
        <p14:creationId xmlns:p14="http://schemas.microsoft.com/office/powerpoint/2010/main" val="286155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3BC74B6-2859-4168-B4E8-5E414161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exact distribution of an average</a:t>
            </a:r>
          </a:p>
        </p:txBody>
      </p:sp>
      <p:sp>
        <p:nvSpPr>
          <p:cNvPr id="2" name="Conspect §4.1">
            <a:extLst xmlns:a="http://schemas.openxmlformats.org/drawingml/2006/main">
              <a:ext uri="{FF2B5EF4-FFF2-40B4-BE49-F238E27FC236}">
                <a16:creationId xmlns:a16="http://schemas.microsoft.com/office/drawing/2014/main" id="{7C3ED539-D73A-4CD7-8AD3-8E9394B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§4.1</a:t>
            </a:r>
          </a:p>
        </p:txBody>
      </p:sp>
      <p:sp>
        <p:nvSpPr>
          <p:cNvPr id="3" name="5">
            <a:extLst xmlns:a="http://schemas.openxmlformats.org/drawingml/2006/main">
              <a:ext uri="{FF2B5EF4-FFF2-40B4-BE49-F238E27FC236}">
                <a16:creationId xmlns:a16="http://schemas.microsoft.com/office/drawing/2014/main" id="{27936796-130C-462C-854D-F0D2DF6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a86739a3c54dfc"/>
          </a:graphicData>
        </a:graphic>
      </p:graphicFrame>
      <p:sp>
        <p:nvSpPr>
          <p:cNvPr id="5" name="T̄ₙ ∼ Gamma(n, 0.2n), with rate 0.2n. The mean s">
            <a:extLst xmlns:a="http://schemas.openxmlformats.org/drawingml/2006/main">
              <a:ext uri="{FF2B5EF4-FFF2-40B4-BE49-F238E27FC236}">
                <a16:creationId xmlns:a16="http://schemas.microsoft.com/office/drawing/2014/main" id="{C2F8BF10-ADC3-4299-8504-FBE6D560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T̄ₙ ∼ Gamma(n, 0.2n), with rate 0.2n. The mean stays at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974978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C47B395-9961-4D20-9238-E0FFD77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When the population variance is unknown</a:t>
            </a:r>
          </a:p>
        </p:txBody>
      </p:sp>
      <p:sp>
        <p:nvSpPr>
          <p:cNvPr id="2" name="Conspect §4.1">
            <a:extLst xmlns:a="http://schemas.openxmlformats.org/drawingml/2006/main">
              <a:ext uri="{FF2B5EF4-FFF2-40B4-BE49-F238E27FC236}">
                <a16:creationId xmlns:a16="http://schemas.microsoft.com/office/drawing/2014/main" id="{6A002E31-9919-4809-8E58-11F6FCBB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§4.1</a:t>
            </a:r>
          </a:p>
        </p:txBody>
      </p:sp>
      <p:sp>
        <p:nvSpPr>
          <p:cNvPr id="3" name="6">
            <a:extLst xmlns:a="http://schemas.openxmlformats.org/drawingml/2006/main">
              <a:ext uri="{FF2B5EF4-FFF2-40B4-BE49-F238E27FC236}">
                <a16:creationId xmlns:a16="http://schemas.microsoft.com/office/drawing/2014/main" id="{E3047E2A-4331-4F26-97A0-346527A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Estimate the spread within the observed sample:">
            <a:extLst xmlns:a="http://schemas.openxmlformats.org/drawingml/2006/main">
              <a:ext uri="{FF2B5EF4-FFF2-40B4-BE49-F238E27FC236}">
                <a16:creationId xmlns:a16="http://schemas.microsoft.com/office/drawing/2014/main" id="{E1A0A8A3-A86D-4E77-A1F7-B86689E8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Estimate the spread within the observed sample:</a:t>
            </a:r>
          </a:p>
        </p:txBody>
      </p:sp>
      <p:sp>
        <p:nvSpPr>
          <p:cNvPr id="5" name="Sₙ² = [∑ᵢ₌₁ⁿ (Xᵢ − X̄ₙ)²] / (n − 1)">
            <a:extLst xmlns:a="http://schemas.openxmlformats.org/drawingml/2006/main">
              <a:ext uri="{FF2B5EF4-FFF2-40B4-BE49-F238E27FC236}">
                <a16:creationId xmlns:a16="http://schemas.microsoft.com/office/drawing/2014/main" id="{201FAFC4-D022-4119-BED2-F946AE7C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Sₙ² = [∑ᵢ₌₁ⁿ (Xᵢ − X̄ₙ)²] / (n − 1)</a:t>
            </a:r>
          </a:p>
        </p:txBody>
      </p:sp>
      <p:sp>
        <p:nvSpPr>
          <p:cNvPr id="6" name="The denominator accounts for centering at the sa">
            <a:extLst xmlns:a="http://schemas.openxmlformats.org/drawingml/2006/main">
              <a:ext uri="{FF2B5EF4-FFF2-40B4-BE49-F238E27FC236}">
                <a16:creationId xmlns:a16="http://schemas.microsoft.com/office/drawing/2014/main" id="{70D9293C-BB41-4AD2-9C83-C2D71B8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denominator accounts for centering at the sample mean.</a:t>
            </a:r>
          </a:p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 derive the correction in the estimation chapter.</a:t>
            </a:r>
          </a:p>
        </p:txBody>
      </p:sp>
      <p:sp>
        <p:nvSpPr>
          <p:cNvPr id="7" name="Estimated SE(X̄ₙ) = Sₙ / √n       (n ≥ 2)">
            <a:extLst xmlns:a="http://schemas.openxmlformats.org/drawingml/2006/main">
              <a:ext uri="{FF2B5EF4-FFF2-40B4-BE49-F238E27FC236}">
                <a16:creationId xmlns:a16="http://schemas.microsoft.com/office/drawing/2014/main" id="{ECF13596-CBC0-422D-9364-D8DFEC3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Estimated SE(X̄ₙ) = Sₙ / √n       (n ≥ 2)</a:t>
            </a:r>
          </a:p>
        </p:txBody>
      </p:sp>
      <p:sp>
        <p:nvSpPr>
          <p:cNvPr id="8" name="The interpretation still depends on the sampling">
            <a:extLst xmlns:a="http://schemas.openxmlformats.org/drawingml/2006/main">
              <a:ext uri="{FF2B5EF4-FFF2-40B4-BE49-F238E27FC236}">
                <a16:creationId xmlns:a16="http://schemas.microsoft.com/office/drawing/2014/main" id="{FB0509CE-A67B-44E0-B78A-CB9F9B7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Here the observations are i.i.d. with finite population variance.</a:t>
            </a:r>
          </a:p>
        </p:txBody>
      </p:sp>
    </p:spTree>
    <p:extLst>
      <p:ext uri="{BB962C8B-B14F-4D97-AF65-F5344CB8AC3E}">
        <p14:creationId xmlns:p14="http://schemas.microsoft.com/office/powerpoint/2010/main" val="808064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A75DEF1-0176-46F8-A647-BE92CD36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probability of a large error</a:t>
            </a:r>
          </a:p>
        </p:txBody>
      </p:sp>
      <p:sp>
        <p:nvSpPr>
          <p:cNvPr id="2" name="Conspect §4.2">
            <a:extLst xmlns:a="http://schemas.openxmlformats.org/drawingml/2006/main">
              <a:ext uri="{FF2B5EF4-FFF2-40B4-BE49-F238E27FC236}">
                <a16:creationId xmlns:a16="http://schemas.microsoft.com/office/drawing/2014/main" id="{FC30E1DE-5795-49B9-A403-458B1F13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§4.2</a:t>
            </a:r>
          </a:p>
        </p:txBody>
      </p:sp>
      <p:sp>
        <p:nvSpPr>
          <p:cNvPr id="3" name="7">
            <a:extLst xmlns:a="http://schemas.openxmlformats.org/drawingml/2006/main">
              <a:ext uri="{FF2B5EF4-FFF2-40B4-BE49-F238E27FC236}">
                <a16:creationId xmlns:a16="http://schemas.microsoft.com/office/drawing/2014/main" id="{3CFB9FD7-CA45-4F17-8475-06A361E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Suppose the average wait should be within one mi">
            <a:extLst xmlns:a="http://schemas.openxmlformats.org/drawingml/2006/main">
              <a:ext uri="{FF2B5EF4-FFF2-40B4-BE49-F238E27FC236}">
                <a16:creationId xmlns:a16="http://schemas.microsoft.com/office/drawing/2014/main" id="{116DF20F-D6A1-448A-B43C-1E69D3D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Suppose the average wait should be within one minute</a:t>
            </a:r>
          </a:p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of the population mean.</a:t>
            </a:r>
          </a:p>
        </p:txBody>
      </p:sp>
      <p:sp>
        <p:nvSpPr>
          <p:cNvPr id="5" name="P(|T̄₁₀₀ − 5| ≥ 1) = ?">
            <a:extLst xmlns:a="http://schemas.openxmlformats.org/drawingml/2006/main">
              <a:ext uri="{FF2B5EF4-FFF2-40B4-BE49-F238E27FC236}">
                <a16:creationId xmlns:a16="http://schemas.microsoft.com/office/drawing/2014/main" id="{97FB2BBB-05D8-429E-AC06-4281EFF0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48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P(|T̄₁₀₀ − 5| ≥ 1) = ?</a:t>
            </a:r>
          </a:p>
        </p:txBody>
      </p:sp>
      <p:sp>
        <p:nvSpPr>
          <p:cNvPr id="6" name="The standard error gives an error scale.&#10;A proba">
            <a:extLst xmlns:a="http://schemas.openxmlformats.org/drawingml/2006/main">
              <a:ext uri="{FF2B5EF4-FFF2-40B4-BE49-F238E27FC236}">
                <a16:creationId xmlns:a16="http://schemas.microsoft.com/office/drawing/2014/main" id="{2EF89065-D79D-4E8F-909E-A6D75A0F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standard error gives an error scale.</a:t>
            </a:r>
          </a:p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probability statement needs more reasoning.</a:t>
            </a:r>
          </a:p>
        </p:txBody>
      </p:sp>
    </p:spTree>
    <p:extLst>
      <p:ext uri="{BB962C8B-B14F-4D97-AF65-F5344CB8AC3E}">
        <p14:creationId xmlns:p14="http://schemas.microsoft.com/office/powerpoint/2010/main" val="1143158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6F3400B-71CD-4BF7-8A1F-3AAEC5DD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Markov’s inequality</a:t>
            </a:r>
          </a:p>
        </p:txBody>
      </p:sp>
      <p:sp>
        <p:nvSpPr>
          <p:cNvPr id="2" name="Conspect §4.2">
            <a:extLst xmlns:a="http://schemas.openxmlformats.org/drawingml/2006/main">
              <a:ext uri="{FF2B5EF4-FFF2-40B4-BE49-F238E27FC236}">
                <a16:creationId xmlns:a16="http://schemas.microsoft.com/office/drawing/2014/main" id="{218E6352-8E7D-498B-826C-AC245317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§4.2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582A1C42-4E23-4BB1-B41D-C21FFDE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Assume W ≥ 0, a &gt; 0, and a finite expectation.">
            <a:extLst xmlns:a="http://schemas.openxmlformats.org/drawingml/2006/main">
              <a:ext uri="{FF2B5EF4-FFF2-40B4-BE49-F238E27FC236}">
                <a16:creationId xmlns:a16="http://schemas.microsoft.com/office/drawing/2014/main" id="{D6809718-87FE-4483-A549-F3E324A1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Assume W ≥ 0, a &gt; 0, and a finite expectation.</a:t>
            </a:r>
          </a:p>
        </p:txBody>
      </p:sp>
      <p:sp>
        <p:nvSpPr>
          <p:cNvPr id="5" name="W ≥ a · 1{W ≥ a}">
            <a:extLst xmlns:a="http://schemas.openxmlformats.org/drawingml/2006/main">
              <a:ext uri="{FF2B5EF4-FFF2-40B4-BE49-F238E27FC236}">
                <a16:creationId xmlns:a16="http://schemas.microsoft.com/office/drawing/2014/main" id="{8DAA33AD-A085-497A-BF7D-D0EA7ECD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W ≥ a · 1{W ≥ a}</a:t>
            </a:r>
          </a:p>
        </p:txBody>
      </p:sp>
      <p:sp>
        <p:nvSpPr>
          <p:cNvPr id="6" name="E[W] ≥ a · P(W ≥ a)">
            <a:extLst xmlns:a="http://schemas.openxmlformats.org/drawingml/2006/main">
              <a:ext uri="{FF2B5EF4-FFF2-40B4-BE49-F238E27FC236}">
                <a16:creationId xmlns:a16="http://schemas.microsoft.com/office/drawing/2014/main" id="{E7342B4F-BAD9-46C5-BF95-68E2B04B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E[W] ≥ a · P(W ≥ a)</a:t>
            </a:r>
          </a:p>
        </p:txBody>
      </p:sp>
      <p:sp>
        <p:nvSpPr>
          <p:cNvPr id="7" name="P(W ≥ a) ≤ E[W] / a">
            <a:extLst xmlns:a="http://schemas.openxmlformats.org/drawingml/2006/main">
              <a:ext uri="{FF2B5EF4-FFF2-40B4-BE49-F238E27FC236}">
                <a16:creationId xmlns:a16="http://schemas.microsoft.com/office/drawing/2014/main" id="{DBB97851-9798-49D2-985F-3BCD25DE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40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P(W ≥ a) ≤ E[W] / a</a:t>
            </a:r>
          </a:p>
        </p:txBody>
      </p:sp>
      <p:sp>
        <p:nvSpPr>
          <p:cNvPr id="8" name="Frequent large values force the mean upward.">
            <a:extLst xmlns:a="http://schemas.openxmlformats.org/drawingml/2006/main">
              <a:ext uri="{FF2B5EF4-FFF2-40B4-BE49-F238E27FC236}">
                <a16:creationId xmlns:a16="http://schemas.microsoft.com/office/drawing/2014/main" id="{5566E329-3F0E-4B12-B910-00F81A8E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Frequent large values force the mean upward.</a:t>
            </a:r>
          </a:p>
        </p:txBody>
      </p:sp>
    </p:spTree>
    <p:extLst>
      <p:ext uri="{BB962C8B-B14F-4D97-AF65-F5344CB8AC3E}">
        <p14:creationId xmlns:p14="http://schemas.microsoft.com/office/powerpoint/2010/main" val="862679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8A3F18D-5A9B-43D3-A3F7-612AF68D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Why Markov can be conservative</a:t>
            </a:r>
          </a:p>
        </p:txBody>
      </p:sp>
      <p:sp>
        <p:nvSpPr>
          <p:cNvPr id="2" name="Conspect §4.2">
            <a:extLst xmlns:a="http://schemas.openxmlformats.org/drawingml/2006/main">
              <a:ext uri="{FF2B5EF4-FFF2-40B4-BE49-F238E27FC236}">
                <a16:creationId xmlns:a16="http://schemas.microsoft.com/office/drawing/2014/main" id="{79C0040F-2D7B-4196-BC82-74E3FB0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§4.2</a:t>
            </a:r>
          </a:p>
        </p:txBody>
      </p:sp>
      <p:sp>
        <p:nvSpPr>
          <p:cNvPr id="3" name="9">
            <a:extLst xmlns:a="http://schemas.openxmlformats.org/drawingml/2006/main">
              <a:ext uri="{FF2B5EF4-FFF2-40B4-BE49-F238E27FC236}">
                <a16:creationId xmlns:a16="http://schemas.microsoft.com/office/drawing/2014/main" id="{D596B190-9CC0-464B-A335-B2283CCF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Any nonnegative wait with mean five minutes:">
            <a:extLst xmlns:a="http://schemas.openxmlformats.org/drawingml/2006/main">
              <a:ext uri="{FF2B5EF4-FFF2-40B4-BE49-F238E27FC236}">
                <a16:creationId xmlns:a16="http://schemas.microsoft.com/office/drawing/2014/main" id="{84D3A6B5-8619-4B43-A0D6-C80CDC0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Any nonnegative wait with mean five minutes:</a:t>
            </a:r>
          </a:p>
        </p:txBody>
      </p:sp>
      <p:sp>
        <p:nvSpPr>
          <p:cNvPr id="5" name="P(T ≥ 20) ≤ 5 / 20 = 0.25">
            <a:extLst xmlns:a="http://schemas.openxmlformats.org/drawingml/2006/main">
              <a:ext uri="{FF2B5EF4-FFF2-40B4-BE49-F238E27FC236}">
                <a16:creationId xmlns:a16="http://schemas.microsoft.com/office/drawing/2014/main" id="{3CB4B274-ECD8-4ED6-BFDA-2C01C80B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7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P(T ≥ 20) ≤ 5 / 20 = 0.25</a:t>
            </a:r>
          </a:p>
        </p:txBody>
      </p:sp>
      <p:sp>
        <p:nvSpPr>
          <p:cNvPr id="6" name="Under the exponential model:">
            <a:extLst xmlns:a="http://schemas.openxmlformats.org/drawingml/2006/main">
              <a:ext uri="{FF2B5EF4-FFF2-40B4-BE49-F238E27FC236}">
                <a16:creationId xmlns:a16="http://schemas.microsoft.com/office/drawing/2014/main" id="{66C1CABC-37E7-40DB-9FCF-D1446109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Under the exponential model:</a:t>
            </a:r>
          </a:p>
        </p:txBody>
      </p:sp>
      <p:sp>
        <p:nvSpPr>
          <p:cNvPr id="7" name="P(T ≥ 20) = exp(−4) ≈ 0.0183">
            <a:extLst xmlns:a="http://schemas.openxmlformats.org/drawingml/2006/main">
              <a:ext uri="{FF2B5EF4-FFF2-40B4-BE49-F238E27FC236}">
                <a16:creationId xmlns:a16="http://schemas.microsoft.com/office/drawing/2014/main" id="{BFBA7BDA-11C2-478C-9DF6-93E6D8E5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6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P(T ≥ 20) = exp(−4) ≈ 0.0183</a:t>
            </a:r>
          </a:p>
        </p:txBody>
      </p:sp>
      <p:sp>
        <p:nvSpPr>
          <p:cNvPr id="8" name="The bound is attainable: probability ¼ at 20 and">
            <a:extLst xmlns:a="http://schemas.openxmlformats.org/drawingml/2006/main">
              <a:ext uri="{FF2B5EF4-FFF2-40B4-BE49-F238E27FC236}">
                <a16:creationId xmlns:a16="http://schemas.microsoft.com/office/drawing/2014/main" id="{7CB16371-0C5B-40A5-8E33-74C82D26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bound is attainable: probability ¼ at 20 and ¾ at 0.</a:t>
            </a:r>
          </a:p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mean alone cannot distinguish these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1909200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BCAF77C-FEBA-4B7A-968E-68D3E201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Chebyshev’s inequality</a:t>
            </a:r>
          </a:p>
        </p:txBody>
      </p:sp>
      <p:sp>
        <p:nvSpPr>
          <p:cNvPr id="2" name="Conspect §4.2">
            <a:extLst xmlns:a="http://schemas.openxmlformats.org/drawingml/2006/main">
              <a:ext uri="{FF2B5EF4-FFF2-40B4-BE49-F238E27FC236}">
                <a16:creationId xmlns:a16="http://schemas.microsoft.com/office/drawing/2014/main" id="{74D84D1B-24BF-409E-AB83-39122E6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§4.2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6847D07B-2295-4C38-8A04-E5F09AA2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Let X have mean μ and finite variance σ². Choose">
            <a:extLst xmlns:a="http://schemas.openxmlformats.org/drawingml/2006/main">
              <a:ext uri="{FF2B5EF4-FFF2-40B4-BE49-F238E27FC236}">
                <a16:creationId xmlns:a16="http://schemas.microsoft.com/office/drawing/2014/main" id="{830733C9-2281-44A9-8073-D5050CC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Let X have mean μ and finite variance σ². Choose ε &gt; 0.</a:t>
            </a:r>
          </a:p>
        </p:txBody>
      </p:sp>
      <p:sp>
        <p:nvSpPr>
          <p:cNvPr id="5" name="W = (X − μ)²       a = ε²">
            <a:extLst xmlns:a="http://schemas.openxmlformats.org/drawingml/2006/main">
              <a:ext uri="{FF2B5EF4-FFF2-40B4-BE49-F238E27FC236}">
                <a16:creationId xmlns:a16="http://schemas.microsoft.com/office/drawing/2014/main" id="{ABD8B9FF-B4E3-4F9D-BA66-F252B314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W = (X − μ)²       a = ε²</a:t>
            </a:r>
          </a:p>
        </p:txBody>
      </p:sp>
      <p:sp>
        <p:nvSpPr>
          <p:cNvPr id="6" name="P(|X − μ| ≥ ε) = P(W ≥ ε²)">
            <a:extLst xmlns:a="http://schemas.openxmlformats.org/drawingml/2006/main">
              <a:ext uri="{FF2B5EF4-FFF2-40B4-BE49-F238E27FC236}">
                <a16:creationId xmlns:a16="http://schemas.microsoft.com/office/drawing/2014/main" id="{4EAE1B64-3DA0-4B30-8ADB-FE4F3CD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P(|X − μ| ≥ ε) = P(W ≥ ε²)</a:t>
            </a:r>
          </a:p>
        </p:txBody>
      </p:sp>
      <p:sp>
        <p:nvSpPr>
          <p:cNvPr id="7" name="P(|X − μ| ≥ ε) ≤ σ² / ε²">
            <a:extLst xmlns:a="http://schemas.openxmlformats.org/drawingml/2006/main">
              <a:ext uri="{FF2B5EF4-FFF2-40B4-BE49-F238E27FC236}">
                <a16:creationId xmlns:a16="http://schemas.microsoft.com/office/drawing/2014/main" id="{7D1912AC-4A55-4F0E-BCA7-CCAA9E35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P(|X − μ| ≥ ε) ≤ σ² / ε²</a:t>
            </a:r>
          </a:p>
        </p:txBody>
      </p:sp>
      <p:sp>
        <p:nvSpPr>
          <p:cNvPr id="8" name="Squaring deviations makes Markov apply to both t">
            <a:extLst xmlns:a="http://schemas.openxmlformats.org/drawingml/2006/main">
              <a:ext uri="{FF2B5EF4-FFF2-40B4-BE49-F238E27FC236}">
                <a16:creationId xmlns:a16="http://schemas.microsoft.com/office/drawing/2014/main" id="{C277736A-7944-4883-AE36-C0460E96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Squaring deviations makes Markov apply to both tails.</a:t>
            </a:r>
          </a:p>
        </p:txBody>
      </p:sp>
    </p:spTree>
    <p:extLst>
      <p:ext uri="{BB962C8B-B14F-4D97-AF65-F5344CB8AC3E}">
        <p14:creationId xmlns:p14="http://schemas.microsoft.com/office/powerpoint/2010/main" val="2070058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07F4D4-454F-46EC-AFD8-5FE5F639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 finite-sample guarantee</a:t>
            </a:r>
          </a:p>
        </p:txBody>
      </p:sp>
      <p:sp>
        <p:nvSpPr>
          <p:cNvPr id="2" name="Conspect §4.2">
            <a:extLst xmlns:a="http://schemas.openxmlformats.org/drawingml/2006/main">
              <a:ext uri="{FF2B5EF4-FFF2-40B4-BE49-F238E27FC236}">
                <a16:creationId xmlns:a16="http://schemas.microsoft.com/office/drawing/2014/main" id="{39BE7184-31CB-47F2-B1C5-B3955E31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§4.2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FCD32545-2BBE-4567-90BA-1D2E3E24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P(|X̄ₙ − μ| ≥ ε) ≤ min(1, σ² / (nε²))">
            <a:extLst xmlns:a="http://schemas.openxmlformats.org/drawingml/2006/main">
              <a:ext uri="{FF2B5EF4-FFF2-40B4-BE49-F238E27FC236}">
                <a16:creationId xmlns:a16="http://schemas.microsoft.com/office/drawing/2014/main" id="{9BD6E972-D440-4379-8AEC-D7AE1500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P(|X̄ₙ − μ| ≥ ε) ≤ min(1, σ² / (nε²))</a:t>
            </a:r>
          </a:p>
        </p:txBody>
      </p:sp>
      <p:sp>
        <p:nvSpPr>
          <p:cNvPr id="5" name="For the inbox, ε = 1 minute and n = 100:">
            <a:extLst xmlns:a="http://schemas.openxmlformats.org/drawingml/2006/main">
              <a:ext uri="{FF2B5EF4-FFF2-40B4-BE49-F238E27FC236}">
                <a16:creationId xmlns:a16="http://schemas.microsoft.com/office/drawing/2014/main" id="{2BC032A1-17D0-44F2-8A74-3B9DBE95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the inbox, ε = 1 minute and n = 100:</a:t>
            </a:r>
          </a:p>
        </p:txBody>
      </p:sp>
      <p:sp>
        <p:nvSpPr>
          <p:cNvPr id="6" name="P(|T̄₁₀₀ − 5| ≥ 1) ≤ 25 / 100 = 0.25">
            <a:extLst xmlns:a="http://schemas.openxmlformats.org/drawingml/2006/main">
              <a:ext uri="{FF2B5EF4-FFF2-40B4-BE49-F238E27FC236}">
                <a16:creationId xmlns:a16="http://schemas.microsoft.com/office/drawing/2014/main" id="{D933863D-9E08-451C-BF19-B3569CCE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P(|T̄₁₀₀ − 5| ≥ 1) ≤ 25 / 100 = 0.25</a:t>
            </a:r>
          </a:p>
        </p:txBody>
      </p:sp>
      <p:sp>
        <p:nvSpPr>
          <p:cNvPr id="7" name="To make the bound at most δ, it suffices that">
            <a:extLst xmlns:a="http://schemas.openxmlformats.org/drawingml/2006/main">
              <a:ext uri="{FF2B5EF4-FFF2-40B4-BE49-F238E27FC236}">
                <a16:creationId xmlns:a16="http://schemas.microsoft.com/office/drawing/2014/main" id="{38D40652-B076-4ACD-A90A-71D1C291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To make the bound at most δ, it suffices that</a:t>
            </a:r>
          </a:p>
        </p:txBody>
      </p:sp>
      <p:sp>
        <p:nvSpPr>
          <p:cNvPr id="8" name="n ≥ σ² / (δε²)       δ = 0.05 gives n = 500">
            <a:extLst xmlns:a="http://schemas.openxmlformats.org/drawingml/2006/main">
              <a:ext uri="{FF2B5EF4-FFF2-40B4-BE49-F238E27FC236}">
                <a16:creationId xmlns:a16="http://schemas.microsoft.com/office/drawing/2014/main" id="{D536D18E-11BC-4397-9F01-B1F39D3E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1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n ≥ σ² / (δε²)       δ = 0.05 gives n = 500</a:t>
            </a:r>
          </a:p>
        </p:txBody>
      </p:sp>
      <p:sp>
        <p:nvSpPr>
          <p:cNvPr id="9" name="Use the true variance or a known upper bound. A ">
            <a:extLst xmlns:a="http://schemas.openxmlformats.org/drawingml/2006/main">
              <a:ext uri="{FF2B5EF4-FFF2-40B4-BE49-F238E27FC236}">
                <a16:creationId xmlns:a16="http://schemas.microsoft.com/office/drawing/2014/main" id="{741D15A4-55F0-441B-A1AF-D8AB97B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Use the true variance or a known upper bound. A sample-variance</a:t>
            </a:r>
          </a:p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plug-in needs further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591911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2DA081-2DFD-4ADA-8729-C7C639B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weak law of large numbers</a:t>
            </a:r>
          </a:p>
        </p:txBody>
      </p:sp>
      <p:sp>
        <p:nvSpPr>
          <p:cNvPr id="2" name="Conspect §4.3">
            <a:extLst xmlns:a="http://schemas.openxmlformats.org/drawingml/2006/main">
              <a:ext uri="{FF2B5EF4-FFF2-40B4-BE49-F238E27FC236}">
                <a16:creationId xmlns:a16="http://schemas.microsoft.com/office/drawing/2014/main" id="{5BDF53D5-8ACF-4186-8679-EA8852B6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§4.3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3749B7FF-E68D-47E3-87E8-F37E0DF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For i.i.d. observations with mean μ and finite v">
            <a:extLst xmlns:a="http://schemas.openxmlformats.org/drawingml/2006/main">
              <a:ext uri="{FF2B5EF4-FFF2-40B4-BE49-F238E27FC236}">
                <a16:creationId xmlns:a16="http://schemas.microsoft.com/office/drawing/2014/main" id="{7E16E350-47E7-4065-BC34-54C31ED9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i.i.d. observations with mean μ and finite variance,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every fixed tolerance ε &gt; 0 satisfies</a:t>
            </a:r>
          </a:p>
        </p:txBody>
      </p:sp>
      <p:sp>
        <p:nvSpPr>
          <p:cNvPr id="5" name="P(|X̄ₙ − μ| &gt; ε) → 0     as n → ∞">
            <a:extLst xmlns:a="http://schemas.openxmlformats.org/drawingml/2006/main">
              <a:ext uri="{FF2B5EF4-FFF2-40B4-BE49-F238E27FC236}">
                <a16:creationId xmlns:a16="http://schemas.microsoft.com/office/drawing/2014/main" id="{4BA3D5F9-B298-45F2-A361-94998C53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P(|X̄ₙ − μ| &gt; ε) → 0     as n → ∞</a:t>
            </a:r>
          </a:p>
        </p:txBody>
      </p:sp>
      <p:sp>
        <p:nvSpPr>
          <p:cNvPr id="6" name="Chebyshev proves this directly:">
            <a:extLst xmlns:a="http://schemas.openxmlformats.org/drawingml/2006/main">
              <a:ext uri="{FF2B5EF4-FFF2-40B4-BE49-F238E27FC236}">
                <a16:creationId xmlns:a16="http://schemas.microsoft.com/office/drawing/2014/main" id="{0F84A785-643B-42C3-8D98-1123E88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Chebyshev proves this directly:</a:t>
            </a:r>
          </a:p>
        </p:txBody>
      </p:sp>
      <p:sp>
        <p:nvSpPr>
          <p:cNvPr id="7" name="P(|X̄ₙ − μ| &gt; ε) ≤ σ² / (nε²) → 0">
            <a:extLst xmlns:a="http://schemas.openxmlformats.org/drawingml/2006/main">
              <a:ext uri="{FF2B5EF4-FFF2-40B4-BE49-F238E27FC236}">
                <a16:creationId xmlns:a16="http://schemas.microsoft.com/office/drawing/2014/main" id="{17D9FCB4-C883-436F-B3E8-A59E7553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P(|X̄ₙ − μ| &gt; ε) ≤ σ² / (nε²) → 0</a:t>
            </a:r>
          </a:p>
        </p:txBody>
      </p:sp>
      <p:sp>
        <p:nvSpPr>
          <p:cNvPr id="8" name="This is convergence in probability.">
            <a:extLst xmlns:a="http://schemas.openxmlformats.org/drawingml/2006/main">
              <a:ext uri="{FF2B5EF4-FFF2-40B4-BE49-F238E27FC236}">
                <a16:creationId xmlns:a16="http://schemas.microsoft.com/office/drawing/2014/main" id="{15289ADE-B17E-4C42-966C-0C59DAE5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This is convergence in probability.</a:t>
            </a:r>
          </a:p>
        </p:txBody>
      </p:sp>
    </p:spTree>
    <p:extLst>
      <p:ext uri="{BB962C8B-B14F-4D97-AF65-F5344CB8AC3E}">
        <p14:creationId xmlns:p14="http://schemas.microsoft.com/office/powerpoint/2010/main" val="2405760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6F8641B-13F4-4916-929B-C5954C7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Running averages fluctuate</a:t>
            </a:r>
          </a:p>
        </p:txBody>
      </p:sp>
      <p:sp>
        <p:nvSpPr>
          <p:cNvPr id="2" name="Conspect §4.3">
            <a:extLst xmlns:a="http://schemas.openxmlformats.org/drawingml/2006/main">
              <a:ext uri="{FF2B5EF4-FFF2-40B4-BE49-F238E27FC236}">
                <a16:creationId xmlns:a16="http://schemas.microsoft.com/office/drawing/2014/main" id="{9361AAD0-EA59-4C05-ADE1-70AD34C9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§4.3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69293CC4-51FA-4659-87E9-AADFA7A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2fa6145c864573"/>
          </a:graphicData>
        </a:graphic>
      </p:graphicFrame>
      <p:sp>
        <p:nvSpPr>
          <p:cNvPr id="5" name="A new observation can increase the error. These ">
            <a:extLst xmlns:a="http://schemas.openxmlformats.org/drawingml/2006/main">
              <a:ext uri="{FF2B5EF4-FFF2-40B4-BE49-F238E27FC236}">
                <a16:creationId xmlns:a16="http://schemas.microsoft.com/office/drawing/2014/main" id="{5D230FD2-84B8-43F9-8F21-F73A33F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new observation can increase the error. These paths illustrate the LLN.</a:t>
            </a:r>
          </a:p>
        </p:txBody>
      </p:sp>
    </p:spTree>
    <p:extLst>
      <p:ext uri="{BB962C8B-B14F-4D97-AF65-F5344CB8AC3E}">
        <p14:creationId xmlns:p14="http://schemas.microsoft.com/office/powerpoint/2010/main" val="1443593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ABA7CC3-3C74-4570-BA32-5B4E65D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scope of the law of large numbers</a:t>
            </a:r>
          </a:p>
        </p:txBody>
      </p:sp>
      <p:sp>
        <p:nvSpPr>
          <p:cNvPr id="2" name="Conspect §4.3">
            <a:extLst xmlns:a="http://schemas.openxmlformats.org/drawingml/2006/main">
              <a:ext uri="{FF2B5EF4-FFF2-40B4-BE49-F238E27FC236}">
                <a16:creationId xmlns:a16="http://schemas.microsoft.com/office/drawing/2014/main" id="{BC9B4FD3-FE09-4946-9E0F-454F1301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§4.3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A889EC5A-D6C9-499C-9BC9-BCC92F12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he fixed-tolerance error probability tends to z">
            <a:extLst xmlns:a="http://schemas.openxmlformats.org/drawingml/2006/main">
              <a:ext uri="{FF2B5EF4-FFF2-40B4-BE49-F238E27FC236}">
                <a16:creationId xmlns:a16="http://schemas.microsoft.com/office/drawing/2014/main" id="{9C2AD14D-4D7D-4CC8-B891-4072220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fixed-tolerance error probability tends to zero</a:t>
            </a:r>
          </a:p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across repeated datasets.</a:t>
            </a:r>
          </a:p>
        </p:txBody>
      </p:sp>
      <p:sp>
        <p:nvSpPr>
          <p:cNvPr id="5" name="The general i.i.d. LLN needs only E[|X₁|] &lt; ∞.&#10;F">
            <a:extLst xmlns:a="http://schemas.openxmlformats.org/drawingml/2006/main">
              <a:ext uri="{FF2B5EF4-FFF2-40B4-BE49-F238E27FC236}">
                <a16:creationId xmlns:a16="http://schemas.microsoft.com/office/drawing/2014/main" id="{1C465DF4-4647-4E16-AC23-8304B1C6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general i.i.d. LLN needs only E[|X₁|] &lt; ∞.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Finite variance is enough for our short proof.</a:t>
            </a:r>
          </a:p>
        </p:txBody>
      </p:sp>
      <p:sp>
        <p:nvSpPr>
          <p:cNvPr id="6" name="Sampling bias remains: recording only short wait">
            <a:extLst xmlns:a="http://schemas.openxmlformats.org/drawingml/2006/main">
              <a:ext uri="{FF2B5EF4-FFF2-40B4-BE49-F238E27FC236}">
                <a16:creationId xmlns:a16="http://schemas.microsoft.com/office/drawing/2014/main" id="{2A71BAEF-492A-47BE-8670-3DE4710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Sampling bias remains: recording only short waits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learns the mean of that selected population.</a:t>
            </a:r>
          </a:p>
        </p:txBody>
      </p:sp>
    </p:spTree>
    <p:extLst>
      <p:ext uri="{BB962C8B-B14F-4D97-AF65-F5344CB8AC3E}">
        <p14:creationId xmlns:p14="http://schemas.microsoft.com/office/powerpoint/2010/main" val="19026619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6C10781-F448-4EF5-ADF0-1A663A16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shape of the sampling error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B6A04D80-87FD-43E0-8FE3-D6099F79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6AC686A6-CF56-4796-8024-9A567C2A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he LLN makes the error small.&#10;What distribution">
            <a:extLst xmlns:a="http://schemas.openxmlformats.org/drawingml/2006/main">
              <a:ext uri="{FF2B5EF4-FFF2-40B4-BE49-F238E27FC236}">
                <a16:creationId xmlns:a16="http://schemas.microsoft.com/office/drawing/2014/main" id="{5A57456D-41B3-4436-A791-EB10FBF4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LLN makes the error small.</a:t>
            </a:r>
          </a:p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What distribution describes the remaining fluctuations?</a:t>
            </a:r>
          </a:p>
        </p:txBody>
      </p:sp>
      <p:sp>
        <p:nvSpPr>
          <p:cNvPr id="5" name="X̄ₙ − μ       has standard deviation σ / √n">
            <a:extLst xmlns:a="http://schemas.openxmlformats.org/drawingml/2006/main">
              <a:ext uri="{FF2B5EF4-FFF2-40B4-BE49-F238E27FC236}">
                <a16:creationId xmlns:a16="http://schemas.microsoft.com/office/drawing/2014/main" id="{577F9BC3-8C71-4EB3-8F33-706E2537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X̄ₙ − μ       has standard deviation σ / √n</a:t>
            </a:r>
          </a:p>
        </p:txBody>
      </p:sp>
      <p:sp>
        <p:nvSpPr>
          <p:cNvPr id="6" name="The exponential example has an exact Gamma answe">
            <a:extLst xmlns:a="http://schemas.openxmlformats.org/drawingml/2006/main">
              <a:ext uri="{FF2B5EF4-FFF2-40B4-BE49-F238E27FC236}">
                <a16:creationId xmlns:a16="http://schemas.microsoft.com/office/drawing/2014/main" id="{C7ABC609-90C2-4677-80B6-86506EAA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exponential example has an exact Gamma answer.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a complicated measurement or loss, we need an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15629923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9437211-BDE4-4435-9877-21AAC81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Standardized sampling error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269F5910-A6EA-47CB-B797-0703691D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425B21B8-3012-423F-BE5D-3FEF0E2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Measure the error in standard-error units:">
            <a:extLst xmlns:a="http://schemas.openxmlformats.org/drawingml/2006/main">
              <a:ext uri="{FF2B5EF4-FFF2-40B4-BE49-F238E27FC236}">
                <a16:creationId xmlns:a16="http://schemas.microsoft.com/office/drawing/2014/main" id="{E73B52A4-89D5-4936-9BC8-0EEA504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Measure the error in standard-error units:</a:t>
            </a:r>
          </a:p>
        </p:txBody>
      </p:sp>
      <p:sp>
        <p:nvSpPr>
          <p:cNvPr id="5" name="Zₙ = (X̄ₙ − μ) / (σ / √n)">
            <a:extLst xmlns:a="http://schemas.openxmlformats.org/drawingml/2006/main">
              <a:ext uri="{FF2B5EF4-FFF2-40B4-BE49-F238E27FC236}">
                <a16:creationId xmlns:a16="http://schemas.microsoft.com/office/drawing/2014/main" id="{187903A2-E1BE-48A4-A54D-82E1C3F2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42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Zₙ = (X̄ₙ − μ) / (σ / √n)</a:t>
            </a:r>
          </a:p>
        </p:txBody>
      </p:sp>
      <p:sp>
        <p:nvSpPr>
          <p:cNvPr id="6" name="E[Zₙ] = 0       Var(Zₙ) = 1">
            <a:extLst xmlns:a="http://schemas.openxmlformats.org/drawingml/2006/main">
              <a:ext uri="{FF2B5EF4-FFF2-40B4-BE49-F238E27FC236}">
                <a16:creationId xmlns:a16="http://schemas.microsoft.com/office/drawing/2014/main" id="{DE8F13DC-A30C-4C5B-A692-9E5114F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E[Zₙ] = 0       Var(Zₙ) = 1</a:t>
            </a:r>
          </a:p>
        </p:txBody>
      </p:sp>
      <p:sp>
        <p:nvSpPr>
          <p:cNvPr id="7" name="Rescaling keeps the shrinking fluctuations visib">
            <a:extLst xmlns:a="http://schemas.openxmlformats.org/drawingml/2006/main">
              <a:ext uri="{FF2B5EF4-FFF2-40B4-BE49-F238E27FC236}">
                <a16:creationId xmlns:a16="http://schemas.microsoft.com/office/drawing/2014/main" id="{14CA5210-5262-4045-A296-6B34B5E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Rescaling keeps the shrinking fluctuations visible.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new claim concerns their distributional shape.</a:t>
            </a:r>
          </a:p>
        </p:txBody>
      </p:sp>
    </p:spTree>
    <p:extLst>
      <p:ext uri="{BB962C8B-B14F-4D97-AF65-F5344CB8AC3E}">
        <p14:creationId xmlns:p14="http://schemas.microsoft.com/office/powerpoint/2010/main" val="11375070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2237EB1-359D-4367-BEE6-4EB13AF8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central limit theorem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D756D1D0-2D42-40EC-8C93-7D627A5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9C3D70F8-E723-437E-9DCA-46328FDD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Assume i.i.d. observations with mean μ and 0 &lt; σ">
            <a:extLst xmlns:a="http://schemas.openxmlformats.org/drawingml/2006/main">
              <a:ext uri="{FF2B5EF4-FFF2-40B4-BE49-F238E27FC236}">
                <a16:creationId xmlns:a16="http://schemas.microsoft.com/office/drawing/2014/main" id="{86A6506B-D7D2-41FE-85BD-7821247F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Assume i.i.d. observations with mean μ and 0 &lt; σ² &lt; ∞.</a:t>
            </a:r>
          </a:p>
        </p:txBody>
      </p:sp>
      <p:sp>
        <p:nvSpPr>
          <p:cNvPr id="5" name="P(Zₙ ≤ z) → Φ(z)     as n → ∞">
            <a:extLst xmlns:a="http://schemas.openxmlformats.org/drawingml/2006/main">
              <a:ext uri="{FF2B5EF4-FFF2-40B4-BE49-F238E27FC236}">
                <a16:creationId xmlns:a16="http://schemas.microsoft.com/office/drawing/2014/main" id="{D66AE8C9-E4A3-423D-8638-415A181B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7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P(Zₙ ≤ z) → Φ(z)     as n → ∞</a:t>
            </a:r>
          </a:p>
        </p:txBody>
      </p:sp>
      <p:sp>
        <p:nvSpPr>
          <p:cNvPr id="6" name="For every real z: convergence in distribution&#10;to">
            <a:extLst xmlns:a="http://schemas.openxmlformats.org/drawingml/2006/main">
              <a:ext uri="{FF2B5EF4-FFF2-40B4-BE49-F238E27FC236}">
                <a16:creationId xmlns:a16="http://schemas.microsoft.com/office/drawing/2014/main" id="{6B5E9248-F09A-4EA3-8E66-22876A91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every real z: convergence in distribution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to the standard Gaussian.</a:t>
            </a:r>
          </a:p>
        </p:txBody>
      </p:sp>
      <p:sp>
        <p:nvSpPr>
          <p:cNvPr id="7" name="X̄ₙ ≈ N(μ, σ² / n)">
            <a:extLst xmlns:a="http://schemas.openxmlformats.org/drawingml/2006/main">
              <a:ext uri="{FF2B5EF4-FFF2-40B4-BE49-F238E27FC236}">
                <a16:creationId xmlns:a16="http://schemas.microsoft.com/office/drawing/2014/main" id="{F5225E1F-2B6F-495C-B748-9035024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7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X̄ₙ ≈ N(μ, σ² / n)</a:t>
            </a:r>
          </a:p>
        </p:txBody>
      </p:sp>
      <p:sp>
        <p:nvSpPr>
          <p:cNvPr id="8" name="Gaussian observations give this law exactly for ">
            <a:extLst xmlns:a="http://schemas.openxmlformats.org/drawingml/2006/main">
              <a:ext uri="{FF2B5EF4-FFF2-40B4-BE49-F238E27FC236}">
                <a16:creationId xmlns:a16="http://schemas.microsoft.com/office/drawing/2014/main" id="{8ECC30BA-4D04-41B8-8F9D-0605B907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Gaussian observations give this law exactly for every n.</a:t>
            </a:r>
          </a:p>
          <a:p xmlns:a="http://schemas.openxmlformats.org/drawingml/2006/main">
            <a:pPr algn="l"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The original observations keep their own distribution.</a:t>
            </a:r>
          </a:p>
        </p:txBody>
      </p:sp>
    </p:spTree>
    <p:extLst>
      <p:ext uri="{BB962C8B-B14F-4D97-AF65-F5344CB8AC3E}">
        <p14:creationId xmlns:p14="http://schemas.microsoft.com/office/powerpoint/2010/main" val="9146028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BE3134D-A0B6-4D79-AB18-0BE5C2E8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CLT at small sample sizes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62A3DD10-FE5D-4472-99C3-3BBAA36A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13DFF6BA-5289-491D-9BA5-51AB1FA2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5353050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7f78b70984410b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29350" y="1333500"/>
          <a:ext xmlns:a="http://schemas.openxmlformats.org/drawingml/2006/main" cx="5353050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39d14aa9d94d27"/>
          </a:graphicData>
        </a:graphic>
      </p:graphicFrame>
      <p:sp>
        <p:nvSpPr>
          <p:cNvPr id="6" name="The support starts at −√n. Small-sample averages">
            <a:extLst xmlns:a="http://schemas.openxmlformats.org/drawingml/2006/main">
              <a:ext uri="{FF2B5EF4-FFF2-40B4-BE49-F238E27FC236}">
                <a16:creationId xmlns:a16="http://schemas.microsoft.com/office/drawing/2014/main" id="{8BB41C82-EB26-4D4C-B080-E1EAE4B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support starts at −√n. Small-sample averages remain asymmetric.</a:t>
            </a:r>
          </a:p>
        </p:txBody>
      </p:sp>
    </p:spTree>
    <p:extLst>
      <p:ext uri="{BB962C8B-B14F-4D97-AF65-F5344CB8AC3E}">
        <p14:creationId xmlns:p14="http://schemas.microsoft.com/office/powerpoint/2010/main" val="2990890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6BD364B-6B98-455A-AB2E-E9A3AA6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CLT at larger sample sizes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B32117CE-C0BD-43C5-A8F3-CF2B0E4B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90A20BF-3DAA-4762-81A3-875252B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5353050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ed36019a64079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229350" y="1333500"/>
          <a:ext xmlns:a="http://schemas.openxmlformats.org/drawingml/2006/main" cx="5353050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427068a8d44865"/>
          </a:graphicData>
        </a:graphic>
      </p:graphicFrame>
      <p:sp>
        <p:nvSpPr>
          <p:cNvPr id="6" name="The same axes reveal the change in shape as n gr">
            <a:extLst xmlns:a="http://schemas.openxmlformats.org/drawingml/2006/main">
              <a:ext uri="{FF2B5EF4-FFF2-40B4-BE49-F238E27FC236}">
                <a16:creationId xmlns:a16="http://schemas.microsoft.com/office/drawing/2014/main" id="{4CE508D4-7302-46AD-BA3A-47B51DAB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same axes reveal the change in shape as n grows.</a:t>
            </a:r>
          </a:p>
        </p:txBody>
      </p:sp>
    </p:spTree>
    <p:extLst>
      <p:ext uri="{BB962C8B-B14F-4D97-AF65-F5344CB8AC3E}">
        <p14:creationId xmlns:p14="http://schemas.microsoft.com/office/powerpoint/2010/main" val="683559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F01690B-E1DB-4650-9036-2C46E73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One minute equals two standard errors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CD67E1B1-310B-44FB-97AB-293C834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2785397F-5E62-44A1-A630-AF34DD58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n = 100       SE(T̄₁₀₀) = 5 / √100 = 0.5">
            <a:extLst xmlns:a="http://schemas.openxmlformats.org/drawingml/2006/main">
              <a:ext uri="{FF2B5EF4-FFF2-40B4-BE49-F238E27FC236}">
                <a16:creationId xmlns:a16="http://schemas.microsoft.com/office/drawing/2014/main" id="{1CF7E1F1-C90D-481E-B4C6-43C2CDAA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n = 100       SE(T̄₁₀₀) = 5 / √100 = 0.5</a:t>
            </a:r>
          </a:p>
        </p:txBody>
      </p:sp>
      <p:sp>
        <p:nvSpPr>
          <p:cNvPr id="5" name="P(|T̄₁₀₀ − 5| &gt; 1) = P(|Z₁₀₀| &gt; 2)">
            <a:extLst xmlns:a="http://schemas.openxmlformats.org/drawingml/2006/main">
              <a:ext uri="{FF2B5EF4-FFF2-40B4-BE49-F238E27FC236}">
                <a16:creationId xmlns:a16="http://schemas.microsoft.com/office/drawing/2014/main" id="{E70A5203-7CB3-496D-833F-0A8E030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6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P(|T̄₁₀₀ − 5| &gt; 1) = P(|Z₁₀₀| &gt; 2)</a:t>
            </a:r>
          </a:p>
        </p:txBody>
      </p:sp>
      <p:sp>
        <p:nvSpPr>
          <p:cNvPr id="6" name="≈ 2[1 − Φ(2)] ≈ 0.04550">
            <a:extLst xmlns:a="http://schemas.openxmlformats.org/drawingml/2006/main">
              <a:ext uri="{FF2B5EF4-FFF2-40B4-BE49-F238E27FC236}">
                <a16:creationId xmlns:a16="http://schemas.microsoft.com/office/drawing/2014/main" id="{B0E9D7F6-5902-4F22-806D-7DF62BD6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43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≈ 2[1 − Φ(2)] ≈ 0.04550</a:t>
            </a:r>
          </a:p>
        </p:txBody>
      </p:sp>
      <p:sp>
        <p:nvSpPr>
          <p:cNvPr id="7" name="About 4.55% under the Gaussian approximation.">
            <a:extLst xmlns:a="http://schemas.openxmlformats.org/drawingml/2006/main">
              <a:ext uri="{FF2B5EF4-FFF2-40B4-BE49-F238E27FC236}">
                <a16:creationId xmlns:a16="http://schemas.microsoft.com/office/drawing/2014/main" id="{4F8CE03A-F22B-4119-97C8-A4C6085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About 4.55% under the Gaussian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5796248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A9EF8BE-67CE-4CB2-AA9E-479CA0B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Bound, approximation, and exact probability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430ED233-000F-490F-B469-D56802D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4447EE10-5D68-4A11-928E-6ED079CA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The Gamma model lets us check the approximation:">
            <a:extLst xmlns:a="http://schemas.openxmlformats.org/drawingml/2006/main">
              <a:ext uri="{FF2B5EF4-FFF2-40B4-BE49-F238E27FC236}">
                <a16:creationId xmlns:a16="http://schemas.microsoft.com/office/drawing/2014/main" id="{E5BE8926-6F77-4F06-9123-BE9C25E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Gamma model lets us check the approximation:</a:t>
            </a:r>
          </a:p>
        </p:txBody>
      </p:sp>
      <p:sp>
        <p:nvSpPr>
          <p:cNvPr id="5" name="P(T̄₁₀₀ &lt; 4) ≈ 0.017108">
            <a:extLst xmlns:a="http://schemas.openxmlformats.org/drawingml/2006/main">
              <a:ext uri="{FF2B5EF4-FFF2-40B4-BE49-F238E27FC236}">
                <a16:creationId xmlns:a16="http://schemas.microsoft.com/office/drawing/2014/main" id="{D32B2363-1ED1-40D6-8DFC-E884C2A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0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P(T̄₁₀₀ &lt; 4) ≈ 0.017108</a:t>
            </a:r>
          </a:p>
        </p:txBody>
      </p:sp>
      <p:sp>
        <p:nvSpPr>
          <p:cNvPr id="6" name="P(T̄₁₀₀ &gt; 6) ≈ 0.027864">
            <a:extLst xmlns:a="http://schemas.openxmlformats.org/drawingml/2006/main">
              <a:ext uri="{FF2B5EF4-FFF2-40B4-BE49-F238E27FC236}">
                <a16:creationId xmlns:a16="http://schemas.microsoft.com/office/drawing/2014/main" id="{A0C949CF-59FF-43AF-A9AC-57B8D0C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0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P(T̄₁₀₀ &gt; 6) ≈ 0.027864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35909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2762250"/>
                <a:gridCol w="4781550"/>
              </a:tblGrid>
              <a:tr h="61912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DF3F8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EDF3F8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solidFill>
                      <a:srgbClr val="EDF3F8"/>
                    </a:solidFill>
                  </a:tcPr>
                </a:tc>
              </a:tr>
              <a:tr h="61912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Chebyshev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≤ 0.25000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Upper bound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≈ 0.04550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Approximation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Exact Gamma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≈ 0.04497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Exact model, rounded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6755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516ECC1-B0F2-4DFB-B8C3-A746F0F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Error probability across sample sizes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6A240A29-DDC0-48ED-82C0-46446B9B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996245A8-C4B5-4D3D-8AC7-91BFE61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26edc06ce8404c"/>
          </a:graphicData>
        </a:graphic>
      </p:graphicFrame>
      <p:sp>
        <p:nvSpPr>
          <p:cNvPr id="5" name="The exact and CLT curves nearly coincide here. C">
            <a:extLst xmlns:a="http://schemas.openxmlformats.org/drawingml/2006/main">
              <a:ext uri="{FF2B5EF4-FFF2-40B4-BE49-F238E27FC236}">
                <a16:creationId xmlns:a16="http://schemas.microsoft.com/office/drawing/2014/main" id="{0AF96C2C-8B02-4256-A30B-FDC66DE5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exact and CLT curves nearly coincide here. Chebyshev stays an upper bound.</a:t>
            </a:r>
          </a:p>
        </p:txBody>
      </p:sp>
    </p:spTree>
    <p:extLst>
      <p:ext uri="{BB962C8B-B14F-4D97-AF65-F5344CB8AC3E}">
        <p14:creationId xmlns:p14="http://schemas.microsoft.com/office/powerpoint/2010/main" val="9149474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C1EA9A-5BD6-4132-9ABF-FE11C673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Finite-sample accuracy of the CLT</a:t>
            </a:r>
          </a:p>
        </p:txBody>
      </p:sp>
      <p:sp>
        <p:nvSpPr>
          <p:cNvPr id="2" name="Conspect §4.4">
            <a:extLst xmlns:a="http://schemas.openxmlformats.org/drawingml/2006/main">
              <a:ext uri="{FF2B5EF4-FFF2-40B4-BE49-F238E27FC236}">
                <a16:creationId xmlns:a16="http://schemas.microsoft.com/office/drawing/2014/main" id="{417D5B56-D53B-45FC-A410-ED7BB68C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§4.4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D098356-04FB-4446-BD74-015D856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There is no universal sample size, such as 30,&#10;t">
            <a:extLst xmlns:a="http://schemas.openxmlformats.org/drawingml/2006/main">
              <a:ext uri="{FF2B5EF4-FFF2-40B4-BE49-F238E27FC236}">
                <a16:creationId xmlns:a16="http://schemas.microsoft.com/office/drawing/2014/main" id="{3A4C5D9A-C97C-49BC-BD1A-2C9810B7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There is no universal sample size, such as 30,</a:t>
            </a:r>
          </a:p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that guarantees a useful Gaussian approximation.</a:t>
            </a:r>
          </a:p>
        </p:txBody>
      </p:sp>
      <p:sp>
        <p:nvSpPr>
          <p:cNvPr id="5" name="Skewness and rare extreme values can delay conve">
            <a:extLst xmlns:a="http://schemas.openxmlformats.org/drawingml/2006/main">
              <a:ext uri="{FF2B5EF4-FFF2-40B4-BE49-F238E27FC236}">
                <a16:creationId xmlns:a16="http://schemas.microsoft.com/office/drawing/2014/main" id="{4957C3E3-421B-41B9-ABCB-203B6A70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Skewness and rare extreme values can delay convergence.</a:t>
            </a:r>
          </a:p>
        </p:txBody>
      </p:sp>
      <p:sp>
        <p:nvSpPr>
          <p:cNvPr id="6" name="A small absolute CDF error can still mean a larg">
            <a:extLst xmlns:a="http://schemas.openxmlformats.org/drawingml/2006/main">
              <a:ext uri="{FF2B5EF4-FFF2-40B4-BE49-F238E27FC236}">
                <a16:creationId xmlns:a16="http://schemas.microsoft.com/office/drawing/2014/main" id="{4FD03249-FC07-4131-A351-D79B836E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small absolute CDF error can still mean a large</a:t>
            </a:r>
          </a:p>
          <a:p xmlns:a="http://schemas.openxmlformats.org/drawingml/2006/main">
            <a:pPr algn="l"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relative error for a tiny tail probability.</a:t>
            </a:r>
          </a:p>
        </p:txBody>
      </p:sp>
    </p:spTree>
    <p:extLst>
      <p:ext uri="{BB962C8B-B14F-4D97-AF65-F5344CB8AC3E}">
        <p14:creationId xmlns:p14="http://schemas.microsoft.com/office/powerpoint/2010/main" val="267677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C04A3AB-0328-457D-B6D0-C810C173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 shared calibration error</a:t>
            </a:r>
          </a:p>
        </p:txBody>
      </p:sp>
      <p:sp>
        <p:nvSpPr>
          <p:cNvPr id="2" name="Conspect §4.5">
            <a:extLst xmlns:a="http://schemas.openxmlformats.org/drawingml/2006/main">
              <a:ext uri="{FF2B5EF4-FFF2-40B4-BE49-F238E27FC236}">
                <a16:creationId xmlns:a16="http://schemas.microsoft.com/office/drawing/2014/main" id="{8640A30C-1B70-4E5A-93F2-7837E617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§4.5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C3C647C4-EA31-4D8E-92DD-D757E43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Xᵢ = μ + B + εᵢ">
            <a:extLst xmlns:a="http://schemas.openxmlformats.org/drawingml/2006/main">
              <a:ext uri="{FF2B5EF4-FFF2-40B4-BE49-F238E27FC236}">
                <a16:creationId xmlns:a16="http://schemas.microsoft.com/office/drawing/2014/main" id="{DD1ABF1A-C950-49B5-9466-3776850A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42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Xᵢ = μ + B + εᵢ</a:t>
            </a:r>
          </a:p>
        </p:txBody>
      </p:sp>
      <p:sp>
        <p:nvSpPr>
          <p:cNvPr id="5" name="B stays fixed within one dataset.&#10;A new independ">
            <a:extLst xmlns:a="http://schemas.openxmlformats.org/drawingml/2006/main">
              <a:ext uri="{FF2B5EF4-FFF2-40B4-BE49-F238E27FC236}">
                <a16:creationId xmlns:a16="http://schemas.microsoft.com/office/drawing/2014/main" id="{C90060B5-8BEA-45AC-9442-19DA426D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 stays fixed within one dataset.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new independently calibrated dataset gets a fresh B.</a:t>
            </a:r>
          </a:p>
        </p:txBody>
      </p:sp>
      <p:sp>
        <p:nvSpPr>
          <p:cNvPr id="6" name="The reading errors εᵢ are centered and independe">
            <a:extLst xmlns:a="http://schemas.openxmlformats.org/drawingml/2006/main">
              <a:ext uri="{FF2B5EF4-FFF2-40B4-BE49-F238E27FC236}">
                <a16:creationId xmlns:a16="http://schemas.microsoft.com/office/drawing/2014/main" id="{AD642A8B-20FB-4CCB-A96D-3FEC9F6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reading errors εᵢ are centered and independent,</a:t>
            </a:r>
          </a:p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and independent of the centered calibration error B.</a:t>
            </a:r>
          </a:p>
        </p:txBody>
      </p:sp>
      <p:sp>
        <p:nvSpPr>
          <p:cNvPr id="7" name="X̄ₙ = μ + B + (ε₁ + ⋯ + εₙ) / n">
            <a:extLst xmlns:a="http://schemas.openxmlformats.org/drawingml/2006/main">
              <a:ext uri="{FF2B5EF4-FFF2-40B4-BE49-F238E27FC236}">
                <a16:creationId xmlns:a16="http://schemas.microsoft.com/office/drawing/2014/main" id="{BA921A3F-EA53-48BE-96D4-7707BC88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225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X̄ₙ = μ + B + (ε₁ + ⋯ + εₙ) / n</a:t>
            </a:r>
          </a:p>
        </p:txBody>
      </p:sp>
    </p:spTree>
    <p:extLst>
      <p:ext uri="{BB962C8B-B14F-4D97-AF65-F5344CB8AC3E}">
        <p14:creationId xmlns:p14="http://schemas.microsoft.com/office/powerpoint/2010/main" val="2765292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C2607CE-1C02-49F2-8111-F751D73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Covariance leaves a variance floor</a:t>
            </a:r>
          </a:p>
        </p:txBody>
      </p:sp>
      <p:sp>
        <p:nvSpPr>
          <p:cNvPr id="2" name="Conspect §4.5">
            <a:extLst xmlns:a="http://schemas.openxmlformats.org/drawingml/2006/main">
              <a:ext uri="{FF2B5EF4-FFF2-40B4-BE49-F238E27FC236}">
                <a16:creationId xmlns:a16="http://schemas.microsoft.com/office/drawing/2014/main" id="{EEA186C8-7291-4B76-AFE1-73152908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§4.5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0CD3540B-BD5E-4C64-AD75-C689B0C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Each reading has variance σ². Distinct pairs hav">
            <a:extLst xmlns:a="http://schemas.openxmlformats.org/drawingml/2006/main">
              <a:ext uri="{FF2B5EF4-FFF2-40B4-BE49-F238E27FC236}">
                <a16:creationId xmlns:a16="http://schemas.microsoft.com/office/drawing/2014/main" id="{5F926BE5-6719-49B6-A9A8-815B2EF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Each reading has variance σ². Distinct pairs have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correlation ρ, with 0 ≤ ρ ≤ 1.</a:t>
            </a:r>
          </a:p>
        </p:txBody>
      </p:sp>
      <p:sp>
        <p:nvSpPr>
          <p:cNvPr id="5" name="Var(X̄ₙ) = [nσ² + n(n − 1)ρσ²] / n²">
            <a:extLst xmlns:a="http://schemas.openxmlformats.org/drawingml/2006/main">
              <a:ext uri="{FF2B5EF4-FFF2-40B4-BE49-F238E27FC236}">
                <a16:creationId xmlns:a16="http://schemas.microsoft.com/office/drawing/2014/main" id="{8EE5EB70-D160-40AF-AE48-F4FBFF8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Var(X̄ₙ) = [nσ² + n(n − 1)ρσ²] / n²</a:t>
            </a:r>
          </a:p>
        </p:txBody>
      </p:sp>
      <p:sp>
        <p:nvSpPr>
          <p:cNvPr id="6" name="= σ²[ρ + (1 − ρ) / n]">
            <a:extLst xmlns:a="http://schemas.openxmlformats.org/drawingml/2006/main">
              <a:ext uri="{FF2B5EF4-FFF2-40B4-BE49-F238E27FC236}">
                <a16:creationId xmlns:a16="http://schemas.microsoft.com/office/drawing/2014/main" id="{582B5DAB-B4FF-43D9-9C97-059BFEA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= σ²[ρ + (1 − ρ) / n]</a:t>
            </a:r>
          </a:p>
        </p:txBody>
      </p:sp>
      <p:sp>
        <p:nvSpPr>
          <p:cNvPr id="7" name="n diagonal covariance terms and n(n − 1) off-dia">
            <a:extLst xmlns:a="http://schemas.openxmlformats.org/drawingml/2006/main">
              <a:ext uri="{FF2B5EF4-FFF2-40B4-BE49-F238E27FC236}">
                <a16:creationId xmlns:a16="http://schemas.microsoft.com/office/drawing/2014/main" id="{DBC96F39-F18B-40B4-8114-5D029F61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n diagonal covariance terms and n(n − 1) off-diagonal terms.</a:t>
            </a:r>
          </a:p>
        </p:txBody>
      </p:sp>
      <p:sp>
        <p:nvSpPr>
          <p:cNvPr id="8" name="Var(X̄ₙ) → ρσ²     as n → ∞">
            <a:extLst xmlns:a="http://schemas.openxmlformats.org/drawingml/2006/main">
              <a:ext uri="{FF2B5EF4-FFF2-40B4-BE49-F238E27FC236}">
                <a16:creationId xmlns:a16="http://schemas.microsoft.com/office/drawing/2014/main" id="{868B9018-D06C-4362-B532-F260DC76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Var(X̄ₙ) → ρσ²     as n → ∞</a:t>
            </a:r>
          </a:p>
        </p:txBody>
      </p:sp>
    </p:spTree>
    <p:extLst>
      <p:ext uri="{BB962C8B-B14F-4D97-AF65-F5344CB8AC3E}">
        <p14:creationId xmlns:p14="http://schemas.microsoft.com/office/powerpoint/2010/main" val="21080577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04C0444-9EAD-4DCE-AE97-90EFB333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One hundred correlated readings</a:t>
            </a:r>
          </a:p>
        </p:txBody>
      </p:sp>
      <p:sp>
        <p:nvSpPr>
          <p:cNvPr id="2" name="Conspect §4.5">
            <a:extLst xmlns:a="http://schemas.openxmlformats.org/drawingml/2006/main">
              <a:ext uri="{FF2B5EF4-FFF2-40B4-BE49-F238E27FC236}">
                <a16:creationId xmlns:a16="http://schemas.microsoft.com/office/drawing/2014/main" id="{3AC32B9C-6B00-44B6-BD41-8A59995C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§4.5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3FF1E88E-5727-4330-9290-128064CC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fadf7d7d864870"/>
          </a:graphicData>
        </a:graphic>
      </p:graphicFrame>
      <p:sp>
        <p:nvSpPr>
          <p:cNvPr id="5" name="For n = 100, Var(X̄ₙ) = 0.109σ²: the same mean v">
            <a:extLst xmlns:a="http://schemas.openxmlformats.org/drawingml/2006/main">
              <a:ext uri="{FF2B5EF4-FFF2-40B4-BE49-F238E27FC236}">
                <a16:creationId xmlns:a16="http://schemas.microsoft.com/office/drawing/2014/main" id="{7FD7848B-1ABB-4017-92D4-2C78CA7A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n = 100, Var(X̄ₙ) = 0.109σ²: the same mean variance</a:t>
            </a:r>
          </a:p>
          <a:p xmlns:a="http://schemas.openxmlformats.org/drawingml/2006/main">
            <a:pPr algn="l">
              <a:defRPr sz="18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as about 9.17 independent readings.</a:t>
            </a:r>
          </a:p>
        </p:txBody>
      </p:sp>
    </p:spTree>
    <p:extLst>
      <p:ext uri="{BB962C8B-B14F-4D97-AF65-F5344CB8AC3E}">
        <p14:creationId xmlns:p14="http://schemas.microsoft.com/office/powerpoint/2010/main" val="10246913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6FAE0B3-75A4-4CE6-B749-E6358ABF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Finite mean and finite variance</a:t>
            </a:r>
          </a:p>
        </p:txBody>
      </p:sp>
      <p:sp>
        <p:nvSpPr>
          <p:cNvPr id="2" name="Conspect §4.5">
            <a:extLst xmlns:a="http://schemas.openxmlformats.org/drawingml/2006/main">
              <a:ext uri="{FF2B5EF4-FFF2-40B4-BE49-F238E27FC236}">
                <a16:creationId xmlns:a16="http://schemas.microsoft.com/office/drawing/2014/main" id="{7A31E7FA-57E8-4716-89A1-8843EC65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§4.5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E18928B5-80EC-4D66-8EC4-A68B62D1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For i.i.d. Student observations with ν = 3/2:">
            <a:extLst xmlns:a="http://schemas.openxmlformats.org/drawingml/2006/main">
              <a:ext uri="{FF2B5EF4-FFF2-40B4-BE49-F238E27FC236}">
                <a16:creationId xmlns:a16="http://schemas.microsoft.com/office/drawing/2014/main" id="{C89CB14F-D3DB-4908-BA47-3D255990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i.i.d. Student observations with ν = 3/2:</a:t>
            </a:r>
          </a:p>
        </p:txBody>
      </p:sp>
      <p:sp>
        <p:nvSpPr>
          <p:cNvPr id="5" name="E[|X₁|] &lt; ∞       Var(X₁) = ∞">
            <a:extLst xmlns:a="http://schemas.openxmlformats.org/drawingml/2006/main">
              <a:ext uri="{FF2B5EF4-FFF2-40B4-BE49-F238E27FC236}">
                <a16:creationId xmlns:a16="http://schemas.microsoft.com/office/drawing/2014/main" id="{468BFB58-574E-465A-9705-357A028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9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E[|X₁|] &lt; ∞       Var(X₁) = ∞</a:t>
            </a:r>
          </a:p>
        </p:txBody>
      </p:sp>
      <p:sp>
        <p:nvSpPr>
          <p:cNvPr id="6" name="The general LLN applies: the sample mean converg">
            <a:extLst xmlns:a="http://schemas.openxmlformats.org/drawingml/2006/main">
              <a:ext uri="{FF2B5EF4-FFF2-40B4-BE49-F238E27FC236}">
                <a16:creationId xmlns:a16="http://schemas.microsoft.com/office/drawing/2014/main" id="{1AB5BC52-6DDA-408B-8A34-D3AD3B58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general LLN applies: the sample mean converges</a:t>
            </a:r>
          </a:p>
          <a:p xmlns:a="http://schemas.openxmlformats.org/drawingml/2006/main">
            <a:pPr algn="l">
              <a:defRPr sz="24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in probability to zero.</a:t>
            </a:r>
          </a:p>
        </p:txBody>
      </p:sp>
      <p:sp>
        <p:nvSpPr>
          <p:cNvPr id="7" name="The finite-variance Chebyshev argument and class">
            <a:extLst xmlns:a="http://schemas.openxmlformats.org/drawingml/2006/main">
              <a:ext uri="{FF2B5EF4-FFF2-40B4-BE49-F238E27FC236}">
                <a16:creationId xmlns:a16="http://schemas.microsoft.com/office/drawing/2014/main" id="{836324B6-3052-43F7-8451-F07B7CF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finite-variance Chebyshev argument and classical CLT</a:t>
            </a:r>
          </a:p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do not apply. There is no finite σ for σ / √n.</a:t>
            </a:r>
          </a:p>
        </p:txBody>
      </p:sp>
    </p:spTree>
    <p:extLst>
      <p:ext uri="{BB962C8B-B14F-4D97-AF65-F5344CB8AC3E}">
        <p14:creationId xmlns:p14="http://schemas.microsoft.com/office/powerpoint/2010/main" val="8411389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C566C64-F9BB-4347-922C-13E8142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Cauchy averages keep the same spread</a:t>
            </a:r>
          </a:p>
        </p:txBody>
      </p:sp>
      <p:sp>
        <p:nvSpPr>
          <p:cNvPr id="2" name="Conspect §4.5">
            <a:extLst xmlns:a="http://schemas.openxmlformats.org/drawingml/2006/main">
              <a:ext uri="{FF2B5EF4-FFF2-40B4-BE49-F238E27FC236}">
                <a16:creationId xmlns:a16="http://schemas.microsoft.com/office/drawing/2014/main" id="{165CDE69-91ED-473D-A086-0926D935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§4.5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26B57C80-B57F-4717-B56B-C2299489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535305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ecadc99ba54ae5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29350" y="1285875"/>
          <a:ext xmlns:a="http://schemas.openxmlformats.org/drawingml/2006/main" cx="535305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cec08dbfca4be4"/>
          </a:graphicData>
        </a:graphic>
      </p:graphicFrame>
      <p:sp>
        <p:nvSpPr>
          <p:cNvPr id="6" name="X̄ₙ ∼ t₁       P(|X̄ₙ| &gt; 1) = 1/2     for every ">
            <a:extLst xmlns:a="http://schemas.openxmlformats.org/drawingml/2006/main">
              <a:ext uri="{FF2B5EF4-FFF2-40B4-BE49-F238E27FC236}">
                <a16:creationId xmlns:a16="http://schemas.microsoft.com/office/drawing/2014/main" id="{15ED4572-CCD4-4E93-B7B2-65A0B74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27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X̄ₙ ∼ t₁       P(|X̄ₙ| &gt; 1) = 1/2     for every n</a:t>
            </a:r>
          </a:p>
        </p:txBody>
      </p:sp>
      <p:sp>
        <p:nvSpPr>
          <p:cNvPr id="7" name="The Cauchy mean is undefined. Zero is its symmet">
            <a:extLst xmlns:a="http://schemas.openxmlformats.org/drawingml/2006/main">
              <a:ext uri="{FF2B5EF4-FFF2-40B4-BE49-F238E27FC236}">
                <a16:creationId xmlns:a16="http://schemas.microsoft.com/office/drawing/2014/main" id="{00013598-F113-4D3E-9EF7-25E9DF19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The Cauchy mean is undefined. Zero is its symmetry center. Panel scales differ.</a:t>
            </a:r>
          </a:p>
        </p:txBody>
      </p:sp>
    </p:spTree>
    <p:extLst>
      <p:ext uri="{BB962C8B-B14F-4D97-AF65-F5344CB8AC3E}">
        <p14:creationId xmlns:p14="http://schemas.microsoft.com/office/powerpoint/2010/main" val="14000419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33FE15C-2081-471A-824E-269311A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Monte Carlo estimation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C26555DF-2EF7-4ABB-A14E-B0BF79BC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3DCFFE08-D238-49A9-8FBD-7A39802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To estimate I = E[g(X)], draw independent observ">
            <a:extLst xmlns:a="http://schemas.openxmlformats.org/drawingml/2006/main">
              <a:ext uri="{FF2B5EF4-FFF2-40B4-BE49-F238E27FC236}">
                <a16:creationId xmlns:a16="http://schemas.microsoft.com/office/drawing/2014/main" id="{55A7C50A-3AB1-4364-8874-1D5D801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To estimate I = E[g(X)], draw independent observations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from the target distribution and average their evaluations.</a:t>
            </a:r>
          </a:p>
        </p:txBody>
      </p:sp>
      <p:sp>
        <p:nvSpPr>
          <p:cNvPr id="5" name="Îₙ = [g(X₁) + ⋯ + g(Xₙ)] / n">
            <a:extLst xmlns:a="http://schemas.openxmlformats.org/drawingml/2006/main">
              <a:ext uri="{FF2B5EF4-FFF2-40B4-BE49-F238E27FC236}">
                <a16:creationId xmlns:a16="http://schemas.microsoft.com/office/drawing/2014/main" id="{601BDCB1-C9ED-45D0-9F97-2FAD3C56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90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Îₙ = [g(X₁) + ⋯ + g(Xₙ)] / n</a:t>
            </a:r>
          </a:p>
        </p:txBody>
      </p:sp>
      <p:sp>
        <p:nvSpPr>
          <p:cNvPr id="6" name="E[|g(X)|] &lt; ∞ gives the LLN.&#10;Finite positive τ² ">
            <a:extLst xmlns:a="http://schemas.openxmlformats.org/drawingml/2006/main">
              <a:ext uri="{FF2B5EF4-FFF2-40B4-BE49-F238E27FC236}">
                <a16:creationId xmlns:a16="http://schemas.microsoft.com/office/drawing/2014/main" id="{AB7D49D2-9B41-43F4-B04D-63713935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E[|g(X)|] &lt; ∞ gives the LLN.</a:t>
            </a:r>
          </a:p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Finite positive τ² also gives the CLT.</a:t>
            </a:r>
          </a:p>
        </p:txBody>
      </p:sp>
      <p:sp>
        <p:nvSpPr>
          <p:cNvPr id="7" name="SE(Îₙ) = τ / √n       τ² = Var(g(X))">
            <a:extLst xmlns:a="http://schemas.openxmlformats.org/drawingml/2006/main">
              <a:ext uri="{FF2B5EF4-FFF2-40B4-BE49-F238E27FC236}">
                <a16:creationId xmlns:a16="http://schemas.microsoft.com/office/drawing/2014/main" id="{BF8DF3EC-2EBE-4AAA-9FBC-9A72082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SE(Îₙ) = τ / √n       τ² = Var(g(X))</a:t>
            </a:r>
          </a:p>
        </p:txBody>
      </p:sp>
      <p:sp>
        <p:nvSpPr>
          <p:cNvPr id="8" name="When τ is unknown, estimate SE as Sᵧ / √n, using">
            <a:extLst xmlns:a="http://schemas.openxmlformats.org/drawingml/2006/main">
              <a:ext uri="{FF2B5EF4-FFF2-40B4-BE49-F238E27FC236}">
                <a16:creationId xmlns:a16="http://schemas.microsoft.com/office/drawing/2014/main" id="{09B336ED-61E7-4545-951F-7F3253C8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When τ is unknown, estimate SE as Sᵧ / √n, using</a:t>
            </a:r>
          </a:p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the sample standard deviation of the values g(Xᵢ).</a:t>
            </a:r>
          </a:p>
        </p:txBody>
      </p:sp>
    </p:spTree>
    <p:extLst>
      <p:ext uri="{BB962C8B-B14F-4D97-AF65-F5344CB8AC3E}">
        <p14:creationId xmlns:p14="http://schemas.microsoft.com/office/powerpoint/2010/main" val="20517507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AD46452-972C-458E-A586-D3C9DC35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 Monte Carlo example with a known answer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2D0B2203-E4A7-4C60-9A3F-E6CE53C8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169050FB-2955-456C-B9F0-7AF9D4F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T ∼ Exp(0.2)       g(t) = exp(−t)">
            <a:extLst xmlns:a="http://schemas.openxmlformats.org/drawingml/2006/main">
              <a:ext uri="{FF2B5EF4-FFF2-40B4-BE49-F238E27FC236}">
                <a16:creationId xmlns:a16="http://schemas.microsoft.com/office/drawing/2014/main" id="{62D554B1-8041-4AC8-8FF7-65827DB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T ∼ Exp(0.2)       g(t) = exp(−t)</a:t>
            </a:r>
          </a:p>
        </p:txBody>
      </p:sp>
      <p:sp>
        <p:nvSpPr>
          <p:cNvPr id="5" name="Time is in minutes. The exponent uses one per mi">
            <a:extLst xmlns:a="http://schemas.openxmlformats.org/drawingml/2006/main">
              <a:ext uri="{FF2B5EF4-FFF2-40B4-BE49-F238E27FC236}">
                <a16:creationId xmlns:a16="http://schemas.microsoft.com/office/drawing/2014/main" id="{F52383D2-BFFC-4BEB-B16A-D658213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Time is in minutes. The exponent uses one per minute.</a:t>
            </a:r>
          </a:p>
        </p:txBody>
      </p:sp>
      <p:sp>
        <p:nvSpPr>
          <p:cNvPr id="6" name="I = E[g(T)] = 1/6       E[g(T)²] = 1/11">
            <a:extLst xmlns:a="http://schemas.openxmlformats.org/drawingml/2006/main">
              <a:ext uri="{FF2B5EF4-FFF2-40B4-BE49-F238E27FC236}">
                <a16:creationId xmlns:a16="http://schemas.microsoft.com/office/drawing/2014/main" id="{F947E2D9-56F4-47E3-9000-D9D0E483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30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I = E[g(T)] = 1/6       E[g(T)²] = 1/11</a:t>
            </a:r>
          </a:p>
        </p:txBody>
      </p:sp>
      <p:sp>
        <p:nvSpPr>
          <p:cNvPr id="7" name="τ² = 1/11 − 1/36 = 25/396">
            <a:extLst xmlns:a="http://schemas.openxmlformats.org/drawingml/2006/main">
              <a:ext uri="{FF2B5EF4-FFF2-40B4-BE49-F238E27FC236}">
                <a16:creationId xmlns:a16="http://schemas.microsoft.com/office/drawing/2014/main" id="{4096FD46-5096-40AE-90B0-348D23DC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7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τ² = 1/11 − 1/36 = 25/396</a:t>
            </a:r>
          </a:p>
        </p:txBody>
      </p:sp>
      <p:sp>
        <p:nvSpPr>
          <p:cNvPr id="8" name="The known value lets us check the numerical meth">
            <a:extLst xmlns:a="http://schemas.openxmlformats.org/drawingml/2006/main">
              <a:ext uri="{FF2B5EF4-FFF2-40B4-BE49-F238E27FC236}">
                <a16:creationId xmlns:a16="http://schemas.microsoft.com/office/drawing/2014/main" id="{B4ECE3E6-0EE9-4466-8D95-EC5C567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known value lets us check the numerical method.</a:t>
            </a:r>
          </a:p>
        </p:txBody>
      </p:sp>
    </p:spTree>
    <p:extLst>
      <p:ext uri="{BB962C8B-B14F-4D97-AF65-F5344CB8AC3E}">
        <p14:creationId xmlns:p14="http://schemas.microsoft.com/office/powerpoint/2010/main" val="15104806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8402769-900D-4CB4-A7D3-9F23B81F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Precision has a computational cost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B9E3A5B7-6B94-4602-A8CC-25E6D183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7E917C6C-8405-48E1-85B7-C5B7F18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RMSE(Îₙ) = √E[(Îₙ − I)²] = τ / √n">
            <a:extLst xmlns:a="http://schemas.openxmlformats.org/drawingml/2006/main">
              <a:ext uri="{FF2B5EF4-FFF2-40B4-BE49-F238E27FC236}">
                <a16:creationId xmlns:a16="http://schemas.microsoft.com/office/drawing/2014/main" id="{65831C95-7541-4BA0-8DDE-4409BD24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52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RMSE(Îₙ) = √E[(Îₙ − I)²] = τ / √n</a:t>
            </a:r>
          </a:p>
        </p:txBody>
      </p:sp>
      <p:sp>
        <p:nvSpPr>
          <p:cNvPr id="5" name="Four times as many evaluations halves RMSE.&#10;A te">
            <a:extLst xmlns:a="http://schemas.openxmlformats.org/drawingml/2006/main">
              <a:ext uri="{FF2B5EF4-FFF2-40B4-BE49-F238E27FC236}">
                <a16:creationId xmlns:a16="http://schemas.microsoft.com/office/drawing/2014/main" id="{87C859C2-B571-46A4-B35E-7707864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Four times as many evaluations halves RMSE.</a:t>
            </a:r>
          </a:p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tenfold reduction costs one hundred times as many.</a:t>
            </a:r>
          </a:p>
        </p:txBody>
      </p:sp>
      <p:sp>
        <p:nvSpPr>
          <p:cNvPr id="6" name="n = 1000       RMSE ≈ 0.00795">
            <a:extLst xmlns:a="http://schemas.openxmlformats.org/drawingml/2006/main">
              <a:ext uri="{FF2B5EF4-FFF2-40B4-BE49-F238E27FC236}">
                <a16:creationId xmlns:a16="http://schemas.microsoft.com/office/drawing/2014/main" id="{D12A96A1-A8D2-4E86-B0FC-48D3536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450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n = 1000       RMSE ≈ 0.00795</a:t>
            </a:r>
          </a:p>
        </p:txBody>
      </p:sp>
      <p:sp>
        <p:nvSpPr>
          <p:cNvPr id="7" name="RMSE ≤ 0.005       needs n ≥ 2526">
            <a:extLst xmlns:a="http://schemas.openxmlformats.org/drawingml/2006/main">
              <a:ext uri="{FF2B5EF4-FFF2-40B4-BE49-F238E27FC236}">
                <a16:creationId xmlns:a16="http://schemas.microsoft.com/office/drawing/2014/main" id="{2251D789-FDC0-4AD1-8D6B-49A866D1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375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RMSE ≤ 0.005       needs n ≥ 2526</a:t>
            </a:r>
          </a:p>
        </p:txBody>
      </p:sp>
      <p:sp>
        <p:nvSpPr>
          <p:cNvPr id="8" name="An RMSE target does not bound the error in every">
            <a:extLst xmlns:a="http://schemas.openxmlformats.org/drawingml/2006/main">
              <a:ext uri="{FF2B5EF4-FFF2-40B4-BE49-F238E27FC236}">
                <a16:creationId xmlns:a16="http://schemas.microsoft.com/office/drawing/2014/main" id="{67604E73-8130-4BAE-9503-61D7561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An RMSE target does not bound the error in every run.</a:t>
            </a:r>
          </a:p>
        </p:txBody>
      </p:sp>
    </p:spTree>
    <p:extLst>
      <p:ext uri="{BB962C8B-B14F-4D97-AF65-F5344CB8AC3E}">
        <p14:creationId xmlns:p14="http://schemas.microsoft.com/office/powerpoint/2010/main" val="1775839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BDF3207-9B76-4799-8863-C345A500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Monte Carlo error across repeated runs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56C90528-AB86-4FE3-B7CE-71535D3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7BD8BD8F-043E-4B50-902F-A91FF96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5357d6e3144ae9"/>
          </a:graphicData>
        </a:graphic>
      </p:graphicFrame>
      <p:sp>
        <p:nvSpPr>
          <p:cNvPr id="5" name="The dots measure variation across independent ru">
            <a:extLst xmlns:a="http://schemas.openxmlformats.org/drawingml/2006/main">
              <a:ext uri="{FF2B5EF4-FFF2-40B4-BE49-F238E27FC236}">
                <a16:creationId xmlns:a16="http://schemas.microsoft.com/office/drawing/2014/main" id="{80DBCC76-6716-45B5-84E5-40644F16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dots measure variation across independent runs, rather than one running path.</a:t>
            </a:r>
          </a:p>
        </p:txBody>
      </p:sp>
    </p:spTree>
    <p:extLst>
      <p:ext uri="{BB962C8B-B14F-4D97-AF65-F5344CB8AC3E}">
        <p14:creationId xmlns:p14="http://schemas.microsoft.com/office/powerpoint/2010/main" val="5188368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41585CB-1D09-45B8-9280-3F853DD8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Uncertainty in a test-set average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0BD646B2-8FA2-48E6-A424-A134CFB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9521B801-9FEF-4743-851A-593E3199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Fix f before evaluation. Use i.i.d. test observa">
            <a:extLst xmlns:a="http://schemas.openxmlformats.org/drawingml/2006/main">
              <a:ext uri="{FF2B5EF4-FFF2-40B4-BE49-F238E27FC236}">
                <a16:creationId xmlns:a16="http://schemas.microsoft.com/office/drawing/2014/main" id="{32FDCDB1-57AC-4669-A8EB-DF79A3DA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Fix f before evaluation. Use i.i.d. test observations</a:t>
            </a:r>
          </a:p>
          <a:p xmlns:a="http://schemas.openxmlformats.org/drawingml/2006/main">
            <a:pPr algn="l"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independent of all data used to choose f.</a:t>
            </a:r>
          </a:p>
        </p:txBody>
      </p:sp>
      <p:sp>
        <p:nvSpPr>
          <p:cNvPr id="5" name="Lᵢ = ℓ(f(Xᵢ), Yᵢ)       R(f) = E[Lᵢ]">
            <a:extLst xmlns:a="http://schemas.openxmlformats.org/drawingml/2006/main">
              <a:ext uri="{FF2B5EF4-FFF2-40B4-BE49-F238E27FC236}">
                <a16:creationId xmlns:a16="http://schemas.microsoft.com/office/drawing/2014/main" id="{3CE62733-502F-4A5B-B921-B4A61D47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07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Lᵢ = ℓ(f(Xᵢ), Yᵢ)       R(f) = E[Lᵢ]</a:t>
            </a:r>
          </a:p>
        </p:txBody>
      </p:sp>
      <p:sp>
        <p:nvSpPr>
          <p:cNvPr id="6" name="R̂ₙ(f) = [L₁ + ⋯ + Lₙ] / n">
            <a:extLst xmlns:a="http://schemas.openxmlformats.org/drawingml/2006/main">
              <a:ext uri="{FF2B5EF4-FFF2-40B4-BE49-F238E27FC236}">
                <a16:creationId xmlns:a16="http://schemas.microsoft.com/office/drawing/2014/main" id="{5C572B5D-9FD1-4D44-B5B7-FD9D8EE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defRPr>
            </a:pPr>
            <a:r>
              <a:rPr sz="3225" b="0">
                <a:solidFill>
                  <a:srgbClr val="16324F"/>
                </a:solidFill>
                <a:latin typeface="STIX Two Math"/>
                <a:ea typeface="STIX Two Math"/>
                <a:cs typeface="STIX Two Math"/>
              </a:rPr>
              <a:t>R̂ₙ(f) = [L₁ + ⋯ + Lₙ] / n</a:t>
            </a:r>
          </a:p>
        </p:txBody>
      </p:sp>
      <p:sp>
        <p:nvSpPr>
          <p:cNvPr id="7" name="Population accuracy 0.8, with 400 independent te">
            <a:extLst xmlns:a="http://schemas.openxmlformats.org/drawingml/2006/main">
              <a:ext uri="{FF2B5EF4-FFF2-40B4-BE49-F238E27FC236}">
                <a16:creationId xmlns:a16="http://schemas.microsoft.com/office/drawing/2014/main" id="{D53EFDB2-CA35-42FB-AA29-8CCC822B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Population accuracy 0.8, with 400 independent test examples:</a:t>
            </a:r>
          </a:p>
        </p:txBody>
      </p:sp>
      <p:sp>
        <p:nvSpPr>
          <p:cNvPr id="8" name="SE = √(0.8 × 0.2 / 400) = 0.02">
            <a:extLst xmlns:a="http://schemas.openxmlformats.org/drawingml/2006/main">
              <a:ext uri="{FF2B5EF4-FFF2-40B4-BE49-F238E27FC236}">
                <a16:creationId xmlns:a16="http://schemas.microsoft.com/office/drawing/2014/main" id="{0F113370-EF06-4882-9492-470B61B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225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SE = √(0.8 × 0.2 / 400) = 0.02</a:t>
            </a:r>
          </a:p>
        </p:txBody>
      </p:sp>
      <p:sp>
        <p:nvSpPr>
          <p:cNvPr id="9" name="This measures test-sample variation. Choosing f ">
            <a:extLst xmlns:a="http://schemas.openxmlformats.org/drawingml/2006/main">
              <a:ext uri="{FF2B5EF4-FFF2-40B4-BE49-F238E27FC236}">
                <a16:creationId xmlns:a16="http://schemas.microsoft.com/office/drawing/2014/main" id="{8CB025BF-D4E7-4597-B693-BB7DE34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This measures test-sample variation. Choosing f on the same test set</a:t>
            </a:r>
          </a:p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breaks the fixed-model premise.</a:t>
            </a:r>
          </a:p>
        </p:txBody>
      </p:sp>
    </p:spTree>
    <p:extLst>
      <p:ext uri="{BB962C8B-B14F-4D97-AF65-F5344CB8AC3E}">
        <p14:creationId xmlns:p14="http://schemas.microsoft.com/office/powerpoint/2010/main" val="16295387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3D08CCE-98BE-4FDF-80A6-A3425EB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Batch size and the variance of an average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4AA4C59B-A64F-49C8-A2E8-3E140F54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E9FD261A-D024-49FA-AF6F-3AFF32FC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At a fixed model, average b independent losses,&#10;">
            <a:extLst xmlns:a="http://schemas.openxmlformats.org/drawingml/2006/main">
              <a:ext uri="{FF2B5EF4-FFF2-40B4-BE49-F238E27FC236}">
                <a16:creationId xmlns:a16="http://schemas.microsoft.com/office/drawing/2014/main" id="{E3CDF221-22C6-4F96-96EF-40C45CE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At a fixed model, average b independent losses,</a:t>
            </a:r>
          </a:p>
          <a:p xmlns:a="http://schemas.openxmlformats.org/drawingml/2006/main">
            <a:pPr algn="l">
              <a:defRPr sz="24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each with variance τ².</a:t>
            </a:r>
          </a:p>
        </p:txBody>
      </p:sp>
      <p:sp>
        <p:nvSpPr>
          <p:cNvPr id="5" name="Var(batch average) = τ² / b">
            <a:extLst xmlns:a="http://schemas.openxmlformats.org/drawingml/2006/main">
              <a:ext uri="{FF2B5EF4-FFF2-40B4-BE49-F238E27FC236}">
                <a16:creationId xmlns:a16="http://schemas.microsoft.com/office/drawing/2014/main" id="{2B1AB3CF-114D-44EF-A9BB-B39FF5DA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defRPr>
            </a:pPr>
            <a:r>
              <a:rPr sz="3750" b="0">
                <a:solidFill>
                  <a:srgbClr val="1F4E79"/>
                </a:solidFill>
                <a:latin typeface="STIX Two Math"/>
                <a:ea typeface="STIX Two Math"/>
                <a:cs typeface="STIX Two Math"/>
              </a:rPr>
              <a:t>Var(batch average) = τ² / b</a:t>
            </a:r>
          </a:p>
        </p:txBody>
      </p:sp>
      <p:sp>
        <p:nvSpPr>
          <p:cNvPr id="6" name="A fourfold increase in b halves the standard dev">
            <a:extLst xmlns:a="http://schemas.openxmlformats.org/drawingml/2006/main">
              <a:ext uri="{FF2B5EF4-FFF2-40B4-BE49-F238E27FC236}">
                <a16:creationId xmlns:a16="http://schemas.microsoft.com/office/drawing/2014/main" id="{040A8807-0DDF-4F11-A128-2E3BDC5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fourfold increase in b halves the standard deviation.</a:t>
            </a:r>
          </a:p>
        </p:txBody>
      </p:sp>
      <p:sp>
        <p:nvSpPr>
          <p:cNvPr id="7" name="For a fixed dataset, sampling indices with repla">
            <a:extLst xmlns:a="http://schemas.openxmlformats.org/drawingml/2006/main">
              <a:ext uri="{FF2B5EF4-FFF2-40B4-BE49-F238E27FC236}">
                <a16:creationId xmlns:a16="http://schemas.microsoft.com/office/drawing/2014/main" id="{608770A9-C6A9-40A2-82CD-571FD9F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For a fixed dataset, sampling indices with replacement uses</a:t>
            </a:r>
          </a:p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its empirical loss variance. Dependence and sampling</a:t>
            </a:r>
          </a:p>
          <a:p xmlns:a="http://schemas.openxmlformats.org/drawingml/2006/main">
            <a:pPr algn="l"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without replacement require different variance calculations.</a:t>
            </a:r>
          </a:p>
        </p:txBody>
      </p:sp>
    </p:spTree>
    <p:extLst>
      <p:ext uri="{BB962C8B-B14F-4D97-AF65-F5344CB8AC3E}">
        <p14:creationId xmlns:p14="http://schemas.microsoft.com/office/powerpoint/2010/main" val="7865583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0A4AE7D-19D0-47B8-9B47-EDE35C4B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What each result tells us</a:t>
            </a:r>
          </a:p>
        </p:txBody>
      </p:sp>
      <p:sp>
        <p:nvSpPr>
          <p:cNvPr id="2" name="Conspect §4.6">
            <a:extLst xmlns:a="http://schemas.openxmlformats.org/drawingml/2006/main">
              <a:ext uri="{FF2B5EF4-FFF2-40B4-BE49-F238E27FC236}">
                <a16:creationId xmlns:a16="http://schemas.microsoft.com/office/drawing/2014/main" id="{C228A514-A219-4E2C-BFB6-345A19BE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Conspect §4.6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C86528CF-A01C-420E-ADFA-14C26E7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7067550"/>
              </a:tblGrid>
              <a:tr h="9525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EDF3F8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Question it answers</a:t>
                      </a:r>
                    </a:p>
                  </a:txBody>
                  <a:tcPr marL="91440" marR="91440" marT="45720" marB="45720" anchor="ctr">
                    <a:solidFill>
                      <a:srgbClr val="EDF3F8"/>
                    </a:solidFill>
                  </a:tcPr>
                </a:tc>
              </a:tr>
              <a:tr h="9525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Chebyshev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How large can a finite-sample error probability be?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Law of large numbers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Does the average approach the population quantity?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Central limit theorem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What shape do the rescaled fluctuations approach?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Independence, moment assumptions, and the sampli">
            <a:extLst xmlns:a="http://schemas.openxmlformats.org/drawingml/2006/main">
              <a:ext uri="{FF2B5EF4-FFF2-40B4-BE49-F238E27FC236}">
                <a16:creationId xmlns:a16="http://schemas.microsoft.com/office/drawing/2014/main" id="{C7937DC0-37B2-4F46-85C3-FBC12FA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Independence, moment assumptions, and the sampling process</a:t>
            </a:r>
          </a:p>
          <a:p xmlns:a="http://schemas.openxmlformats.org/drawingml/2006/main">
            <a:pPr algn="l">
              <a:defRPr sz="20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determine which conclusion is justified.</a:t>
            </a:r>
          </a:p>
        </p:txBody>
      </p:sp>
    </p:spTree>
    <p:extLst>
      <p:ext uri="{BB962C8B-B14F-4D97-AF65-F5344CB8AC3E}">
        <p14:creationId xmlns:p14="http://schemas.microsoft.com/office/powerpoint/2010/main" val="982120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2026-09-25T19:19:37.7920000Z</dcterms:created>
  <dcterms:modified xsi:type="dcterms:W3CDTF">2026-09-25T19:19:37.7920000Z</dcterms:modified>
</coreProperties>
</file>